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6" r:id="rId3"/>
    <p:sldId id="277" r:id="rId4"/>
    <p:sldId id="278" r:id="rId5"/>
    <p:sldId id="290" r:id="rId6"/>
    <p:sldId id="294" r:id="rId7"/>
    <p:sldId id="295" r:id="rId8"/>
    <p:sldId id="296" r:id="rId9"/>
    <p:sldId id="281" r:id="rId10"/>
    <p:sldId id="280" r:id="rId11"/>
    <p:sldId id="282" r:id="rId12"/>
    <p:sldId id="283" r:id="rId13"/>
    <p:sldId id="284" r:id="rId14"/>
    <p:sldId id="285" r:id="rId15"/>
    <p:sldId id="286" r:id="rId16"/>
    <p:sldId id="287" r:id="rId17"/>
    <p:sldId id="289" r:id="rId18"/>
    <p:sldId id="279" r:id="rId19"/>
    <p:sldId id="291" r:id="rId20"/>
    <p:sldId id="292" r:id="rId21"/>
    <p:sldId id="293" r:id="rId2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1C4474-FED2-4001-9C8A-72316749390E}" v="471" dt="2026-05-18T02:59:18.306"/>
    <p1510:client id="{A5A3E158-9745-4B59-B6F6-0BF558ED0825}" v="1178" dt="2026-05-18T18:53:42.4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0" autoAdjust="0"/>
    <p:restoredTop sz="93457" autoAdjust="0"/>
  </p:normalViewPr>
  <p:slideViewPr>
    <p:cSldViewPr snapToGrid="0">
      <p:cViewPr>
        <p:scale>
          <a:sx n="50" d="100"/>
          <a:sy n="50" d="100"/>
        </p:scale>
        <p:origin x="496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ta, Mariano" userId="790ddd12-d095-4063-9590-047d0ef1fce2" providerId="ADAL" clId="{D72FB022-ACC1-432E-A309-C700CF44763B}"/>
    <pc:docChg chg="undo custSel addSld delSld modSld sldOrd">
      <pc:chgData name="Devita, Mariano" userId="790ddd12-d095-4063-9590-047d0ef1fce2" providerId="ADAL" clId="{D72FB022-ACC1-432E-A309-C700CF44763B}" dt="2026-05-18T18:54:10.356" v="15462" actId="1076"/>
      <pc:docMkLst>
        <pc:docMk/>
      </pc:docMkLst>
      <pc:sldChg chg="addSp modSp mod">
        <pc:chgData name="Devita, Mariano" userId="790ddd12-d095-4063-9590-047d0ef1fce2" providerId="ADAL" clId="{D72FB022-ACC1-432E-A309-C700CF44763B}" dt="2026-05-12T14:37:12.466" v="12530" actId="403"/>
        <pc:sldMkLst>
          <pc:docMk/>
          <pc:sldMk cId="2617685939" sldId="256"/>
        </pc:sldMkLst>
        <pc:spChg chg="mod">
          <ac:chgData name="Devita, Mariano" userId="790ddd12-d095-4063-9590-047d0ef1fce2" providerId="ADAL" clId="{D72FB022-ACC1-432E-A309-C700CF44763B}" dt="2026-05-12T14:37:12.466" v="12530" actId="403"/>
          <ac:spMkLst>
            <pc:docMk/>
            <pc:sldMk cId="2617685939" sldId="256"/>
            <ac:spMk id="4" creationId="{16A01A38-C9E3-F289-70E2-E302B9B527B2}"/>
          </ac:spMkLst>
        </pc:spChg>
        <pc:cxnChg chg="add mod">
          <ac:chgData name="Devita, Mariano" userId="790ddd12-d095-4063-9590-047d0ef1fce2" providerId="ADAL" clId="{D72FB022-ACC1-432E-A309-C700CF44763B}" dt="2026-04-21T18:32:07.750" v="8267" actId="14100"/>
          <ac:cxnSpMkLst>
            <pc:docMk/>
            <pc:sldMk cId="2617685939" sldId="256"/>
            <ac:cxnSpMk id="2" creationId="{9C1B97CD-F2E8-77E0-828C-FB01B22818FD}"/>
          </ac:cxnSpMkLst>
        </pc:cxnChg>
      </pc:sldChg>
      <pc:sldChg chg="addSp delSp modSp add mod ord">
        <pc:chgData name="Devita, Mariano" userId="790ddd12-d095-4063-9590-047d0ef1fce2" providerId="ADAL" clId="{D72FB022-ACC1-432E-A309-C700CF44763B}" dt="2026-05-12T14:45:31.951" v="12609" actId="14100"/>
        <pc:sldMkLst>
          <pc:docMk/>
          <pc:sldMk cId="2642345643" sldId="266"/>
        </pc:sldMkLst>
        <pc:spChg chg="mod">
          <ac:chgData name="Devita, Mariano" userId="790ddd12-d095-4063-9590-047d0ef1fce2" providerId="ADAL" clId="{D72FB022-ACC1-432E-A309-C700CF44763B}" dt="2026-05-12T14:45:31.951" v="12609" actId="14100"/>
          <ac:spMkLst>
            <pc:docMk/>
            <pc:sldMk cId="2642345643" sldId="266"/>
            <ac:spMk id="2" creationId="{0BC0F496-9175-4328-D785-C92E42492ABC}"/>
          </ac:spMkLst>
        </pc:spChg>
        <pc:spChg chg="add mod">
          <ac:chgData name="Devita, Mariano" userId="790ddd12-d095-4063-9590-047d0ef1fce2" providerId="ADAL" clId="{D72FB022-ACC1-432E-A309-C700CF44763B}" dt="2026-04-21T19:16:12.196" v="8482" actId="12"/>
          <ac:spMkLst>
            <pc:docMk/>
            <pc:sldMk cId="2642345643" sldId="266"/>
            <ac:spMk id="3" creationId="{3BDE3ECC-3D44-BB9C-8457-47D94E90A829}"/>
          </ac:spMkLst>
        </pc:spChg>
        <pc:spChg chg="add mod">
          <ac:chgData name="Devita, Mariano" userId="790ddd12-d095-4063-9590-047d0ef1fce2" providerId="ADAL" clId="{D72FB022-ACC1-432E-A309-C700CF44763B}" dt="2026-04-23T18:48:12.792" v="9891" actId="1076"/>
          <ac:spMkLst>
            <pc:docMk/>
            <pc:sldMk cId="2642345643" sldId="266"/>
            <ac:spMk id="4" creationId="{55D91376-166F-1691-C2D8-71563AA94C5D}"/>
          </ac:spMkLst>
        </pc:spChg>
        <pc:spChg chg="add mod">
          <ac:chgData name="Devita, Mariano" userId="790ddd12-d095-4063-9590-047d0ef1fce2" providerId="ADAL" clId="{D72FB022-ACC1-432E-A309-C700CF44763B}" dt="2026-04-23T18:42:41.799" v="9889" actId="14100"/>
          <ac:spMkLst>
            <pc:docMk/>
            <pc:sldMk cId="2642345643" sldId="266"/>
            <ac:spMk id="6" creationId="{63678043-2F32-6582-D59F-E9059AD0EF13}"/>
          </ac:spMkLst>
        </pc:spChg>
        <pc:spChg chg="mod">
          <ac:chgData name="Devita, Mariano" userId="790ddd12-d095-4063-9590-047d0ef1fce2" providerId="ADAL" clId="{D72FB022-ACC1-432E-A309-C700CF44763B}" dt="2026-04-21T18:30:13.610" v="8214"/>
          <ac:spMkLst>
            <pc:docMk/>
            <pc:sldMk cId="2642345643" sldId="266"/>
            <ac:spMk id="7" creationId="{21A7077B-CF95-DA12-2073-FC8149D7C299}"/>
          </ac:spMkLst>
        </pc:spChg>
        <pc:spChg chg="add mod">
          <ac:chgData name="Devita, Mariano" userId="790ddd12-d095-4063-9590-047d0ef1fce2" providerId="ADAL" clId="{D72FB022-ACC1-432E-A309-C700CF44763B}" dt="2026-04-23T18:48:04.939" v="9890" actId="14100"/>
          <ac:spMkLst>
            <pc:docMk/>
            <pc:sldMk cId="2642345643" sldId="266"/>
            <ac:spMk id="11" creationId="{1D0DC0F4-400A-C672-645A-B072914A3E9F}"/>
          </ac:spMkLst>
        </pc:spChg>
        <pc:spChg chg="add mod">
          <ac:chgData name="Devita, Mariano" userId="790ddd12-d095-4063-9590-047d0ef1fce2" providerId="ADAL" clId="{D72FB022-ACC1-432E-A309-C700CF44763B}" dt="2026-04-21T19:14:22.989" v="8479" actId="1076"/>
          <ac:spMkLst>
            <pc:docMk/>
            <pc:sldMk cId="2642345643" sldId="266"/>
            <ac:spMk id="14" creationId="{7853F82A-7B46-8D62-2E01-2CCD91F8A961}"/>
          </ac:spMkLst>
        </pc:spChg>
        <pc:spChg chg="add mod">
          <ac:chgData name="Devita, Mariano" userId="790ddd12-d095-4063-9590-047d0ef1fce2" providerId="ADAL" clId="{D72FB022-ACC1-432E-A309-C700CF44763B}" dt="2026-04-21T19:14:22.989" v="8479" actId="1076"/>
          <ac:spMkLst>
            <pc:docMk/>
            <pc:sldMk cId="2642345643" sldId="266"/>
            <ac:spMk id="15" creationId="{2A0E638E-D258-DBDF-62CD-6E58AF1E9611}"/>
          </ac:spMkLst>
        </pc:spChg>
        <pc:grpChg chg="add mod">
          <ac:chgData name="Devita, Mariano" userId="790ddd12-d095-4063-9590-047d0ef1fce2" providerId="ADAL" clId="{D72FB022-ACC1-432E-A309-C700CF44763B}" dt="2026-04-21T18:30:13.610" v="8214"/>
          <ac:grpSpMkLst>
            <pc:docMk/>
            <pc:sldMk cId="2642345643" sldId="266"/>
            <ac:grpSpMk id="5" creationId="{B293BDE5-A791-14AF-ED5D-A31DFF1D5E0C}"/>
          </ac:grpSpMkLst>
        </pc:grpChg>
        <pc:cxnChg chg="add mod">
          <ac:chgData name="Devita, Mariano" userId="790ddd12-d095-4063-9590-047d0ef1fce2" providerId="ADAL" clId="{D72FB022-ACC1-432E-A309-C700CF44763B}" dt="2026-04-21T19:14:22.989" v="8479" actId="1076"/>
          <ac:cxnSpMkLst>
            <pc:docMk/>
            <pc:sldMk cId="2642345643" sldId="266"/>
            <ac:cxnSpMk id="8" creationId="{1578BD8C-3759-F045-843B-685D9B4BA0FD}"/>
          </ac:cxnSpMkLst>
        </pc:cxnChg>
        <pc:cxnChg chg="add mod">
          <ac:chgData name="Devita, Mariano" userId="790ddd12-d095-4063-9590-047d0ef1fce2" providerId="ADAL" clId="{D72FB022-ACC1-432E-A309-C700CF44763B}" dt="2026-04-21T19:14:22.989" v="8479" actId="1076"/>
          <ac:cxnSpMkLst>
            <pc:docMk/>
            <pc:sldMk cId="2642345643" sldId="266"/>
            <ac:cxnSpMk id="9" creationId="{8FD4D165-2831-5C55-6A7D-20E1774E93F2}"/>
          </ac:cxnSpMkLst>
        </pc:cxnChg>
        <pc:cxnChg chg="mod">
          <ac:chgData name="Devita, Mariano" userId="790ddd12-d095-4063-9590-047d0ef1fce2" providerId="ADAL" clId="{D72FB022-ACC1-432E-A309-C700CF44763B}" dt="2026-04-21T18:30:13.610" v="8214"/>
          <ac:cxnSpMkLst>
            <pc:docMk/>
            <pc:sldMk cId="2642345643" sldId="266"/>
            <ac:cxnSpMk id="10" creationId="{FC3217B8-F263-DA61-8EAE-55CCACEA5AAE}"/>
          </ac:cxnSpMkLst>
        </pc:cxnChg>
      </pc:sldChg>
      <pc:sldChg chg="addSp delSp modSp add mod">
        <pc:chgData name="Devita, Mariano" userId="790ddd12-d095-4063-9590-047d0ef1fce2" providerId="ADAL" clId="{D72FB022-ACC1-432E-A309-C700CF44763B}" dt="2026-05-12T14:45:36.695" v="12610" actId="255"/>
        <pc:sldMkLst>
          <pc:docMk/>
          <pc:sldMk cId="804690771" sldId="277"/>
        </pc:sldMkLst>
        <pc:spChg chg="mod">
          <ac:chgData name="Devita, Mariano" userId="790ddd12-d095-4063-9590-047d0ef1fce2" providerId="ADAL" clId="{D72FB022-ACC1-432E-A309-C700CF44763B}" dt="2026-05-12T14:45:36.695" v="12610" actId="255"/>
          <ac:spMkLst>
            <pc:docMk/>
            <pc:sldMk cId="804690771" sldId="277"/>
            <ac:spMk id="2" creationId="{E8D4528B-64AB-59A5-59D9-99E794ECE557}"/>
          </ac:spMkLst>
        </pc:spChg>
        <pc:spChg chg="add mod ord">
          <ac:chgData name="Devita, Mariano" userId="790ddd12-d095-4063-9590-047d0ef1fce2" providerId="ADAL" clId="{D72FB022-ACC1-432E-A309-C700CF44763B}" dt="2026-04-21T19:51:00.170" v="8611" actId="114"/>
          <ac:spMkLst>
            <pc:docMk/>
            <pc:sldMk cId="804690771" sldId="277"/>
            <ac:spMk id="11" creationId="{4549B82F-1F45-168B-2E89-1AA207F8C68D}"/>
          </ac:spMkLst>
        </pc:spChg>
        <pc:spChg chg="add mod ord">
          <ac:chgData name="Devita, Mariano" userId="790ddd12-d095-4063-9590-047d0ef1fce2" providerId="ADAL" clId="{D72FB022-ACC1-432E-A309-C700CF44763B}" dt="2026-04-21T19:53:55.765" v="8666" actId="20577"/>
          <ac:spMkLst>
            <pc:docMk/>
            <pc:sldMk cId="804690771" sldId="277"/>
            <ac:spMk id="12" creationId="{D57B28B2-FDB7-8A27-C580-82E952759C04}"/>
          </ac:spMkLst>
        </pc:spChg>
        <pc:cxnChg chg="mod">
          <ac:chgData name="Devita, Mariano" userId="790ddd12-d095-4063-9590-047d0ef1fce2" providerId="ADAL" clId="{D72FB022-ACC1-432E-A309-C700CF44763B}" dt="2026-04-21T19:43:21.520" v="8570" actId="208"/>
          <ac:cxnSpMkLst>
            <pc:docMk/>
            <pc:sldMk cId="804690771" sldId="277"/>
            <ac:cxnSpMk id="8" creationId="{86D66C9B-984C-7189-D6AC-E489720333D6}"/>
          </ac:cxnSpMkLst>
        </pc:cxnChg>
        <pc:cxnChg chg="mod">
          <ac:chgData name="Devita, Mariano" userId="790ddd12-d095-4063-9590-047d0ef1fce2" providerId="ADAL" clId="{D72FB022-ACC1-432E-A309-C700CF44763B}" dt="2026-04-21T19:43:21.520" v="8570" actId="208"/>
          <ac:cxnSpMkLst>
            <pc:docMk/>
            <pc:sldMk cId="804690771" sldId="277"/>
            <ac:cxnSpMk id="9" creationId="{A315F004-298A-4C4A-24E3-B3E0A7942BFD}"/>
          </ac:cxnSpMkLst>
        </pc:cxnChg>
      </pc:sldChg>
      <pc:sldChg chg="addSp delSp modSp add mod ord">
        <pc:chgData name="Devita, Mariano" userId="790ddd12-d095-4063-9590-047d0ef1fce2" providerId="ADAL" clId="{D72FB022-ACC1-432E-A309-C700CF44763B}" dt="2026-05-12T14:45:43.359" v="12612" actId="14100"/>
        <pc:sldMkLst>
          <pc:docMk/>
          <pc:sldMk cId="1764889403" sldId="278"/>
        </pc:sldMkLst>
        <pc:spChg chg="mod">
          <ac:chgData name="Devita, Mariano" userId="790ddd12-d095-4063-9590-047d0ef1fce2" providerId="ADAL" clId="{D72FB022-ACC1-432E-A309-C700CF44763B}" dt="2026-05-12T14:45:43.359" v="12612" actId="14100"/>
          <ac:spMkLst>
            <pc:docMk/>
            <pc:sldMk cId="1764889403" sldId="278"/>
            <ac:spMk id="2" creationId="{77B6D28B-3451-4598-D60A-9F33AB0DB720}"/>
          </ac:spMkLst>
        </pc:spChg>
        <pc:spChg chg="add mod ord">
          <ac:chgData name="Devita, Mariano" userId="790ddd12-d095-4063-9590-047d0ef1fce2" providerId="ADAL" clId="{D72FB022-ACC1-432E-A309-C700CF44763B}" dt="2026-04-21T19:51:28.472" v="8618" actId="114"/>
          <ac:spMkLst>
            <pc:docMk/>
            <pc:sldMk cId="1764889403" sldId="278"/>
            <ac:spMk id="3" creationId="{96261F95-8C6F-D4F4-9E64-572C373A6702}"/>
          </ac:spMkLst>
        </pc:spChg>
        <pc:spChg chg="add mod ord">
          <ac:chgData name="Devita, Mariano" userId="790ddd12-d095-4063-9590-047d0ef1fce2" providerId="ADAL" clId="{D72FB022-ACC1-432E-A309-C700CF44763B}" dt="2026-04-21T19:53:19.426" v="8642" actId="20577"/>
          <ac:spMkLst>
            <pc:docMk/>
            <pc:sldMk cId="1764889403" sldId="278"/>
            <ac:spMk id="4" creationId="{D1270FB9-FD15-B97E-FFCD-2F439667BF85}"/>
          </ac:spMkLst>
        </pc:spChg>
        <pc:spChg chg="add mod">
          <ac:chgData name="Devita, Mariano" userId="790ddd12-d095-4063-9590-047d0ef1fce2" providerId="ADAL" clId="{D72FB022-ACC1-432E-A309-C700CF44763B}" dt="2026-04-23T15:38:31.761" v="9735" actId="1076"/>
          <ac:spMkLst>
            <pc:docMk/>
            <pc:sldMk cId="1764889403" sldId="278"/>
            <ac:spMk id="11" creationId="{44BB5129-DFBA-3174-2473-F8A67D3B24FD}"/>
          </ac:spMkLst>
        </pc:spChg>
        <pc:cxnChg chg="mod">
          <ac:chgData name="Devita, Mariano" userId="790ddd12-d095-4063-9590-047d0ef1fce2" providerId="ADAL" clId="{D72FB022-ACC1-432E-A309-C700CF44763B}" dt="2026-04-21T19:44:37.108" v="8600" actId="208"/>
          <ac:cxnSpMkLst>
            <pc:docMk/>
            <pc:sldMk cId="1764889403" sldId="278"/>
            <ac:cxnSpMk id="8" creationId="{29A03424-B3AA-A18E-CBBE-0DA54D0A6515}"/>
          </ac:cxnSpMkLst>
        </pc:cxnChg>
        <pc:cxnChg chg="mod">
          <ac:chgData name="Devita, Mariano" userId="790ddd12-d095-4063-9590-047d0ef1fce2" providerId="ADAL" clId="{D72FB022-ACC1-432E-A309-C700CF44763B}" dt="2026-04-21T19:44:37.108" v="8600" actId="208"/>
          <ac:cxnSpMkLst>
            <pc:docMk/>
            <pc:sldMk cId="1764889403" sldId="278"/>
            <ac:cxnSpMk id="9" creationId="{59B86098-6568-E8D5-1CB5-728231C6DF45}"/>
          </ac:cxnSpMkLst>
        </pc:cxnChg>
      </pc:sldChg>
      <pc:sldChg chg="addSp modSp mod ord">
        <pc:chgData name="Devita, Mariano" userId="790ddd12-d095-4063-9590-047d0ef1fce2" providerId="ADAL" clId="{D72FB022-ACC1-432E-A309-C700CF44763B}" dt="2026-05-18T16:39:52.081" v="14150" actId="114"/>
        <pc:sldMkLst>
          <pc:docMk/>
          <pc:sldMk cId="2756611753" sldId="279"/>
        </pc:sldMkLst>
        <pc:spChg chg="add mod">
          <ac:chgData name="Devita, Mariano" userId="790ddd12-d095-4063-9590-047d0ef1fce2" providerId="ADAL" clId="{D72FB022-ACC1-432E-A309-C700CF44763B}" dt="2026-05-18T16:36:50.437" v="14138" actId="114"/>
          <ac:spMkLst>
            <pc:docMk/>
            <pc:sldMk cId="2756611753" sldId="279"/>
            <ac:spMk id="2" creationId="{B0168840-AEA2-2795-C6C7-FCA72994F3DC}"/>
          </ac:spMkLst>
        </pc:spChg>
        <pc:spChg chg="add mod">
          <ac:chgData name="Devita, Mariano" userId="790ddd12-d095-4063-9590-047d0ef1fce2" providerId="ADAL" clId="{D72FB022-ACC1-432E-A309-C700CF44763B}" dt="2026-05-18T16:36:50.437" v="14138" actId="114"/>
          <ac:spMkLst>
            <pc:docMk/>
            <pc:sldMk cId="2756611753" sldId="279"/>
            <ac:spMk id="3" creationId="{04D5A90A-59F2-2E86-E060-1E1934F524B7}"/>
          </ac:spMkLst>
        </pc:spChg>
        <pc:spChg chg="add mod">
          <ac:chgData name="Devita, Mariano" userId="790ddd12-d095-4063-9590-047d0ef1fce2" providerId="ADAL" clId="{D72FB022-ACC1-432E-A309-C700CF44763B}" dt="2026-05-18T16:36:50.437" v="14138" actId="114"/>
          <ac:spMkLst>
            <pc:docMk/>
            <pc:sldMk cId="2756611753" sldId="279"/>
            <ac:spMk id="4" creationId="{26E16D92-9FF3-4E36-85DA-F077F6E5EED9}"/>
          </ac:spMkLst>
        </pc:spChg>
        <pc:spChg chg="add mod">
          <ac:chgData name="Devita, Mariano" userId="790ddd12-d095-4063-9590-047d0ef1fce2" providerId="ADAL" clId="{D72FB022-ACC1-432E-A309-C700CF44763B}" dt="2026-05-18T16:27:28.369" v="14070" actId="1076"/>
          <ac:spMkLst>
            <pc:docMk/>
            <pc:sldMk cId="2756611753" sldId="279"/>
            <ac:spMk id="8" creationId="{9D104B96-735E-5DA3-85E7-2D920CEC9311}"/>
          </ac:spMkLst>
        </pc:spChg>
        <pc:spChg chg="add mod">
          <ac:chgData name="Devita, Mariano" userId="790ddd12-d095-4063-9590-047d0ef1fce2" providerId="ADAL" clId="{D72FB022-ACC1-432E-A309-C700CF44763B}" dt="2026-05-18T16:36:50.437" v="14138" actId="114"/>
          <ac:spMkLst>
            <pc:docMk/>
            <pc:sldMk cId="2756611753" sldId="279"/>
            <ac:spMk id="9" creationId="{99293E76-2BB1-9573-FF65-1F32FDFDD398}"/>
          </ac:spMkLst>
        </pc:spChg>
        <pc:spChg chg="add mod">
          <ac:chgData name="Devita, Mariano" userId="790ddd12-d095-4063-9590-047d0ef1fce2" providerId="ADAL" clId="{D72FB022-ACC1-432E-A309-C700CF44763B}" dt="2026-05-18T16:38:40.115" v="14139" actId="1076"/>
          <ac:spMkLst>
            <pc:docMk/>
            <pc:sldMk cId="2756611753" sldId="279"/>
            <ac:spMk id="11" creationId="{1D2C268E-08A6-6BED-5C6F-8CBE2D31E9A8}"/>
          </ac:spMkLst>
        </pc:spChg>
        <pc:spChg chg="add mod">
          <ac:chgData name="Devita, Mariano" userId="790ddd12-d095-4063-9590-047d0ef1fce2" providerId="ADAL" clId="{D72FB022-ACC1-432E-A309-C700CF44763B}" dt="2026-05-18T16:39:52.081" v="14150" actId="114"/>
          <ac:spMkLst>
            <pc:docMk/>
            <pc:sldMk cId="2756611753" sldId="279"/>
            <ac:spMk id="12" creationId="{446A3DCA-35E9-7820-4938-936149E4DE1D}"/>
          </ac:spMkLst>
        </pc:spChg>
      </pc:sldChg>
      <pc:sldChg chg="modSp">
        <pc:chgData name="Devita, Mariano" userId="790ddd12-d095-4063-9590-047d0ef1fce2" providerId="ADAL" clId="{D72FB022-ACC1-432E-A309-C700CF44763B}" dt="2026-05-18T16:19:54.533" v="13911" actId="20577"/>
        <pc:sldMkLst>
          <pc:docMk/>
          <pc:sldMk cId="548260132" sldId="281"/>
        </pc:sldMkLst>
        <pc:spChg chg="mod">
          <ac:chgData name="Devita, Mariano" userId="790ddd12-d095-4063-9590-047d0ef1fce2" providerId="ADAL" clId="{D72FB022-ACC1-432E-A309-C700CF44763B}" dt="2026-05-18T16:19:54.533" v="13911" actId="20577"/>
          <ac:spMkLst>
            <pc:docMk/>
            <pc:sldMk cId="548260132" sldId="281"/>
            <ac:spMk id="11" creationId="{1381FA0E-54FD-FC30-64AB-6CEC15C46155}"/>
          </ac:spMkLst>
        </pc:spChg>
      </pc:sldChg>
      <pc:sldChg chg="addSp modSp mod">
        <pc:chgData name="Devita, Mariano" userId="790ddd12-d095-4063-9590-047d0ef1fce2" providerId="ADAL" clId="{D72FB022-ACC1-432E-A309-C700CF44763B}" dt="2026-05-18T15:50:49.959" v="13717" actId="114"/>
        <pc:sldMkLst>
          <pc:docMk/>
          <pc:sldMk cId="1546354020" sldId="282"/>
        </pc:sldMkLst>
        <pc:spChg chg="mod">
          <ac:chgData name="Devita, Mariano" userId="790ddd12-d095-4063-9590-047d0ef1fce2" providerId="ADAL" clId="{D72FB022-ACC1-432E-A309-C700CF44763B}" dt="2026-05-18T15:48:27.347" v="13570" actId="20577"/>
          <ac:spMkLst>
            <pc:docMk/>
            <pc:sldMk cId="1546354020" sldId="282"/>
            <ac:spMk id="2" creationId="{0D816F67-A19F-AE46-7504-5EFDA7031BBA}"/>
          </ac:spMkLst>
        </pc:spChg>
        <pc:spChg chg="add mod">
          <ac:chgData name="Devita, Mariano" userId="790ddd12-d095-4063-9590-047d0ef1fce2" providerId="ADAL" clId="{D72FB022-ACC1-432E-A309-C700CF44763B}" dt="2026-05-18T15:48:39.637" v="13601" actId="20577"/>
          <ac:spMkLst>
            <pc:docMk/>
            <pc:sldMk cId="1546354020" sldId="282"/>
            <ac:spMk id="3" creationId="{5F0A8F92-8B29-C659-674C-66DC8944C230}"/>
          </ac:spMkLst>
        </pc:spChg>
        <pc:spChg chg="add mod">
          <ac:chgData name="Devita, Mariano" userId="790ddd12-d095-4063-9590-047d0ef1fce2" providerId="ADAL" clId="{D72FB022-ACC1-432E-A309-C700CF44763B}" dt="2026-05-18T15:48:52.398" v="13614" actId="20577"/>
          <ac:spMkLst>
            <pc:docMk/>
            <pc:sldMk cId="1546354020" sldId="282"/>
            <ac:spMk id="4" creationId="{1B7AA508-2F2B-8CF7-C09A-A82A5462A43B}"/>
          </ac:spMkLst>
        </pc:spChg>
        <pc:spChg chg="add mod">
          <ac:chgData name="Devita, Mariano" userId="790ddd12-d095-4063-9590-047d0ef1fce2" providerId="ADAL" clId="{D72FB022-ACC1-432E-A309-C700CF44763B}" dt="2026-05-18T15:50:49.959" v="13717" actId="114"/>
          <ac:spMkLst>
            <pc:docMk/>
            <pc:sldMk cId="1546354020" sldId="282"/>
            <ac:spMk id="8" creationId="{4DD3633C-956B-0141-5E94-0EC0B6D70D44}"/>
          </ac:spMkLst>
        </pc:spChg>
      </pc:sldChg>
      <pc:sldChg chg="addSp delSp modSp add mod">
        <pc:chgData name="Devita, Mariano" userId="790ddd12-d095-4063-9590-047d0ef1fce2" providerId="ADAL" clId="{D72FB022-ACC1-432E-A309-C700CF44763B}" dt="2026-05-18T15:59:09.654" v="13896" actId="1076"/>
        <pc:sldMkLst>
          <pc:docMk/>
          <pc:sldMk cId="148743969" sldId="283"/>
        </pc:sldMkLst>
        <pc:spChg chg="del">
          <ac:chgData name="Devita, Mariano" userId="790ddd12-d095-4063-9590-047d0ef1fce2" providerId="ADAL" clId="{D72FB022-ACC1-432E-A309-C700CF44763B}" dt="2026-05-18T13:32:56.680" v="12746" actId="478"/>
          <ac:spMkLst>
            <pc:docMk/>
            <pc:sldMk cId="148743969" sldId="283"/>
            <ac:spMk id="2" creationId="{80740967-C5CE-5002-0B0F-B8D09F645CB1}"/>
          </ac:spMkLst>
        </pc:spChg>
        <pc:spChg chg="add mod">
          <ac:chgData name="Devita, Mariano" userId="790ddd12-d095-4063-9590-047d0ef1fce2" providerId="ADAL" clId="{D72FB022-ACC1-432E-A309-C700CF44763B}" dt="2026-05-18T13:37:00.436" v="12779" actId="114"/>
          <ac:spMkLst>
            <pc:docMk/>
            <pc:sldMk cId="148743969" sldId="283"/>
            <ac:spMk id="3" creationId="{6A0F602E-76BF-1622-147C-65F57C8634D2}"/>
          </ac:spMkLst>
        </pc:spChg>
        <pc:spChg chg="add mod">
          <ac:chgData name="Devita, Mariano" userId="790ddd12-d095-4063-9590-047d0ef1fce2" providerId="ADAL" clId="{D72FB022-ACC1-432E-A309-C700CF44763B}" dt="2026-05-18T15:56:57.254" v="13890" actId="1076"/>
          <ac:spMkLst>
            <pc:docMk/>
            <pc:sldMk cId="148743969" sldId="283"/>
            <ac:spMk id="4" creationId="{F620FC45-B0EF-2404-37EA-7C8D799310B0}"/>
          </ac:spMkLst>
        </pc:spChg>
        <pc:spChg chg="mod">
          <ac:chgData name="Devita, Mariano" userId="790ddd12-d095-4063-9590-047d0ef1fce2" providerId="ADAL" clId="{D72FB022-ACC1-432E-A309-C700CF44763B}" dt="2026-05-18T13:32:51.796" v="12745" actId="20577"/>
          <ac:spMkLst>
            <pc:docMk/>
            <pc:sldMk cId="148743969" sldId="283"/>
            <ac:spMk id="6" creationId="{3B0E0DAD-FD0E-049D-7AA1-2AE51C012984}"/>
          </ac:spMkLst>
        </pc:spChg>
        <pc:spChg chg="add mod">
          <ac:chgData name="Devita, Mariano" userId="790ddd12-d095-4063-9590-047d0ef1fce2" providerId="ADAL" clId="{D72FB022-ACC1-432E-A309-C700CF44763B}" dt="2026-05-18T15:57:24.438" v="13892" actId="1076"/>
          <ac:spMkLst>
            <pc:docMk/>
            <pc:sldMk cId="148743969" sldId="283"/>
            <ac:spMk id="8" creationId="{AD2223C3-8163-1D7D-E6D2-03E735909116}"/>
          </ac:spMkLst>
        </pc:spChg>
        <pc:spChg chg="add mod">
          <ac:chgData name="Devita, Mariano" userId="790ddd12-d095-4063-9590-047d0ef1fce2" providerId="ADAL" clId="{D72FB022-ACC1-432E-A309-C700CF44763B}" dt="2026-05-18T15:57:24.438" v="13892" actId="1076"/>
          <ac:spMkLst>
            <pc:docMk/>
            <pc:sldMk cId="148743969" sldId="283"/>
            <ac:spMk id="9" creationId="{FD02EDE1-D4FD-B101-F013-73134D0343BF}"/>
          </ac:spMkLst>
        </pc:spChg>
        <pc:spChg chg="mod">
          <ac:chgData name="Devita, Mariano" userId="790ddd12-d095-4063-9590-047d0ef1fce2" providerId="ADAL" clId="{D72FB022-ACC1-432E-A309-C700CF44763B}" dt="2026-05-18T15:57:37.101" v="13894" actId="1076"/>
          <ac:spMkLst>
            <pc:docMk/>
            <pc:sldMk cId="148743969" sldId="283"/>
            <ac:spMk id="11" creationId="{6BF0A302-F8F1-86BC-D2AE-B557A33298FF}"/>
          </ac:spMkLst>
        </pc:spChg>
        <pc:spChg chg="del">
          <ac:chgData name="Devita, Mariano" userId="790ddd12-d095-4063-9590-047d0ef1fce2" providerId="ADAL" clId="{D72FB022-ACC1-432E-A309-C700CF44763B}" dt="2026-05-18T13:33:00.172" v="12747" actId="478"/>
          <ac:spMkLst>
            <pc:docMk/>
            <pc:sldMk cId="148743969" sldId="283"/>
            <ac:spMk id="12" creationId="{55A8FC42-9263-EE65-3E8A-2BD9859C9C8E}"/>
          </ac:spMkLst>
        </pc:spChg>
        <pc:spChg chg="add mod">
          <ac:chgData name="Devita, Mariano" userId="790ddd12-d095-4063-9590-047d0ef1fce2" providerId="ADAL" clId="{D72FB022-ACC1-432E-A309-C700CF44763B}" dt="2026-05-18T15:57:24.438" v="13892" actId="1076"/>
          <ac:spMkLst>
            <pc:docMk/>
            <pc:sldMk cId="148743969" sldId="283"/>
            <ac:spMk id="13" creationId="{99465489-E4E3-8ADA-78F9-EF405ABFE36D}"/>
          </ac:spMkLst>
        </pc:spChg>
        <pc:spChg chg="add mod">
          <ac:chgData name="Devita, Mariano" userId="790ddd12-d095-4063-9590-047d0ef1fce2" providerId="ADAL" clId="{D72FB022-ACC1-432E-A309-C700CF44763B}" dt="2026-05-18T15:57:40.416" v="13895" actId="1076"/>
          <ac:spMkLst>
            <pc:docMk/>
            <pc:sldMk cId="148743969" sldId="283"/>
            <ac:spMk id="14" creationId="{2E9E9C0F-061D-72E5-3801-58C443AC9FA6}"/>
          </ac:spMkLst>
        </pc:spChg>
        <pc:spChg chg="add mod">
          <ac:chgData name="Devita, Mariano" userId="790ddd12-d095-4063-9590-047d0ef1fce2" providerId="ADAL" clId="{D72FB022-ACC1-432E-A309-C700CF44763B}" dt="2026-05-18T15:57:24.438" v="13892" actId="1076"/>
          <ac:spMkLst>
            <pc:docMk/>
            <pc:sldMk cId="148743969" sldId="283"/>
            <ac:spMk id="16" creationId="{699B5F51-D8A5-AE53-84BD-16334A53DC01}"/>
          </ac:spMkLst>
        </pc:spChg>
        <pc:spChg chg="add mod">
          <ac:chgData name="Devita, Mariano" userId="790ddd12-d095-4063-9590-047d0ef1fce2" providerId="ADAL" clId="{D72FB022-ACC1-432E-A309-C700CF44763B}" dt="2026-05-18T15:56:57.254" v="13890" actId="1076"/>
          <ac:spMkLst>
            <pc:docMk/>
            <pc:sldMk cId="148743969" sldId="283"/>
            <ac:spMk id="17" creationId="{3CABCF35-D50C-147C-393A-EE29F312E82E}"/>
          </ac:spMkLst>
        </pc:spChg>
        <pc:spChg chg="add mod">
          <ac:chgData name="Devita, Mariano" userId="790ddd12-d095-4063-9590-047d0ef1fce2" providerId="ADAL" clId="{D72FB022-ACC1-432E-A309-C700CF44763B}" dt="2026-05-18T15:57:24.438" v="13892" actId="1076"/>
          <ac:spMkLst>
            <pc:docMk/>
            <pc:sldMk cId="148743969" sldId="283"/>
            <ac:spMk id="18" creationId="{98D7CA87-02B8-D19B-2E0B-B549898DFCB1}"/>
          </ac:spMkLst>
        </pc:spChg>
        <pc:spChg chg="add mod">
          <ac:chgData name="Devita, Mariano" userId="790ddd12-d095-4063-9590-047d0ef1fce2" providerId="ADAL" clId="{D72FB022-ACC1-432E-A309-C700CF44763B}" dt="2026-05-18T15:57:37.101" v="13894" actId="1076"/>
          <ac:spMkLst>
            <pc:docMk/>
            <pc:sldMk cId="148743969" sldId="283"/>
            <ac:spMk id="19" creationId="{CBC26772-1122-4720-7D75-FB5544D968DA}"/>
          </ac:spMkLst>
        </pc:spChg>
        <pc:spChg chg="add mod">
          <ac:chgData name="Devita, Mariano" userId="790ddd12-d095-4063-9590-047d0ef1fce2" providerId="ADAL" clId="{D72FB022-ACC1-432E-A309-C700CF44763B}" dt="2026-05-18T15:57:24.438" v="13892" actId="1076"/>
          <ac:spMkLst>
            <pc:docMk/>
            <pc:sldMk cId="148743969" sldId="283"/>
            <ac:spMk id="20" creationId="{924942B9-C74D-46A2-1721-B23C786F4DFB}"/>
          </ac:spMkLst>
        </pc:spChg>
        <pc:spChg chg="add mod">
          <ac:chgData name="Devita, Mariano" userId="790ddd12-d095-4063-9590-047d0ef1fce2" providerId="ADAL" clId="{D72FB022-ACC1-432E-A309-C700CF44763B}" dt="2026-05-18T15:24:31.446" v="13329" actId="20577"/>
          <ac:spMkLst>
            <pc:docMk/>
            <pc:sldMk cId="148743969" sldId="283"/>
            <ac:spMk id="21" creationId="{3B3C867F-A423-0C17-DEF6-3CA7C567F05D}"/>
          </ac:spMkLst>
        </pc:spChg>
        <pc:spChg chg="add mod">
          <ac:chgData name="Devita, Mariano" userId="790ddd12-d095-4063-9590-047d0ef1fce2" providerId="ADAL" clId="{D72FB022-ACC1-432E-A309-C700CF44763B}" dt="2026-05-18T15:59:09.654" v="13896" actId="1076"/>
          <ac:spMkLst>
            <pc:docMk/>
            <pc:sldMk cId="148743969" sldId="283"/>
            <ac:spMk id="22" creationId="{5FC5F277-3767-16F3-8A9B-38A2412729E1}"/>
          </ac:spMkLst>
        </pc:spChg>
        <pc:spChg chg="add mod">
          <ac:chgData name="Devita, Mariano" userId="790ddd12-d095-4063-9590-047d0ef1fce2" providerId="ADAL" clId="{D72FB022-ACC1-432E-A309-C700CF44763B}" dt="2026-05-18T15:57:24.438" v="13892" actId="1076"/>
          <ac:spMkLst>
            <pc:docMk/>
            <pc:sldMk cId="148743969" sldId="283"/>
            <ac:spMk id="23" creationId="{BC9C0A53-57C2-DE9E-EFCC-66C0DA36583C}"/>
          </ac:spMkLst>
        </pc:spChg>
      </pc:sldChg>
      <pc:sldChg chg="addSp delSp modSp add mod">
        <pc:chgData name="Devita, Mariano" userId="790ddd12-d095-4063-9590-047d0ef1fce2" providerId="ADAL" clId="{D72FB022-ACC1-432E-A309-C700CF44763B}" dt="2026-05-18T15:59:39.515" v="13898" actId="114"/>
        <pc:sldMkLst>
          <pc:docMk/>
          <pc:sldMk cId="868336137" sldId="284"/>
        </pc:sldMkLst>
        <pc:spChg chg="add mod">
          <ac:chgData name="Devita, Mariano" userId="790ddd12-d095-4063-9590-047d0ef1fce2" providerId="ADAL" clId="{D72FB022-ACC1-432E-A309-C700CF44763B}" dt="2026-05-18T15:23:15.419" v="13321" actId="114"/>
          <ac:spMkLst>
            <pc:docMk/>
            <pc:sldMk cId="868336137" sldId="284"/>
            <ac:spMk id="2" creationId="{8E5CE27E-85BE-AA95-7584-EBC6379B9515}"/>
          </ac:spMkLst>
        </pc:spChg>
        <pc:spChg chg="del">
          <ac:chgData name="Devita, Mariano" userId="790ddd12-d095-4063-9590-047d0ef1fce2" providerId="ADAL" clId="{D72FB022-ACC1-432E-A309-C700CF44763B}" dt="2026-05-18T14:02:56.103" v="12905" actId="478"/>
          <ac:spMkLst>
            <pc:docMk/>
            <pc:sldMk cId="868336137" sldId="284"/>
            <ac:spMk id="3" creationId="{0EC5EA81-CB77-C2A9-7B3C-C4700A3461D5}"/>
          </ac:spMkLst>
        </pc:spChg>
        <pc:spChg chg="del">
          <ac:chgData name="Devita, Mariano" userId="790ddd12-d095-4063-9590-047d0ef1fce2" providerId="ADAL" clId="{D72FB022-ACC1-432E-A309-C700CF44763B}" dt="2026-05-18T14:02:59.232" v="12906" actId="478"/>
          <ac:spMkLst>
            <pc:docMk/>
            <pc:sldMk cId="868336137" sldId="284"/>
            <ac:spMk id="4" creationId="{702A071B-5DC7-D8E4-188B-A09C5BF91015}"/>
          </ac:spMkLst>
        </pc:spChg>
        <pc:spChg chg="del">
          <ac:chgData name="Devita, Mariano" userId="790ddd12-d095-4063-9590-047d0ef1fce2" providerId="ADAL" clId="{D72FB022-ACC1-432E-A309-C700CF44763B}" dt="2026-05-18T14:02:59.232" v="12906" actId="478"/>
          <ac:spMkLst>
            <pc:docMk/>
            <pc:sldMk cId="868336137" sldId="284"/>
            <ac:spMk id="8" creationId="{E142A4BC-AE18-F69C-3893-E8F2451EBCE4}"/>
          </ac:spMkLst>
        </pc:spChg>
        <pc:spChg chg="del">
          <ac:chgData name="Devita, Mariano" userId="790ddd12-d095-4063-9590-047d0ef1fce2" providerId="ADAL" clId="{D72FB022-ACC1-432E-A309-C700CF44763B}" dt="2026-05-18T14:02:59.232" v="12906" actId="478"/>
          <ac:spMkLst>
            <pc:docMk/>
            <pc:sldMk cId="868336137" sldId="284"/>
            <ac:spMk id="9" creationId="{82B37D60-AB24-B53B-29DD-06658A4B628C}"/>
          </ac:spMkLst>
        </pc:spChg>
        <pc:spChg chg="del">
          <ac:chgData name="Devita, Mariano" userId="790ddd12-d095-4063-9590-047d0ef1fce2" providerId="ADAL" clId="{D72FB022-ACC1-432E-A309-C700CF44763B}" dt="2026-05-18T14:03:01.475" v="12907" actId="478"/>
          <ac:spMkLst>
            <pc:docMk/>
            <pc:sldMk cId="868336137" sldId="284"/>
            <ac:spMk id="11" creationId="{0000EE80-E93D-CAA8-FBE1-68C6FA5ABDD4}"/>
          </ac:spMkLst>
        </pc:spChg>
        <pc:spChg chg="add mod">
          <ac:chgData name="Devita, Mariano" userId="790ddd12-d095-4063-9590-047d0ef1fce2" providerId="ADAL" clId="{D72FB022-ACC1-432E-A309-C700CF44763B}" dt="2026-05-18T14:04:03.555" v="12960"/>
          <ac:spMkLst>
            <pc:docMk/>
            <pc:sldMk cId="868336137" sldId="284"/>
            <ac:spMk id="12" creationId="{26ADF6F2-1075-AC30-DE49-B7DA32AF9470}"/>
          </ac:spMkLst>
        </pc:spChg>
        <pc:spChg chg="del">
          <ac:chgData name="Devita, Mariano" userId="790ddd12-d095-4063-9590-047d0ef1fce2" providerId="ADAL" clId="{D72FB022-ACC1-432E-A309-C700CF44763B}" dt="2026-05-18T14:02:59.232" v="12906" actId="478"/>
          <ac:spMkLst>
            <pc:docMk/>
            <pc:sldMk cId="868336137" sldId="284"/>
            <ac:spMk id="13" creationId="{09FEBA23-7404-27F4-2F96-CFCC35EEA192}"/>
          </ac:spMkLst>
        </pc:spChg>
        <pc:spChg chg="mod">
          <ac:chgData name="Devita, Mariano" userId="790ddd12-d095-4063-9590-047d0ef1fce2" providerId="ADAL" clId="{D72FB022-ACC1-432E-A309-C700CF44763B}" dt="2026-05-18T14:03:04.641" v="12908" actId="1076"/>
          <ac:spMkLst>
            <pc:docMk/>
            <pc:sldMk cId="868336137" sldId="284"/>
            <ac:spMk id="14" creationId="{6D8742AD-926E-A73B-8245-E0E724F0037F}"/>
          </ac:spMkLst>
        </pc:spChg>
        <pc:spChg chg="del">
          <ac:chgData name="Devita, Mariano" userId="790ddd12-d095-4063-9590-047d0ef1fce2" providerId="ADAL" clId="{D72FB022-ACC1-432E-A309-C700CF44763B}" dt="2026-05-18T14:02:59.232" v="12906" actId="478"/>
          <ac:spMkLst>
            <pc:docMk/>
            <pc:sldMk cId="868336137" sldId="284"/>
            <ac:spMk id="16" creationId="{B6D9D46B-7AF6-57EF-E21E-750A90B6180C}"/>
          </ac:spMkLst>
        </pc:spChg>
        <pc:spChg chg="del">
          <ac:chgData name="Devita, Mariano" userId="790ddd12-d095-4063-9590-047d0ef1fce2" providerId="ADAL" clId="{D72FB022-ACC1-432E-A309-C700CF44763B}" dt="2026-05-18T14:02:59.232" v="12906" actId="478"/>
          <ac:spMkLst>
            <pc:docMk/>
            <pc:sldMk cId="868336137" sldId="284"/>
            <ac:spMk id="17" creationId="{851B4101-2CC1-3985-B069-2D031C6BB44C}"/>
          </ac:spMkLst>
        </pc:spChg>
        <pc:spChg chg="del">
          <ac:chgData name="Devita, Mariano" userId="790ddd12-d095-4063-9590-047d0ef1fce2" providerId="ADAL" clId="{D72FB022-ACC1-432E-A309-C700CF44763B}" dt="2026-05-18T14:02:59.232" v="12906" actId="478"/>
          <ac:spMkLst>
            <pc:docMk/>
            <pc:sldMk cId="868336137" sldId="284"/>
            <ac:spMk id="18" creationId="{4F873C44-1DC9-AF4E-E5AE-D141ED5ACE20}"/>
          </ac:spMkLst>
        </pc:spChg>
        <pc:spChg chg="del">
          <ac:chgData name="Devita, Mariano" userId="790ddd12-d095-4063-9590-047d0ef1fce2" providerId="ADAL" clId="{D72FB022-ACC1-432E-A309-C700CF44763B}" dt="2026-05-18T14:03:01.475" v="12907" actId="478"/>
          <ac:spMkLst>
            <pc:docMk/>
            <pc:sldMk cId="868336137" sldId="284"/>
            <ac:spMk id="19" creationId="{E0C6BB9D-4F4A-D0E3-E4AD-B1CF6E6D90E1}"/>
          </ac:spMkLst>
        </pc:spChg>
        <pc:spChg chg="add mod">
          <ac:chgData name="Devita, Mariano" userId="790ddd12-d095-4063-9590-047d0ef1fce2" providerId="ADAL" clId="{D72FB022-ACC1-432E-A309-C700CF44763B}" dt="2026-05-18T14:16:34.732" v="13033" actId="1076"/>
          <ac:spMkLst>
            <pc:docMk/>
            <pc:sldMk cId="868336137" sldId="284"/>
            <ac:spMk id="20" creationId="{176316D5-504A-5D85-511A-3D92927C63DA}"/>
          </ac:spMkLst>
        </pc:spChg>
        <pc:spChg chg="add mod">
          <ac:chgData name="Devita, Mariano" userId="790ddd12-d095-4063-9590-047d0ef1fce2" providerId="ADAL" clId="{D72FB022-ACC1-432E-A309-C700CF44763B}" dt="2026-05-18T15:59:39.515" v="13898" actId="114"/>
          <ac:spMkLst>
            <pc:docMk/>
            <pc:sldMk cId="868336137" sldId="284"/>
            <ac:spMk id="21" creationId="{3A7CF559-6D07-E90C-D0DA-954E32C216CA}"/>
          </ac:spMkLst>
        </pc:spChg>
        <pc:spChg chg="add mod">
          <ac:chgData name="Devita, Mariano" userId="790ddd12-d095-4063-9590-047d0ef1fce2" providerId="ADAL" clId="{D72FB022-ACC1-432E-A309-C700CF44763B}" dt="2026-05-18T14:16:34.732" v="13033" actId="1076"/>
          <ac:spMkLst>
            <pc:docMk/>
            <pc:sldMk cId="868336137" sldId="284"/>
            <ac:spMk id="22" creationId="{C3519F9F-96A8-94A1-0EF5-5DA92B5B40EB}"/>
          </ac:spMkLst>
        </pc:spChg>
        <pc:spChg chg="add mod">
          <ac:chgData name="Devita, Mariano" userId="790ddd12-d095-4063-9590-047d0ef1fce2" providerId="ADAL" clId="{D72FB022-ACC1-432E-A309-C700CF44763B}" dt="2026-05-18T15:23:46.696" v="13323"/>
          <ac:spMkLst>
            <pc:docMk/>
            <pc:sldMk cId="868336137" sldId="284"/>
            <ac:spMk id="23" creationId="{50964627-9809-C05C-5023-AE1C1ABCAB19}"/>
          </ac:spMkLst>
        </pc:spChg>
      </pc:sldChg>
      <pc:sldChg chg="addSp delSp modSp add mod">
        <pc:chgData name="Devita, Mariano" userId="790ddd12-d095-4063-9590-047d0ef1fce2" providerId="ADAL" clId="{D72FB022-ACC1-432E-A309-C700CF44763B}" dt="2026-05-18T15:24:23.200" v="13326" actId="20577"/>
        <pc:sldMkLst>
          <pc:docMk/>
          <pc:sldMk cId="2984276880" sldId="285"/>
        </pc:sldMkLst>
        <pc:spChg chg="del mod">
          <ac:chgData name="Devita, Mariano" userId="790ddd12-d095-4063-9590-047d0ef1fce2" providerId="ADAL" clId="{D72FB022-ACC1-432E-A309-C700CF44763B}" dt="2026-05-18T14:18:53.554" v="13055" actId="478"/>
          <ac:spMkLst>
            <pc:docMk/>
            <pc:sldMk cId="2984276880" sldId="285"/>
            <ac:spMk id="2" creationId="{4A572148-2609-39C8-733D-EB2BE9B3A9E9}"/>
          </ac:spMkLst>
        </pc:spChg>
        <pc:spChg chg="add mod">
          <ac:chgData name="Devita, Mariano" userId="790ddd12-d095-4063-9590-047d0ef1fce2" providerId="ADAL" clId="{D72FB022-ACC1-432E-A309-C700CF44763B}" dt="2026-05-18T15:24:17.703" v="13324"/>
          <ac:spMkLst>
            <pc:docMk/>
            <pc:sldMk cId="2984276880" sldId="285"/>
            <ac:spMk id="3" creationId="{93845B84-941C-08C9-E11C-81AD7D93BBAC}"/>
          </ac:spMkLst>
        </pc:spChg>
        <pc:spChg chg="add mod">
          <ac:chgData name="Devita, Mariano" userId="790ddd12-d095-4063-9590-047d0ef1fce2" providerId="ADAL" clId="{D72FB022-ACC1-432E-A309-C700CF44763B}" dt="2026-05-18T14:24:29.144" v="13066" actId="1076"/>
          <ac:spMkLst>
            <pc:docMk/>
            <pc:sldMk cId="2984276880" sldId="285"/>
            <ac:spMk id="4" creationId="{981E7128-7A21-2311-392D-3308B819351B}"/>
          </ac:spMkLst>
        </pc:spChg>
        <pc:spChg chg="add mod">
          <ac:chgData name="Devita, Mariano" userId="790ddd12-d095-4063-9590-047d0ef1fce2" providerId="ADAL" clId="{D72FB022-ACC1-432E-A309-C700CF44763B}" dt="2026-05-18T15:24:23.200" v="13326" actId="20577"/>
          <ac:spMkLst>
            <pc:docMk/>
            <pc:sldMk cId="2984276880" sldId="285"/>
            <ac:spMk id="8" creationId="{71B4D64E-0EC5-99B0-8104-3FF4022C9677}"/>
          </ac:spMkLst>
        </pc:spChg>
        <pc:spChg chg="del mod">
          <ac:chgData name="Devita, Mariano" userId="790ddd12-d095-4063-9590-047d0ef1fce2" providerId="ADAL" clId="{D72FB022-ACC1-432E-A309-C700CF44763B}" dt="2026-05-18T14:18:58.746" v="13057" actId="478"/>
          <ac:spMkLst>
            <pc:docMk/>
            <pc:sldMk cId="2984276880" sldId="285"/>
            <ac:spMk id="12" creationId="{C500CAD2-F97D-E1AE-1E19-5A31338C32B1}"/>
          </ac:spMkLst>
        </pc:spChg>
        <pc:spChg chg="del">
          <ac:chgData name="Devita, Mariano" userId="790ddd12-d095-4063-9590-047d0ef1fce2" providerId="ADAL" clId="{D72FB022-ACC1-432E-A309-C700CF44763B}" dt="2026-05-18T14:16:43.125" v="13035" actId="478"/>
          <ac:spMkLst>
            <pc:docMk/>
            <pc:sldMk cId="2984276880" sldId="285"/>
            <ac:spMk id="14" creationId="{3ECDFF6A-0B60-4DCC-CF74-8D13F925A960}"/>
          </ac:spMkLst>
        </pc:spChg>
        <pc:spChg chg="add del mod">
          <ac:chgData name="Devita, Mariano" userId="790ddd12-d095-4063-9590-047d0ef1fce2" providerId="ADAL" clId="{D72FB022-ACC1-432E-A309-C700CF44763B}" dt="2026-05-18T15:07:43.401" v="13176" actId="478"/>
          <ac:spMkLst>
            <pc:docMk/>
            <pc:sldMk cId="2984276880" sldId="285"/>
            <ac:spMk id="16" creationId="{C0220356-BAC5-6720-A7BA-2AF28907E08E}"/>
          </ac:spMkLst>
        </pc:spChg>
        <pc:spChg chg="add del">
          <ac:chgData name="Devita, Mariano" userId="790ddd12-d095-4063-9590-047d0ef1fce2" providerId="ADAL" clId="{D72FB022-ACC1-432E-A309-C700CF44763B}" dt="2026-05-18T15:07:51.010" v="13178" actId="478"/>
          <ac:spMkLst>
            <pc:docMk/>
            <pc:sldMk cId="2984276880" sldId="285"/>
            <ac:spMk id="17" creationId="{3E810F2C-9200-BFDA-DC84-1C437A60D4F4}"/>
          </ac:spMkLst>
        </pc:spChg>
        <pc:spChg chg="add del mod">
          <ac:chgData name="Devita, Mariano" userId="790ddd12-d095-4063-9590-047d0ef1fce2" providerId="ADAL" clId="{D72FB022-ACC1-432E-A309-C700CF44763B}" dt="2026-05-18T15:11:24.519" v="13213" actId="478"/>
          <ac:spMkLst>
            <pc:docMk/>
            <pc:sldMk cId="2984276880" sldId="285"/>
            <ac:spMk id="18" creationId="{D3032D00-2122-6A5D-0024-BCBD5D91EF1E}"/>
          </ac:spMkLst>
        </pc:spChg>
        <pc:spChg chg="del">
          <ac:chgData name="Devita, Mariano" userId="790ddd12-d095-4063-9590-047d0ef1fce2" providerId="ADAL" clId="{D72FB022-ACC1-432E-A309-C700CF44763B}" dt="2026-05-18T14:19:03.424" v="13059" actId="478"/>
          <ac:spMkLst>
            <pc:docMk/>
            <pc:sldMk cId="2984276880" sldId="285"/>
            <ac:spMk id="20" creationId="{FCE6E93E-6E33-86C2-5773-7ACC46E5B188}"/>
          </ac:spMkLst>
        </pc:spChg>
        <pc:spChg chg="del">
          <ac:chgData name="Devita, Mariano" userId="790ddd12-d095-4063-9590-047d0ef1fce2" providerId="ADAL" clId="{D72FB022-ACC1-432E-A309-C700CF44763B}" dt="2026-05-18T14:19:03.424" v="13059" actId="478"/>
          <ac:spMkLst>
            <pc:docMk/>
            <pc:sldMk cId="2984276880" sldId="285"/>
            <ac:spMk id="21" creationId="{D658F4D1-49EA-820F-AB92-E4F60F32B716}"/>
          </ac:spMkLst>
        </pc:spChg>
        <pc:spChg chg="del">
          <ac:chgData name="Devita, Mariano" userId="790ddd12-d095-4063-9590-047d0ef1fce2" providerId="ADAL" clId="{D72FB022-ACC1-432E-A309-C700CF44763B}" dt="2026-05-18T14:19:03.424" v="13059" actId="478"/>
          <ac:spMkLst>
            <pc:docMk/>
            <pc:sldMk cId="2984276880" sldId="285"/>
            <ac:spMk id="22" creationId="{ACF97A5E-C465-45BD-C04D-E395A420BDEE}"/>
          </ac:spMkLst>
        </pc:spChg>
        <pc:spChg chg="del">
          <ac:chgData name="Devita, Mariano" userId="790ddd12-d095-4063-9590-047d0ef1fce2" providerId="ADAL" clId="{D72FB022-ACC1-432E-A309-C700CF44763B}" dt="2026-05-18T14:19:01.098" v="13058" actId="478"/>
          <ac:spMkLst>
            <pc:docMk/>
            <pc:sldMk cId="2984276880" sldId="285"/>
            <ac:spMk id="23" creationId="{996BB11B-285B-5E27-0595-A7875A325D7C}"/>
          </ac:spMkLst>
        </pc:spChg>
        <pc:spChg chg="add mod">
          <ac:chgData name="Devita, Mariano" userId="790ddd12-d095-4063-9590-047d0ef1fce2" providerId="ADAL" clId="{D72FB022-ACC1-432E-A309-C700CF44763B}" dt="2026-05-18T15:09:28.461" v="13207" actId="1076"/>
          <ac:spMkLst>
            <pc:docMk/>
            <pc:sldMk cId="2984276880" sldId="285"/>
            <ac:spMk id="25" creationId="{732A199F-C74E-17AD-8B2A-4D2CEDF817AB}"/>
          </ac:spMkLst>
        </pc:spChg>
        <pc:spChg chg="add mod">
          <ac:chgData name="Devita, Mariano" userId="790ddd12-d095-4063-9590-047d0ef1fce2" providerId="ADAL" clId="{D72FB022-ACC1-432E-A309-C700CF44763B}" dt="2026-05-18T15:09:39.103" v="13211" actId="114"/>
          <ac:spMkLst>
            <pc:docMk/>
            <pc:sldMk cId="2984276880" sldId="285"/>
            <ac:spMk id="26" creationId="{438FB203-FF3F-C94F-AFDB-C852412DE3AB}"/>
          </ac:spMkLst>
        </pc:spChg>
        <pc:cxnChg chg="add mod">
          <ac:chgData name="Devita, Mariano" userId="790ddd12-d095-4063-9590-047d0ef1fce2" providerId="ADAL" clId="{D72FB022-ACC1-432E-A309-C700CF44763B}" dt="2026-05-18T15:06:41.268" v="13166" actId="13822"/>
          <ac:cxnSpMkLst>
            <pc:docMk/>
            <pc:sldMk cId="2984276880" sldId="285"/>
            <ac:cxnSpMk id="11" creationId="{A015F59C-2D19-5510-DDED-215864E1223C}"/>
          </ac:cxnSpMkLst>
        </pc:cxnChg>
        <pc:cxnChg chg="add mod">
          <ac:chgData name="Devita, Mariano" userId="790ddd12-d095-4063-9590-047d0ef1fce2" providerId="ADAL" clId="{D72FB022-ACC1-432E-A309-C700CF44763B}" dt="2026-05-18T15:06:54.311" v="13170" actId="14100"/>
          <ac:cxnSpMkLst>
            <pc:docMk/>
            <pc:sldMk cId="2984276880" sldId="285"/>
            <ac:cxnSpMk id="13" creationId="{976DDA67-A06B-E620-F888-76741B590AED}"/>
          </ac:cxnSpMkLst>
        </pc:cxnChg>
        <pc:cxnChg chg="add del mod">
          <ac:chgData name="Devita, Mariano" userId="790ddd12-d095-4063-9590-047d0ef1fce2" providerId="ADAL" clId="{D72FB022-ACC1-432E-A309-C700CF44763B}" dt="2026-05-18T15:11:24.519" v="13213" actId="478"/>
          <ac:cxnSpMkLst>
            <pc:docMk/>
            <pc:sldMk cId="2984276880" sldId="285"/>
            <ac:cxnSpMk id="19" creationId="{0ABECBE6-CAE8-F856-BB94-163D760BA2AC}"/>
          </ac:cxnSpMkLst>
        </pc:cxnChg>
      </pc:sldChg>
      <pc:sldChg chg="addSp delSp modSp add mod">
        <pc:chgData name="Devita, Mariano" userId="790ddd12-d095-4063-9590-047d0ef1fce2" providerId="ADAL" clId="{D72FB022-ACC1-432E-A309-C700CF44763B}" dt="2026-05-18T15:33:50.335" v="13471" actId="1076"/>
        <pc:sldMkLst>
          <pc:docMk/>
          <pc:sldMk cId="1809423956" sldId="286"/>
        </pc:sldMkLst>
        <pc:spChg chg="del">
          <ac:chgData name="Devita, Mariano" userId="790ddd12-d095-4063-9590-047d0ef1fce2" providerId="ADAL" clId="{D72FB022-ACC1-432E-A309-C700CF44763B}" dt="2026-05-18T15:11:28.274" v="13214" actId="478"/>
          <ac:spMkLst>
            <pc:docMk/>
            <pc:sldMk cId="1809423956" sldId="286"/>
            <ac:spMk id="3" creationId="{BB1D0751-7294-7246-FCD4-376D4579FBC6}"/>
          </ac:spMkLst>
        </pc:spChg>
        <pc:spChg chg="del">
          <ac:chgData name="Devita, Mariano" userId="790ddd12-d095-4063-9590-047d0ef1fce2" providerId="ADAL" clId="{D72FB022-ACC1-432E-A309-C700CF44763B}" dt="2026-05-18T15:11:32.406" v="13215" actId="478"/>
          <ac:spMkLst>
            <pc:docMk/>
            <pc:sldMk cId="1809423956" sldId="286"/>
            <ac:spMk id="4" creationId="{53B4B25A-C63A-AA44-E0FD-488F9FDB3A7C}"/>
          </ac:spMkLst>
        </pc:spChg>
        <pc:spChg chg="del mod">
          <ac:chgData name="Devita, Mariano" userId="790ddd12-d095-4063-9590-047d0ef1fce2" providerId="ADAL" clId="{D72FB022-ACC1-432E-A309-C700CF44763B}" dt="2026-05-18T15:18:34.336" v="13304" actId="478"/>
          <ac:spMkLst>
            <pc:docMk/>
            <pc:sldMk cId="1809423956" sldId="286"/>
            <ac:spMk id="8" creationId="{574D981B-0A50-48B4-A67C-0BA43CEEC35E}"/>
          </ac:spMkLst>
        </pc:spChg>
        <pc:spChg chg="add del mod">
          <ac:chgData name="Devita, Mariano" userId="790ddd12-d095-4063-9590-047d0ef1fce2" providerId="ADAL" clId="{D72FB022-ACC1-432E-A309-C700CF44763B}" dt="2026-05-18T15:11:48.367" v="13219" actId="478"/>
          <ac:spMkLst>
            <pc:docMk/>
            <pc:sldMk cId="1809423956" sldId="286"/>
            <ac:spMk id="12" creationId="{FD8FB360-3A04-7D94-1138-F2F07B7BC8C7}"/>
          </ac:spMkLst>
        </pc:spChg>
        <pc:spChg chg="add mod">
          <ac:chgData name="Devita, Mariano" userId="790ddd12-d095-4063-9590-047d0ef1fce2" providerId="ADAL" clId="{D72FB022-ACC1-432E-A309-C700CF44763B}" dt="2026-05-18T15:11:42.563" v="13217" actId="571"/>
          <ac:spMkLst>
            <pc:docMk/>
            <pc:sldMk cId="1809423956" sldId="286"/>
            <ac:spMk id="15" creationId="{2E3AF165-30F3-E0B9-D1EF-01E261DA792A}"/>
          </ac:spMkLst>
        </pc:spChg>
        <pc:spChg chg="add mod">
          <ac:chgData name="Devita, Mariano" userId="790ddd12-d095-4063-9590-047d0ef1fce2" providerId="ADAL" clId="{D72FB022-ACC1-432E-A309-C700CF44763B}" dt="2026-05-18T15:13:32.972" v="13241" actId="14100"/>
          <ac:spMkLst>
            <pc:docMk/>
            <pc:sldMk cId="1809423956" sldId="286"/>
            <ac:spMk id="16" creationId="{E7FA9AC5-B16B-C4D2-BF27-94C81DFEFCA9}"/>
          </ac:spMkLst>
        </pc:spChg>
        <pc:spChg chg="add mod">
          <ac:chgData name="Devita, Mariano" userId="790ddd12-d095-4063-9590-047d0ef1fce2" providerId="ADAL" clId="{D72FB022-ACC1-432E-A309-C700CF44763B}" dt="2026-05-18T15:13:57.397" v="13251" actId="114"/>
          <ac:spMkLst>
            <pc:docMk/>
            <pc:sldMk cId="1809423956" sldId="286"/>
            <ac:spMk id="17" creationId="{F3FF9FD1-F7F0-4739-DE2E-5CA1BF778CC8}"/>
          </ac:spMkLst>
        </pc:spChg>
        <pc:spChg chg="mod">
          <ac:chgData name="Devita, Mariano" userId="790ddd12-d095-4063-9590-047d0ef1fce2" providerId="ADAL" clId="{D72FB022-ACC1-432E-A309-C700CF44763B}" dt="2026-05-18T15:11:46.873" v="13218" actId="1076"/>
          <ac:spMkLst>
            <pc:docMk/>
            <pc:sldMk cId="1809423956" sldId="286"/>
            <ac:spMk id="18" creationId="{840EE6A9-96EC-B84C-F0AE-B890926B55F6}"/>
          </ac:spMkLst>
        </pc:spChg>
        <pc:spChg chg="add del mod">
          <ac:chgData name="Devita, Mariano" userId="790ddd12-d095-4063-9590-047d0ef1fce2" providerId="ADAL" clId="{D72FB022-ACC1-432E-A309-C700CF44763B}" dt="2026-05-18T15:18:34.336" v="13304" actId="478"/>
          <ac:spMkLst>
            <pc:docMk/>
            <pc:sldMk cId="1809423956" sldId="286"/>
            <ac:spMk id="20" creationId="{42D3A337-4848-1CF7-4418-CCC9FF292C79}"/>
          </ac:spMkLst>
        </pc:spChg>
        <pc:spChg chg="add mod">
          <ac:chgData name="Devita, Mariano" userId="790ddd12-d095-4063-9590-047d0ef1fce2" providerId="ADAL" clId="{D72FB022-ACC1-432E-A309-C700CF44763B}" dt="2026-05-18T15:25:07.957" v="13330"/>
          <ac:spMkLst>
            <pc:docMk/>
            <pc:sldMk cId="1809423956" sldId="286"/>
            <ac:spMk id="21" creationId="{03724F45-F5C0-F516-7BBF-7BAF26D96869}"/>
          </ac:spMkLst>
        </pc:spChg>
        <pc:spChg chg="add mod">
          <ac:chgData name="Devita, Mariano" userId="790ddd12-d095-4063-9590-047d0ef1fce2" providerId="ADAL" clId="{D72FB022-ACC1-432E-A309-C700CF44763B}" dt="2026-05-18T15:25:10.365" v="13332" actId="20577"/>
          <ac:spMkLst>
            <pc:docMk/>
            <pc:sldMk cId="1809423956" sldId="286"/>
            <ac:spMk id="22" creationId="{7A7E68F5-9647-9B06-10E8-9ACE1C3890E7}"/>
          </ac:spMkLst>
        </pc:spChg>
        <pc:spChg chg="mod">
          <ac:chgData name="Devita, Mariano" userId="790ddd12-d095-4063-9590-047d0ef1fce2" providerId="ADAL" clId="{D72FB022-ACC1-432E-A309-C700CF44763B}" dt="2026-05-18T15:11:46.873" v="13218" actId="1076"/>
          <ac:spMkLst>
            <pc:docMk/>
            <pc:sldMk cId="1809423956" sldId="286"/>
            <ac:spMk id="25" creationId="{CF133EB7-178E-E092-1C10-E2E5684C906D}"/>
          </ac:spMkLst>
        </pc:spChg>
        <pc:spChg chg="mod">
          <ac:chgData name="Devita, Mariano" userId="790ddd12-d095-4063-9590-047d0ef1fce2" providerId="ADAL" clId="{D72FB022-ACC1-432E-A309-C700CF44763B}" dt="2026-05-18T15:11:46.873" v="13218" actId="1076"/>
          <ac:spMkLst>
            <pc:docMk/>
            <pc:sldMk cId="1809423956" sldId="286"/>
            <ac:spMk id="26" creationId="{9A54836F-01EE-5182-5529-69AFE2ECE485}"/>
          </ac:spMkLst>
        </pc:spChg>
        <pc:spChg chg="add mod">
          <ac:chgData name="Devita, Mariano" userId="790ddd12-d095-4063-9590-047d0ef1fce2" providerId="ADAL" clId="{D72FB022-ACC1-432E-A309-C700CF44763B}" dt="2026-05-18T15:33:35.797" v="13465" actId="1076"/>
          <ac:spMkLst>
            <pc:docMk/>
            <pc:sldMk cId="1809423956" sldId="286"/>
            <ac:spMk id="30" creationId="{B2F8F16C-FF32-34F1-5EAB-284B09626CA0}"/>
          </ac:spMkLst>
        </pc:spChg>
        <pc:spChg chg="add mod">
          <ac:chgData name="Devita, Mariano" userId="790ddd12-d095-4063-9590-047d0ef1fce2" providerId="ADAL" clId="{D72FB022-ACC1-432E-A309-C700CF44763B}" dt="2026-05-18T15:33:50.335" v="13471" actId="1076"/>
          <ac:spMkLst>
            <pc:docMk/>
            <pc:sldMk cId="1809423956" sldId="286"/>
            <ac:spMk id="31" creationId="{380045BD-BCF4-BE79-FAFB-AF14341948A1}"/>
          </ac:spMkLst>
        </pc:spChg>
        <pc:cxnChg chg="add mod">
          <ac:chgData name="Devita, Mariano" userId="790ddd12-d095-4063-9590-047d0ef1fce2" providerId="ADAL" clId="{D72FB022-ACC1-432E-A309-C700CF44763B}" dt="2026-05-18T15:11:42.563" v="13217" actId="571"/>
          <ac:cxnSpMkLst>
            <pc:docMk/>
            <pc:sldMk cId="1809423956" sldId="286"/>
            <ac:cxnSpMk id="2" creationId="{EF45EF50-A1C5-21AA-82D8-96D05FFBA31B}"/>
          </ac:cxnSpMkLst>
        </pc:cxnChg>
        <pc:cxnChg chg="add mod">
          <ac:chgData name="Devita, Mariano" userId="790ddd12-d095-4063-9590-047d0ef1fce2" providerId="ADAL" clId="{D72FB022-ACC1-432E-A309-C700CF44763B}" dt="2026-05-18T15:11:42.563" v="13217" actId="571"/>
          <ac:cxnSpMkLst>
            <pc:docMk/>
            <pc:sldMk cId="1809423956" sldId="286"/>
            <ac:cxnSpMk id="9" creationId="{D9A32D8A-B2E1-2DE2-0B81-984E7E265DCF}"/>
          </ac:cxnSpMkLst>
        </pc:cxnChg>
        <pc:cxnChg chg="mod">
          <ac:chgData name="Devita, Mariano" userId="790ddd12-d095-4063-9590-047d0ef1fce2" providerId="ADAL" clId="{D72FB022-ACC1-432E-A309-C700CF44763B}" dt="2026-05-18T15:11:46.873" v="13218" actId="1076"/>
          <ac:cxnSpMkLst>
            <pc:docMk/>
            <pc:sldMk cId="1809423956" sldId="286"/>
            <ac:cxnSpMk id="11" creationId="{D2312861-1C3F-7DD8-C1D2-7B8F76AB332B}"/>
          </ac:cxnSpMkLst>
        </pc:cxnChg>
        <pc:cxnChg chg="mod">
          <ac:chgData name="Devita, Mariano" userId="790ddd12-d095-4063-9590-047d0ef1fce2" providerId="ADAL" clId="{D72FB022-ACC1-432E-A309-C700CF44763B}" dt="2026-05-18T15:11:46.873" v="13218" actId="1076"/>
          <ac:cxnSpMkLst>
            <pc:docMk/>
            <pc:sldMk cId="1809423956" sldId="286"/>
            <ac:cxnSpMk id="13" creationId="{3D6456CF-2300-6806-6BBD-05EB3F4CBA4A}"/>
          </ac:cxnSpMkLst>
        </pc:cxnChg>
        <pc:cxnChg chg="add mod">
          <ac:chgData name="Devita, Mariano" userId="790ddd12-d095-4063-9590-047d0ef1fce2" providerId="ADAL" clId="{D72FB022-ACC1-432E-A309-C700CF44763B}" dt="2026-05-18T15:11:42.563" v="13217" actId="571"/>
          <ac:cxnSpMkLst>
            <pc:docMk/>
            <pc:sldMk cId="1809423956" sldId="286"/>
            <ac:cxnSpMk id="14" creationId="{CDE831D4-E1E2-76BE-4063-F1E8AB79BD8E}"/>
          </ac:cxnSpMkLst>
        </pc:cxnChg>
        <pc:cxnChg chg="del mod">
          <ac:chgData name="Devita, Mariano" userId="790ddd12-d095-4063-9590-047d0ef1fce2" providerId="ADAL" clId="{D72FB022-ACC1-432E-A309-C700CF44763B}" dt="2026-05-18T15:11:50.378" v="13220" actId="478"/>
          <ac:cxnSpMkLst>
            <pc:docMk/>
            <pc:sldMk cId="1809423956" sldId="286"/>
            <ac:cxnSpMk id="19" creationId="{06144878-EC67-6C2F-8EC8-C3F1E161720C}"/>
          </ac:cxnSpMkLst>
        </pc:cxnChg>
        <pc:cxnChg chg="add mod">
          <ac:chgData name="Devita, Mariano" userId="790ddd12-d095-4063-9590-047d0ef1fce2" providerId="ADAL" clId="{D72FB022-ACC1-432E-A309-C700CF44763B}" dt="2026-05-18T15:28:23.796" v="13399" actId="1076"/>
          <ac:cxnSpMkLst>
            <pc:docMk/>
            <pc:sldMk cId="1809423956" sldId="286"/>
            <ac:cxnSpMk id="23" creationId="{AEFA1764-EEE5-2A2D-AAFA-0FA2BF8B1506}"/>
          </ac:cxnSpMkLst>
        </pc:cxnChg>
        <pc:cxnChg chg="add mod">
          <ac:chgData name="Devita, Mariano" userId="790ddd12-d095-4063-9590-047d0ef1fce2" providerId="ADAL" clId="{D72FB022-ACC1-432E-A309-C700CF44763B}" dt="2026-05-18T15:28:31.271" v="13402" actId="692"/>
          <ac:cxnSpMkLst>
            <pc:docMk/>
            <pc:sldMk cId="1809423956" sldId="286"/>
            <ac:cxnSpMk id="24" creationId="{36CD0033-6A7F-2B04-84BA-7F336FB97274}"/>
          </ac:cxnSpMkLst>
        </pc:cxnChg>
        <pc:cxnChg chg="add mod">
          <ac:chgData name="Devita, Mariano" userId="790ddd12-d095-4063-9590-047d0ef1fce2" providerId="ADAL" clId="{D72FB022-ACC1-432E-A309-C700CF44763B}" dt="2026-05-18T15:29:51.712" v="13408" actId="688"/>
          <ac:cxnSpMkLst>
            <pc:docMk/>
            <pc:sldMk cId="1809423956" sldId="286"/>
            <ac:cxnSpMk id="27" creationId="{17E25F17-25F2-6AA3-0AEF-6194072694F1}"/>
          </ac:cxnSpMkLst>
        </pc:cxnChg>
        <pc:cxnChg chg="add mod">
          <ac:chgData name="Devita, Mariano" userId="790ddd12-d095-4063-9590-047d0ef1fce2" providerId="ADAL" clId="{D72FB022-ACC1-432E-A309-C700CF44763B}" dt="2026-05-18T15:29:40.877" v="13407" actId="688"/>
          <ac:cxnSpMkLst>
            <pc:docMk/>
            <pc:sldMk cId="1809423956" sldId="286"/>
            <ac:cxnSpMk id="28" creationId="{BDC7CC1A-CA93-AF72-E552-E878514D9F77}"/>
          </ac:cxnSpMkLst>
        </pc:cxnChg>
      </pc:sldChg>
      <pc:sldChg chg="addSp delSp modSp add mod">
        <pc:chgData name="Devita, Mariano" userId="790ddd12-d095-4063-9590-047d0ef1fce2" providerId="ADAL" clId="{D72FB022-ACC1-432E-A309-C700CF44763B}" dt="2026-05-18T15:40:22.121" v="13546" actId="1036"/>
        <pc:sldMkLst>
          <pc:docMk/>
          <pc:sldMk cId="2906686643" sldId="287"/>
        </pc:sldMkLst>
        <pc:spChg chg="mod topLvl">
          <ac:chgData name="Devita, Mariano" userId="790ddd12-d095-4063-9590-047d0ef1fce2" providerId="ADAL" clId="{D72FB022-ACC1-432E-A309-C700CF44763B}" dt="2026-05-18T15:32:53.694" v="13439" actId="165"/>
          <ac:spMkLst>
            <pc:docMk/>
            <pc:sldMk cId="2906686643" sldId="287"/>
            <ac:spMk id="15" creationId="{C5C5A0DD-94C6-3FD3-AC13-08802DDC5898}"/>
          </ac:spMkLst>
        </pc:spChg>
        <pc:spChg chg="mod topLvl">
          <ac:chgData name="Devita, Mariano" userId="790ddd12-d095-4063-9590-047d0ef1fce2" providerId="ADAL" clId="{D72FB022-ACC1-432E-A309-C700CF44763B}" dt="2026-05-18T15:32:53.694" v="13439" actId="165"/>
          <ac:spMkLst>
            <pc:docMk/>
            <pc:sldMk cId="2906686643" sldId="287"/>
            <ac:spMk id="16" creationId="{0F481D48-AE0E-8BF3-203F-5C1421ED2B56}"/>
          </ac:spMkLst>
        </pc:spChg>
        <pc:spChg chg="mod">
          <ac:chgData name="Devita, Mariano" userId="790ddd12-d095-4063-9590-047d0ef1fce2" providerId="ADAL" clId="{D72FB022-ACC1-432E-A309-C700CF44763B}" dt="2026-05-18T15:32:45.424" v="13436" actId="1076"/>
          <ac:spMkLst>
            <pc:docMk/>
            <pc:sldMk cId="2906686643" sldId="287"/>
            <ac:spMk id="17" creationId="{5EF8FAB1-CD63-6B56-173F-0A24762E4068}"/>
          </ac:spMkLst>
        </pc:spChg>
        <pc:spChg chg="mod topLvl">
          <ac:chgData name="Devita, Mariano" userId="790ddd12-d095-4063-9590-047d0ef1fce2" providerId="ADAL" clId="{D72FB022-ACC1-432E-A309-C700CF44763B}" dt="2026-05-18T15:38:22.504" v="13523" actId="1076"/>
          <ac:spMkLst>
            <pc:docMk/>
            <pc:sldMk cId="2906686643" sldId="287"/>
            <ac:spMk id="18" creationId="{6D83A563-913D-D27B-2EB9-910E1B000787}"/>
          </ac:spMkLst>
        </pc:spChg>
        <pc:spChg chg="mod">
          <ac:chgData name="Devita, Mariano" userId="790ddd12-d095-4063-9590-047d0ef1fce2" providerId="ADAL" clId="{D72FB022-ACC1-432E-A309-C700CF44763B}" dt="2026-05-18T15:31:54.751" v="13430" actId="1076"/>
          <ac:spMkLst>
            <pc:docMk/>
            <pc:sldMk cId="2906686643" sldId="287"/>
            <ac:spMk id="21" creationId="{4D66449E-146C-EDFB-79DA-3F2F863276E2}"/>
          </ac:spMkLst>
        </pc:spChg>
        <pc:spChg chg="mod">
          <ac:chgData name="Devita, Mariano" userId="790ddd12-d095-4063-9590-047d0ef1fce2" providerId="ADAL" clId="{D72FB022-ACC1-432E-A309-C700CF44763B}" dt="2026-05-18T15:31:57.445" v="13431" actId="1076"/>
          <ac:spMkLst>
            <pc:docMk/>
            <pc:sldMk cId="2906686643" sldId="287"/>
            <ac:spMk id="22" creationId="{2972E40D-7657-964B-2427-1D87F3D786DF}"/>
          </ac:spMkLst>
        </pc:spChg>
        <pc:spChg chg="del">
          <ac:chgData name="Devita, Mariano" userId="790ddd12-d095-4063-9590-047d0ef1fce2" providerId="ADAL" clId="{D72FB022-ACC1-432E-A309-C700CF44763B}" dt="2026-05-18T15:30:14.241" v="13411" actId="478"/>
          <ac:spMkLst>
            <pc:docMk/>
            <pc:sldMk cId="2906686643" sldId="287"/>
            <ac:spMk id="25" creationId="{CBAF69EB-9257-E47A-FAFB-5C0BE506F82E}"/>
          </ac:spMkLst>
        </pc:spChg>
        <pc:spChg chg="del">
          <ac:chgData name="Devita, Mariano" userId="790ddd12-d095-4063-9590-047d0ef1fce2" providerId="ADAL" clId="{D72FB022-ACC1-432E-A309-C700CF44763B}" dt="2026-05-18T15:30:14.241" v="13411" actId="478"/>
          <ac:spMkLst>
            <pc:docMk/>
            <pc:sldMk cId="2906686643" sldId="287"/>
            <ac:spMk id="26" creationId="{C1E0B604-6AE8-263C-BE65-A9239F0C85FA}"/>
          </ac:spMkLst>
        </pc:spChg>
        <pc:spChg chg="add mod">
          <ac:chgData name="Devita, Mariano" userId="790ddd12-d095-4063-9590-047d0ef1fce2" providerId="ADAL" clId="{D72FB022-ACC1-432E-A309-C700CF44763B}" dt="2026-05-18T15:34:02.356" v="13475" actId="1076"/>
          <ac:spMkLst>
            <pc:docMk/>
            <pc:sldMk cId="2906686643" sldId="287"/>
            <ac:spMk id="30" creationId="{C764A87B-60D6-AA7B-8A11-795B3984225E}"/>
          </ac:spMkLst>
        </pc:spChg>
        <pc:spChg chg="add mod">
          <ac:chgData name="Devita, Mariano" userId="790ddd12-d095-4063-9590-047d0ef1fce2" providerId="ADAL" clId="{D72FB022-ACC1-432E-A309-C700CF44763B}" dt="2026-05-18T15:34:10.311" v="13477" actId="1076"/>
          <ac:spMkLst>
            <pc:docMk/>
            <pc:sldMk cId="2906686643" sldId="287"/>
            <ac:spMk id="31" creationId="{D9BC1835-E44C-6C7A-3064-73B091C03273}"/>
          </ac:spMkLst>
        </pc:spChg>
        <pc:grpChg chg="add del mod">
          <ac:chgData name="Devita, Mariano" userId="790ddd12-d095-4063-9590-047d0ef1fce2" providerId="ADAL" clId="{D72FB022-ACC1-432E-A309-C700CF44763B}" dt="2026-05-18T15:32:53.694" v="13439" actId="165"/>
          <ac:grpSpMkLst>
            <pc:docMk/>
            <pc:sldMk cId="2906686643" sldId="287"/>
            <ac:grpSpMk id="29" creationId="{F47596D4-D85C-AF17-A4DD-D0936138E4F0}"/>
          </ac:grpSpMkLst>
        </pc:grpChg>
        <pc:grpChg chg="add del mod">
          <ac:chgData name="Devita, Mariano" userId="790ddd12-d095-4063-9590-047d0ef1fce2" providerId="ADAL" clId="{D72FB022-ACC1-432E-A309-C700CF44763B}" dt="2026-05-18T15:38:52.942" v="13526" actId="165"/>
          <ac:grpSpMkLst>
            <pc:docMk/>
            <pc:sldMk cId="2906686643" sldId="287"/>
            <ac:grpSpMk id="49" creationId="{940B7D57-7171-80D8-CE29-89C59B5D61AE}"/>
          </ac:grpSpMkLst>
        </pc:grpChg>
        <pc:grpChg chg="add mod">
          <ac:chgData name="Devita, Mariano" userId="790ddd12-d095-4063-9590-047d0ef1fce2" providerId="ADAL" clId="{D72FB022-ACC1-432E-A309-C700CF44763B}" dt="2026-05-18T15:38:45.601" v="13525" actId="164"/>
          <ac:grpSpMkLst>
            <pc:docMk/>
            <pc:sldMk cId="2906686643" sldId="287"/>
            <ac:grpSpMk id="50" creationId="{2EB4170E-168F-DAD6-BE25-B38873E93C7C}"/>
          </ac:grpSpMkLst>
        </pc:grpChg>
        <pc:grpChg chg="add mod">
          <ac:chgData name="Devita, Mariano" userId="790ddd12-d095-4063-9590-047d0ef1fce2" providerId="ADAL" clId="{D72FB022-ACC1-432E-A309-C700CF44763B}" dt="2026-05-18T15:40:14.529" v="13541" actId="164"/>
          <ac:grpSpMkLst>
            <pc:docMk/>
            <pc:sldMk cId="2906686643" sldId="287"/>
            <ac:grpSpMk id="59" creationId="{0674DA3F-24FD-1142-C7E0-6E7A18E2EE0E}"/>
          </ac:grpSpMkLst>
        </pc:grpChg>
        <pc:grpChg chg="add mod">
          <ac:chgData name="Devita, Mariano" userId="790ddd12-d095-4063-9590-047d0ef1fce2" providerId="ADAL" clId="{D72FB022-ACC1-432E-A309-C700CF44763B}" dt="2026-05-18T15:40:14.529" v="13541" actId="164"/>
          <ac:grpSpMkLst>
            <pc:docMk/>
            <pc:sldMk cId="2906686643" sldId="287"/>
            <ac:grpSpMk id="60" creationId="{488AA147-9BAF-AC36-1195-0EAD29598D9F}"/>
          </ac:grpSpMkLst>
        </pc:grpChg>
        <pc:grpChg chg="add mod">
          <ac:chgData name="Devita, Mariano" userId="790ddd12-d095-4063-9590-047d0ef1fce2" providerId="ADAL" clId="{D72FB022-ACC1-432E-A309-C700CF44763B}" dt="2026-05-18T15:40:22.121" v="13546" actId="1036"/>
          <ac:grpSpMkLst>
            <pc:docMk/>
            <pc:sldMk cId="2906686643" sldId="287"/>
            <ac:grpSpMk id="65" creationId="{29BC3E08-3FCA-6480-29D7-15DCEA567FEB}"/>
          </ac:grpSpMkLst>
        </pc:grpChg>
        <pc:cxnChg chg="mod topLvl">
          <ac:chgData name="Devita, Mariano" userId="790ddd12-d095-4063-9590-047d0ef1fce2" providerId="ADAL" clId="{D72FB022-ACC1-432E-A309-C700CF44763B}" dt="2026-05-18T15:32:53.694" v="13439" actId="165"/>
          <ac:cxnSpMkLst>
            <pc:docMk/>
            <pc:sldMk cId="2906686643" sldId="287"/>
            <ac:cxnSpMk id="2" creationId="{08EB1FE8-59A7-8AA9-307F-83292B6D797C}"/>
          </ac:cxnSpMkLst>
        </pc:cxnChg>
        <pc:cxnChg chg="add mod">
          <ac:chgData name="Devita, Mariano" userId="790ddd12-d095-4063-9590-047d0ef1fce2" providerId="ADAL" clId="{D72FB022-ACC1-432E-A309-C700CF44763B}" dt="2026-05-18T15:31:16.715" v="13425" actId="1076"/>
          <ac:cxnSpMkLst>
            <pc:docMk/>
            <pc:sldMk cId="2906686643" sldId="287"/>
            <ac:cxnSpMk id="4" creationId="{CD7884EA-B369-3E52-37C1-8047FA0CD928}"/>
          </ac:cxnSpMkLst>
        </pc:cxnChg>
        <pc:cxnChg chg="add del mod">
          <ac:chgData name="Devita, Mariano" userId="790ddd12-d095-4063-9590-047d0ef1fce2" providerId="ADAL" clId="{D72FB022-ACC1-432E-A309-C700CF44763B}" dt="2026-05-18T15:31:10.250" v="13424" actId="478"/>
          <ac:cxnSpMkLst>
            <pc:docMk/>
            <pc:sldMk cId="2906686643" sldId="287"/>
            <ac:cxnSpMk id="8" creationId="{13CAD3BB-A5AC-F5D6-7322-054CB3E96CEE}"/>
          </ac:cxnSpMkLst>
        </pc:cxnChg>
        <pc:cxnChg chg="mod topLvl">
          <ac:chgData name="Devita, Mariano" userId="790ddd12-d095-4063-9590-047d0ef1fce2" providerId="ADAL" clId="{D72FB022-ACC1-432E-A309-C700CF44763B}" dt="2026-05-18T15:32:53.694" v="13439" actId="165"/>
          <ac:cxnSpMkLst>
            <pc:docMk/>
            <pc:sldMk cId="2906686643" sldId="287"/>
            <ac:cxnSpMk id="9" creationId="{A3F19208-9D50-9BFD-574A-642E32F4D6DC}"/>
          </ac:cxnSpMkLst>
        </pc:cxnChg>
        <pc:cxnChg chg="del">
          <ac:chgData name="Devita, Mariano" userId="790ddd12-d095-4063-9590-047d0ef1fce2" providerId="ADAL" clId="{D72FB022-ACC1-432E-A309-C700CF44763B}" dt="2026-05-18T15:30:14.241" v="13411" actId="478"/>
          <ac:cxnSpMkLst>
            <pc:docMk/>
            <pc:sldMk cId="2906686643" sldId="287"/>
            <ac:cxnSpMk id="11" creationId="{402FEE35-5FFB-6F63-6E06-0A61DEF18C9F}"/>
          </ac:cxnSpMkLst>
        </pc:cxnChg>
        <pc:cxnChg chg="add mod">
          <ac:chgData name="Devita, Mariano" userId="790ddd12-d095-4063-9590-047d0ef1fce2" providerId="ADAL" clId="{D72FB022-ACC1-432E-A309-C700CF44763B}" dt="2026-05-18T15:34:19.020" v="13479" actId="1076"/>
          <ac:cxnSpMkLst>
            <pc:docMk/>
            <pc:sldMk cId="2906686643" sldId="287"/>
            <ac:cxnSpMk id="12" creationId="{73478643-56AB-76DD-4544-206977299EA2}"/>
          </ac:cxnSpMkLst>
        </pc:cxnChg>
        <pc:cxnChg chg="del">
          <ac:chgData name="Devita, Mariano" userId="790ddd12-d095-4063-9590-047d0ef1fce2" providerId="ADAL" clId="{D72FB022-ACC1-432E-A309-C700CF44763B}" dt="2026-05-18T15:30:14.241" v="13411" actId="478"/>
          <ac:cxnSpMkLst>
            <pc:docMk/>
            <pc:sldMk cId="2906686643" sldId="287"/>
            <ac:cxnSpMk id="13" creationId="{FC05128E-6EAF-002D-53E5-4730782D4082}"/>
          </ac:cxnSpMkLst>
        </pc:cxnChg>
        <pc:cxnChg chg="mod topLvl">
          <ac:chgData name="Devita, Mariano" userId="790ddd12-d095-4063-9590-047d0ef1fce2" providerId="ADAL" clId="{D72FB022-ACC1-432E-A309-C700CF44763B}" dt="2026-05-18T15:34:28.008" v="13481" actId="1076"/>
          <ac:cxnSpMkLst>
            <pc:docMk/>
            <pc:sldMk cId="2906686643" sldId="287"/>
            <ac:cxnSpMk id="14" creationId="{5DAA29A6-8432-9312-180B-2DB505306C1F}"/>
          </ac:cxnSpMkLst>
        </pc:cxnChg>
        <pc:cxnChg chg="add mod topLvl">
          <ac:chgData name="Devita, Mariano" userId="790ddd12-d095-4063-9590-047d0ef1fce2" providerId="ADAL" clId="{D72FB022-ACC1-432E-A309-C700CF44763B}" dt="2026-05-18T15:32:53.694" v="13439" actId="165"/>
          <ac:cxnSpMkLst>
            <pc:docMk/>
            <pc:sldMk cId="2906686643" sldId="287"/>
            <ac:cxnSpMk id="19" creationId="{9017201B-B53B-69E8-9F36-80A83E6616CA}"/>
          </ac:cxnSpMkLst>
        </pc:cxnChg>
        <pc:cxnChg chg="add mod">
          <ac:chgData name="Devita, Mariano" userId="790ddd12-d095-4063-9590-047d0ef1fce2" providerId="ADAL" clId="{D72FB022-ACC1-432E-A309-C700CF44763B}" dt="2026-05-18T15:34:15.022" v="13478" actId="1076"/>
          <ac:cxnSpMkLst>
            <pc:docMk/>
            <pc:sldMk cId="2906686643" sldId="287"/>
            <ac:cxnSpMk id="20" creationId="{231D0EF3-37FA-CE81-74CA-D266A2BF41C3}"/>
          </ac:cxnSpMkLst>
        </pc:cxnChg>
        <pc:cxnChg chg="mod topLvl">
          <ac:chgData name="Devita, Mariano" userId="790ddd12-d095-4063-9590-047d0ef1fce2" providerId="ADAL" clId="{D72FB022-ACC1-432E-A309-C700CF44763B}" dt="2026-05-18T15:32:53.694" v="13439" actId="165"/>
          <ac:cxnSpMkLst>
            <pc:docMk/>
            <pc:sldMk cId="2906686643" sldId="287"/>
            <ac:cxnSpMk id="23" creationId="{74F39B52-C30F-94D7-73DB-CBB0033BAC07}"/>
          </ac:cxnSpMkLst>
        </pc:cxnChg>
        <pc:cxnChg chg="mod topLvl">
          <ac:chgData name="Devita, Mariano" userId="790ddd12-d095-4063-9590-047d0ef1fce2" providerId="ADAL" clId="{D72FB022-ACC1-432E-A309-C700CF44763B}" dt="2026-05-18T15:34:19.020" v="13479" actId="1076"/>
          <ac:cxnSpMkLst>
            <pc:docMk/>
            <pc:sldMk cId="2906686643" sldId="287"/>
            <ac:cxnSpMk id="24" creationId="{0DA96897-2FDC-684C-104F-0A109A227589}"/>
          </ac:cxnSpMkLst>
        </pc:cxnChg>
        <pc:cxnChg chg="mod">
          <ac:chgData name="Devita, Mariano" userId="790ddd12-d095-4063-9590-047d0ef1fce2" providerId="ADAL" clId="{D72FB022-ACC1-432E-A309-C700CF44763B}" dt="2026-05-18T15:34:15.022" v="13478" actId="1076"/>
          <ac:cxnSpMkLst>
            <pc:docMk/>
            <pc:sldMk cId="2906686643" sldId="287"/>
            <ac:cxnSpMk id="27" creationId="{A69041A8-423F-D36F-FF53-A3B7B21791DD}"/>
          </ac:cxnSpMkLst>
        </pc:cxnChg>
        <pc:cxnChg chg="mod">
          <ac:chgData name="Devita, Mariano" userId="790ddd12-d095-4063-9590-047d0ef1fce2" providerId="ADAL" clId="{D72FB022-ACC1-432E-A309-C700CF44763B}" dt="2026-05-18T15:30:54.720" v="13420" actId="1076"/>
          <ac:cxnSpMkLst>
            <pc:docMk/>
            <pc:sldMk cId="2906686643" sldId="287"/>
            <ac:cxnSpMk id="28" creationId="{1487B5A0-F5B0-D9E2-1A50-845C67C6364E}"/>
          </ac:cxnSpMkLst>
        </pc:cxnChg>
        <pc:cxnChg chg="add mod">
          <ac:chgData name="Devita, Mariano" userId="790ddd12-d095-4063-9590-047d0ef1fce2" providerId="ADAL" clId="{D72FB022-ACC1-432E-A309-C700CF44763B}" dt="2026-05-18T15:38:45.601" v="13525" actId="164"/>
          <ac:cxnSpMkLst>
            <pc:docMk/>
            <pc:sldMk cId="2906686643" sldId="287"/>
            <ac:cxnSpMk id="33" creationId="{7D88B45E-9FCA-52CA-6CFB-3BC56324AF83}"/>
          </ac:cxnSpMkLst>
        </pc:cxnChg>
        <pc:cxnChg chg="add del">
          <ac:chgData name="Devita, Mariano" userId="790ddd12-d095-4063-9590-047d0ef1fce2" providerId="ADAL" clId="{D72FB022-ACC1-432E-A309-C700CF44763B}" dt="2026-05-18T15:35:35.770" v="13488" actId="478"/>
          <ac:cxnSpMkLst>
            <pc:docMk/>
            <pc:sldMk cId="2906686643" sldId="287"/>
            <ac:cxnSpMk id="38" creationId="{A3A252A0-D07E-0176-F37C-0BFB8AE39561}"/>
          </ac:cxnSpMkLst>
        </pc:cxnChg>
        <pc:cxnChg chg="add mod">
          <ac:chgData name="Devita, Mariano" userId="790ddd12-d095-4063-9590-047d0ef1fce2" providerId="ADAL" clId="{D72FB022-ACC1-432E-A309-C700CF44763B}" dt="2026-05-18T15:38:45.601" v="13525" actId="164"/>
          <ac:cxnSpMkLst>
            <pc:docMk/>
            <pc:sldMk cId="2906686643" sldId="287"/>
            <ac:cxnSpMk id="40" creationId="{6CB45214-6297-A287-DFA6-5DFAEEE2C7C1}"/>
          </ac:cxnSpMkLst>
        </pc:cxnChg>
        <pc:cxnChg chg="add mod">
          <ac:chgData name="Devita, Mariano" userId="790ddd12-d095-4063-9590-047d0ef1fce2" providerId="ADAL" clId="{D72FB022-ACC1-432E-A309-C700CF44763B}" dt="2026-05-18T15:38:45.601" v="13525" actId="164"/>
          <ac:cxnSpMkLst>
            <pc:docMk/>
            <pc:sldMk cId="2906686643" sldId="287"/>
            <ac:cxnSpMk id="41" creationId="{1FAFE6C4-3E95-C796-D64A-636689B1E9F4}"/>
          </ac:cxnSpMkLst>
        </pc:cxnChg>
        <pc:cxnChg chg="add mod">
          <ac:chgData name="Devita, Mariano" userId="790ddd12-d095-4063-9590-047d0ef1fce2" providerId="ADAL" clId="{D72FB022-ACC1-432E-A309-C700CF44763B}" dt="2026-05-18T15:38:45.601" v="13525" actId="164"/>
          <ac:cxnSpMkLst>
            <pc:docMk/>
            <pc:sldMk cId="2906686643" sldId="287"/>
            <ac:cxnSpMk id="42" creationId="{73AEB584-E7CD-A54F-9CC9-C1AA92E22DF6}"/>
          </ac:cxnSpMkLst>
        </pc:cxnChg>
        <pc:cxnChg chg="add mod">
          <ac:chgData name="Devita, Mariano" userId="790ddd12-d095-4063-9590-047d0ef1fce2" providerId="ADAL" clId="{D72FB022-ACC1-432E-A309-C700CF44763B}" dt="2026-05-18T15:38:36.445" v="13524" actId="164"/>
          <ac:cxnSpMkLst>
            <pc:docMk/>
            <pc:sldMk cId="2906686643" sldId="287"/>
            <ac:cxnSpMk id="43" creationId="{044633BD-20B1-C58D-2700-2C1AB5A77334}"/>
          </ac:cxnSpMkLst>
        </pc:cxnChg>
        <pc:cxnChg chg="add mod topLvl">
          <ac:chgData name="Devita, Mariano" userId="790ddd12-d095-4063-9590-047d0ef1fce2" providerId="ADAL" clId="{D72FB022-ACC1-432E-A309-C700CF44763B}" dt="2026-05-18T15:38:52.942" v="13526" actId="165"/>
          <ac:cxnSpMkLst>
            <pc:docMk/>
            <pc:sldMk cId="2906686643" sldId="287"/>
            <ac:cxnSpMk id="45" creationId="{6E3F68B3-2864-B543-D77C-4078BFB86F59}"/>
          </ac:cxnSpMkLst>
        </pc:cxnChg>
        <pc:cxnChg chg="add mod topLvl">
          <ac:chgData name="Devita, Mariano" userId="790ddd12-d095-4063-9590-047d0ef1fce2" providerId="ADAL" clId="{D72FB022-ACC1-432E-A309-C700CF44763B}" dt="2026-05-18T15:38:52.942" v="13526" actId="165"/>
          <ac:cxnSpMkLst>
            <pc:docMk/>
            <pc:sldMk cId="2906686643" sldId="287"/>
            <ac:cxnSpMk id="46" creationId="{80810B2C-5E7B-D5B7-857C-E8246B784F44}"/>
          </ac:cxnSpMkLst>
        </pc:cxnChg>
        <pc:cxnChg chg="add mod topLvl">
          <ac:chgData name="Devita, Mariano" userId="790ddd12-d095-4063-9590-047d0ef1fce2" providerId="ADAL" clId="{D72FB022-ACC1-432E-A309-C700CF44763B}" dt="2026-05-18T15:38:52.942" v="13526" actId="165"/>
          <ac:cxnSpMkLst>
            <pc:docMk/>
            <pc:sldMk cId="2906686643" sldId="287"/>
            <ac:cxnSpMk id="47" creationId="{41387158-FF8F-74F6-17C9-2B576A706661}"/>
          </ac:cxnSpMkLst>
        </pc:cxnChg>
        <pc:cxnChg chg="add mod topLvl">
          <ac:chgData name="Devita, Mariano" userId="790ddd12-d095-4063-9590-047d0ef1fce2" providerId="ADAL" clId="{D72FB022-ACC1-432E-A309-C700CF44763B}" dt="2026-05-18T15:38:52.942" v="13526" actId="165"/>
          <ac:cxnSpMkLst>
            <pc:docMk/>
            <pc:sldMk cId="2906686643" sldId="287"/>
            <ac:cxnSpMk id="48" creationId="{DE131835-5445-EC24-F945-3E46E97181D0}"/>
          </ac:cxnSpMkLst>
        </pc:cxnChg>
        <pc:cxnChg chg="add mod">
          <ac:chgData name="Devita, Mariano" userId="790ddd12-d095-4063-9590-047d0ef1fce2" providerId="ADAL" clId="{D72FB022-ACC1-432E-A309-C700CF44763B}" dt="2026-05-18T15:39:54.283" v="13535" actId="164"/>
          <ac:cxnSpMkLst>
            <pc:docMk/>
            <pc:sldMk cId="2906686643" sldId="287"/>
            <ac:cxnSpMk id="51" creationId="{FDC19CE0-FF64-8DF6-60F2-B1BD6E8B65B2}"/>
          </ac:cxnSpMkLst>
        </pc:cxnChg>
        <pc:cxnChg chg="add mod">
          <ac:chgData name="Devita, Mariano" userId="790ddd12-d095-4063-9590-047d0ef1fce2" providerId="ADAL" clId="{D72FB022-ACC1-432E-A309-C700CF44763B}" dt="2026-05-18T15:39:54.283" v="13535" actId="164"/>
          <ac:cxnSpMkLst>
            <pc:docMk/>
            <pc:sldMk cId="2906686643" sldId="287"/>
            <ac:cxnSpMk id="52" creationId="{0CF6FC10-2840-DBB2-389A-CE9D3218D697}"/>
          </ac:cxnSpMkLst>
        </pc:cxnChg>
        <pc:cxnChg chg="add mod">
          <ac:chgData name="Devita, Mariano" userId="790ddd12-d095-4063-9590-047d0ef1fce2" providerId="ADAL" clId="{D72FB022-ACC1-432E-A309-C700CF44763B}" dt="2026-05-18T15:39:54.283" v="13535" actId="164"/>
          <ac:cxnSpMkLst>
            <pc:docMk/>
            <pc:sldMk cId="2906686643" sldId="287"/>
            <ac:cxnSpMk id="53" creationId="{0D47A813-4884-07CC-B275-2E8537D9314C}"/>
          </ac:cxnSpMkLst>
        </pc:cxnChg>
        <pc:cxnChg chg="add mod">
          <ac:chgData name="Devita, Mariano" userId="790ddd12-d095-4063-9590-047d0ef1fce2" providerId="ADAL" clId="{D72FB022-ACC1-432E-A309-C700CF44763B}" dt="2026-05-18T15:39:54.283" v="13535" actId="164"/>
          <ac:cxnSpMkLst>
            <pc:docMk/>
            <pc:sldMk cId="2906686643" sldId="287"/>
            <ac:cxnSpMk id="54" creationId="{0E61298F-BC69-92BB-CA2E-0EC4ADB72E85}"/>
          </ac:cxnSpMkLst>
        </pc:cxnChg>
        <pc:cxnChg chg="add del mod">
          <ac:chgData name="Devita, Mariano" userId="790ddd12-d095-4063-9590-047d0ef1fce2" providerId="ADAL" clId="{D72FB022-ACC1-432E-A309-C700CF44763B}" dt="2026-05-18T15:39:47.986" v="13534" actId="478"/>
          <ac:cxnSpMkLst>
            <pc:docMk/>
            <pc:sldMk cId="2906686643" sldId="287"/>
            <ac:cxnSpMk id="55" creationId="{330E22C4-0A79-DEF5-5F37-A1A9BEDC440D}"/>
          </ac:cxnSpMkLst>
        </pc:cxnChg>
        <pc:cxnChg chg="add del mod">
          <ac:chgData name="Devita, Mariano" userId="790ddd12-d095-4063-9590-047d0ef1fce2" providerId="ADAL" clId="{D72FB022-ACC1-432E-A309-C700CF44763B}" dt="2026-05-18T15:39:47.986" v="13534" actId="478"/>
          <ac:cxnSpMkLst>
            <pc:docMk/>
            <pc:sldMk cId="2906686643" sldId="287"/>
            <ac:cxnSpMk id="56" creationId="{BC3C8FD6-183C-D935-9287-58761323A6EC}"/>
          </ac:cxnSpMkLst>
        </pc:cxnChg>
        <pc:cxnChg chg="add del mod">
          <ac:chgData name="Devita, Mariano" userId="790ddd12-d095-4063-9590-047d0ef1fce2" providerId="ADAL" clId="{D72FB022-ACC1-432E-A309-C700CF44763B}" dt="2026-05-18T15:39:47.986" v="13534" actId="478"/>
          <ac:cxnSpMkLst>
            <pc:docMk/>
            <pc:sldMk cId="2906686643" sldId="287"/>
            <ac:cxnSpMk id="57" creationId="{DE8DF515-469C-5DBA-CBD2-4A202C95ABE6}"/>
          </ac:cxnSpMkLst>
        </pc:cxnChg>
        <pc:cxnChg chg="add del mod">
          <ac:chgData name="Devita, Mariano" userId="790ddd12-d095-4063-9590-047d0ef1fce2" providerId="ADAL" clId="{D72FB022-ACC1-432E-A309-C700CF44763B}" dt="2026-05-18T15:39:47.986" v="13534" actId="478"/>
          <ac:cxnSpMkLst>
            <pc:docMk/>
            <pc:sldMk cId="2906686643" sldId="287"/>
            <ac:cxnSpMk id="58" creationId="{AD545002-F37E-87C2-184B-9C020D8929E0}"/>
          </ac:cxnSpMkLst>
        </pc:cxnChg>
        <pc:cxnChg chg="mod">
          <ac:chgData name="Devita, Mariano" userId="790ddd12-d095-4063-9590-047d0ef1fce2" providerId="ADAL" clId="{D72FB022-ACC1-432E-A309-C700CF44763B}" dt="2026-05-18T15:39:55.615" v="13536"/>
          <ac:cxnSpMkLst>
            <pc:docMk/>
            <pc:sldMk cId="2906686643" sldId="287"/>
            <ac:cxnSpMk id="61" creationId="{63DEBAA9-9B14-DF59-71FF-8F9C1D6459F9}"/>
          </ac:cxnSpMkLst>
        </pc:cxnChg>
        <pc:cxnChg chg="mod">
          <ac:chgData name="Devita, Mariano" userId="790ddd12-d095-4063-9590-047d0ef1fce2" providerId="ADAL" clId="{D72FB022-ACC1-432E-A309-C700CF44763B}" dt="2026-05-18T15:39:55.615" v="13536"/>
          <ac:cxnSpMkLst>
            <pc:docMk/>
            <pc:sldMk cId="2906686643" sldId="287"/>
            <ac:cxnSpMk id="62" creationId="{A37C66C8-A9A1-ECED-2809-93196934EE24}"/>
          </ac:cxnSpMkLst>
        </pc:cxnChg>
        <pc:cxnChg chg="mod">
          <ac:chgData name="Devita, Mariano" userId="790ddd12-d095-4063-9590-047d0ef1fce2" providerId="ADAL" clId="{D72FB022-ACC1-432E-A309-C700CF44763B}" dt="2026-05-18T15:39:55.615" v="13536"/>
          <ac:cxnSpMkLst>
            <pc:docMk/>
            <pc:sldMk cId="2906686643" sldId="287"/>
            <ac:cxnSpMk id="63" creationId="{D675EA31-7236-10AE-F57F-EE64D1B650DF}"/>
          </ac:cxnSpMkLst>
        </pc:cxnChg>
        <pc:cxnChg chg="mod">
          <ac:chgData name="Devita, Mariano" userId="790ddd12-d095-4063-9590-047d0ef1fce2" providerId="ADAL" clId="{D72FB022-ACC1-432E-A309-C700CF44763B}" dt="2026-05-18T15:39:55.615" v="13536"/>
          <ac:cxnSpMkLst>
            <pc:docMk/>
            <pc:sldMk cId="2906686643" sldId="287"/>
            <ac:cxnSpMk id="64" creationId="{3F10E8CC-BB1F-4504-BE14-311C0959D5D9}"/>
          </ac:cxnSpMkLst>
        </pc:cxnChg>
      </pc:sldChg>
      <pc:sldChg chg="add del">
        <pc:chgData name="Devita, Mariano" userId="790ddd12-d095-4063-9590-047d0ef1fce2" providerId="ADAL" clId="{D72FB022-ACC1-432E-A309-C700CF44763B}" dt="2026-05-18T16:18:22.184" v="13900" actId="47"/>
        <pc:sldMkLst>
          <pc:docMk/>
          <pc:sldMk cId="1581465876" sldId="288"/>
        </pc:sldMkLst>
      </pc:sldChg>
      <pc:sldChg chg="add del ord">
        <pc:chgData name="Devita, Mariano" userId="790ddd12-d095-4063-9590-047d0ef1fce2" providerId="ADAL" clId="{D72FB022-ACC1-432E-A309-C700CF44763B}" dt="2026-05-18T16:19:39.831" v="13907" actId="47"/>
        <pc:sldMkLst>
          <pc:docMk/>
          <pc:sldMk cId="3632534027" sldId="288"/>
        </pc:sldMkLst>
      </pc:sldChg>
      <pc:sldChg chg="modSp add ord">
        <pc:chgData name="Devita, Mariano" userId="790ddd12-d095-4063-9590-047d0ef1fce2" providerId="ADAL" clId="{D72FB022-ACC1-432E-A309-C700CF44763B}" dt="2026-05-18T16:19:47.899" v="13909" actId="20577"/>
        <pc:sldMkLst>
          <pc:docMk/>
          <pc:sldMk cId="3015271685" sldId="289"/>
        </pc:sldMkLst>
        <pc:spChg chg="mod">
          <ac:chgData name="Devita, Mariano" userId="790ddd12-d095-4063-9590-047d0ef1fce2" providerId="ADAL" clId="{D72FB022-ACC1-432E-A309-C700CF44763B}" dt="2026-05-18T16:19:47.899" v="13909" actId="20577"/>
          <ac:spMkLst>
            <pc:docMk/>
            <pc:sldMk cId="3015271685" sldId="289"/>
            <ac:spMk id="11" creationId="{AC33AA25-6EEA-CD3D-A097-9BBFF73F8096}"/>
          </ac:spMkLst>
        </pc:spChg>
      </pc:sldChg>
      <pc:sldChg chg="addSp delSp modSp add mod ord">
        <pc:chgData name="Devita, Mariano" userId="790ddd12-d095-4063-9590-047d0ef1fce2" providerId="ADAL" clId="{D72FB022-ACC1-432E-A309-C700CF44763B}" dt="2026-05-18T18:14:44.416" v="15272" actId="1076"/>
        <pc:sldMkLst>
          <pc:docMk/>
          <pc:sldMk cId="2464446368" sldId="290"/>
        </pc:sldMkLst>
        <pc:spChg chg="del">
          <ac:chgData name="Devita, Mariano" userId="790ddd12-d095-4063-9590-047d0ef1fce2" providerId="ADAL" clId="{D72FB022-ACC1-432E-A309-C700CF44763B}" dt="2026-05-18T16:22:17.700" v="13930" actId="478"/>
          <ac:spMkLst>
            <pc:docMk/>
            <pc:sldMk cId="2464446368" sldId="290"/>
            <ac:spMk id="2" creationId="{114E6E87-3DF0-26E3-1516-30D7441DA417}"/>
          </ac:spMkLst>
        </pc:spChg>
        <pc:spChg chg="add mod">
          <ac:chgData name="Devita, Mariano" userId="790ddd12-d095-4063-9590-047d0ef1fce2" providerId="ADAL" clId="{D72FB022-ACC1-432E-A309-C700CF44763B}" dt="2026-05-18T17:59:34.544" v="15069" actId="1076"/>
          <ac:spMkLst>
            <pc:docMk/>
            <pc:sldMk cId="2464446368" sldId="290"/>
            <ac:spMk id="3" creationId="{BFC4202E-3C7D-DCF2-B330-4B24400AA5EB}"/>
          </ac:spMkLst>
        </pc:spChg>
        <pc:spChg chg="add del mod">
          <ac:chgData name="Devita, Mariano" userId="790ddd12-d095-4063-9590-047d0ef1fce2" providerId="ADAL" clId="{D72FB022-ACC1-432E-A309-C700CF44763B}" dt="2026-05-18T17:59:37.960" v="15071" actId="478"/>
          <ac:spMkLst>
            <pc:docMk/>
            <pc:sldMk cId="2464446368" sldId="290"/>
            <ac:spMk id="4" creationId="{B86E241B-15F6-4908-6673-B400FC2B5C9D}"/>
          </ac:spMkLst>
        </pc:spChg>
        <pc:spChg chg="mod">
          <ac:chgData name="Devita, Mariano" userId="790ddd12-d095-4063-9590-047d0ef1fce2" providerId="ADAL" clId="{D72FB022-ACC1-432E-A309-C700CF44763B}" dt="2026-05-18T16:22:09.963" v="13929" actId="14100"/>
          <ac:spMkLst>
            <pc:docMk/>
            <pc:sldMk cId="2464446368" sldId="290"/>
            <ac:spMk id="6" creationId="{378AAC76-B09D-DC9A-07BD-8076DFAB2BAE}"/>
          </ac:spMkLst>
        </pc:spChg>
        <pc:spChg chg="add mod">
          <ac:chgData name="Devita, Mariano" userId="790ddd12-d095-4063-9590-047d0ef1fce2" providerId="ADAL" clId="{D72FB022-ACC1-432E-A309-C700CF44763B}" dt="2026-05-18T17:59:32.693" v="15068" actId="1076"/>
          <ac:spMkLst>
            <pc:docMk/>
            <pc:sldMk cId="2464446368" sldId="290"/>
            <ac:spMk id="8" creationId="{FF5C4319-6877-6A67-76F2-62C17594318D}"/>
          </ac:spMkLst>
        </pc:spChg>
        <pc:spChg chg="add mod">
          <ac:chgData name="Devita, Mariano" userId="790ddd12-d095-4063-9590-047d0ef1fce2" providerId="ADAL" clId="{D72FB022-ACC1-432E-A309-C700CF44763B}" dt="2026-05-18T18:03:38.421" v="15178" actId="114"/>
          <ac:spMkLst>
            <pc:docMk/>
            <pc:sldMk cId="2464446368" sldId="290"/>
            <ac:spMk id="9" creationId="{F072CEF7-54A7-9B19-E100-8940F3EC0F5D}"/>
          </ac:spMkLst>
        </pc:spChg>
        <pc:spChg chg="del">
          <ac:chgData name="Devita, Mariano" userId="790ddd12-d095-4063-9590-047d0ef1fce2" providerId="ADAL" clId="{D72FB022-ACC1-432E-A309-C700CF44763B}" dt="2026-05-18T16:22:17.700" v="13930" actId="478"/>
          <ac:spMkLst>
            <pc:docMk/>
            <pc:sldMk cId="2464446368" sldId="290"/>
            <ac:spMk id="11" creationId="{A2D36D5C-FA34-22E3-30F2-3ECA18F043C3}"/>
          </ac:spMkLst>
        </pc:spChg>
        <pc:spChg chg="add mod">
          <ac:chgData name="Devita, Mariano" userId="790ddd12-d095-4063-9590-047d0ef1fce2" providerId="ADAL" clId="{D72FB022-ACC1-432E-A309-C700CF44763B}" dt="2026-05-18T18:00:28.661" v="15126"/>
          <ac:spMkLst>
            <pc:docMk/>
            <pc:sldMk cId="2464446368" sldId="290"/>
            <ac:spMk id="12" creationId="{2562737B-6CC1-03F7-299C-D00176879716}"/>
          </ac:spMkLst>
        </pc:spChg>
        <pc:spChg chg="add del mod">
          <ac:chgData name="Devita, Mariano" userId="790ddd12-d095-4063-9590-047d0ef1fce2" providerId="ADAL" clId="{D72FB022-ACC1-432E-A309-C700CF44763B}" dt="2026-05-18T18:02:43.915" v="15153" actId="478"/>
          <ac:spMkLst>
            <pc:docMk/>
            <pc:sldMk cId="2464446368" sldId="290"/>
            <ac:spMk id="13" creationId="{4E6035E1-519B-FE4E-1CB9-522621745818}"/>
          </ac:spMkLst>
        </pc:spChg>
        <pc:spChg chg="add mod">
          <ac:chgData name="Devita, Mariano" userId="790ddd12-d095-4063-9590-047d0ef1fce2" providerId="ADAL" clId="{D72FB022-ACC1-432E-A309-C700CF44763B}" dt="2026-05-18T18:03:38.421" v="15178" actId="114"/>
          <ac:spMkLst>
            <pc:docMk/>
            <pc:sldMk cId="2464446368" sldId="290"/>
            <ac:spMk id="14" creationId="{45882FF4-F977-DBCF-23B9-13F6B971DF3B}"/>
          </ac:spMkLst>
        </pc:spChg>
        <pc:spChg chg="add mod">
          <ac:chgData name="Devita, Mariano" userId="790ddd12-d095-4063-9590-047d0ef1fce2" providerId="ADAL" clId="{D72FB022-ACC1-432E-A309-C700CF44763B}" dt="2026-05-18T18:03:38.421" v="15178" actId="114"/>
          <ac:spMkLst>
            <pc:docMk/>
            <pc:sldMk cId="2464446368" sldId="290"/>
            <ac:spMk id="15" creationId="{AC897AD0-808F-BDC3-F6DA-73115661169B}"/>
          </ac:spMkLst>
        </pc:spChg>
        <pc:spChg chg="add mod">
          <ac:chgData name="Devita, Mariano" userId="790ddd12-d095-4063-9590-047d0ef1fce2" providerId="ADAL" clId="{D72FB022-ACC1-432E-A309-C700CF44763B}" dt="2026-05-18T18:03:33.801" v="15175" actId="571"/>
          <ac:spMkLst>
            <pc:docMk/>
            <pc:sldMk cId="2464446368" sldId="290"/>
            <ac:spMk id="16" creationId="{DF247126-2572-2696-D5A7-59920C70B766}"/>
          </ac:spMkLst>
        </pc:spChg>
        <pc:spChg chg="add mod">
          <ac:chgData name="Devita, Mariano" userId="790ddd12-d095-4063-9590-047d0ef1fce2" providerId="ADAL" clId="{D72FB022-ACC1-432E-A309-C700CF44763B}" dt="2026-05-18T18:04:14.555" v="15182" actId="114"/>
          <ac:spMkLst>
            <pc:docMk/>
            <pc:sldMk cId="2464446368" sldId="290"/>
            <ac:spMk id="17" creationId="{D8AD1777-7524-02E0-C384-E0323457C7B9}"/>
          </ac:spMkLst>
        </pc:spChg>
        <pc:spChg chg="add mod">
          <ac:chgData name="Devita, Mariano" userId="790ddd12-d095-4063-9590-047d0ef1fce2" providerId="ADAL" clId="{D72FB022-ACC1-432E-A309-C700CF44763B}" dt="2026-05-18T18:14:44.416" v="15272" actId="1076"/>
          <ac:spMkLst>
            <pc:docMk/>
            <pc:sldMk cId="2464446368" sldId="290"/>
            <ac:spMk id="18" creationId="{4357798F-EF39-B06C-0FEF-0B9E970B4604}"/>
          </ac:spMkLst>
        </pc:spChg>
      </pc:sldChg>
      <pc:sldChg chg="addSp delSp modSp add mod">
        <pc:chgData name="Devita, Mariano" userId="790ddd12-d095-4063-9590-047d0ef1fce2" providerId="ADAL" clId="{D72FB022-ACC1-432E-A309-C700CF44763B}" dt="2026-05-18T17:15:11.089" v="14233" actId="114"/>
        <pc:sldMkLst>
          <pc:docMk/>
          <pc:sldMk cId="3759350101" sldId="291"/>
        </pc:sldMkLst>
        <pc:spChg chg="mod">
          <ac:chgData name="Devita, Mariano" userId="790ddd12-d095-4063-9590-047d0ef1fce2" providerId="ADAL" clId="{D72FB022-ACC1-432E-A309-C700CF44763B}" dt="2026-05-18T16:40:47.507" v="14165" actId="20577"/>
          <ac:spMkLst>
            <pc:docMk/>
            <pc:sldMk cId="3759350101" sldId="291"/>
            <ac:spMk id="2" creationId="{30B01ECC-0FA8-ADF1-886E-D3DAD6D15993}"/>
          </ac:spMkLst>
        </pc:spChg>
        <pc:spChg chg="del">
          <ac:chgData name="Devita, Mariano" userId="790ddd12-d095-4063-9590-047d0ef1fce2" providerId="ADAL" clId="{D72FB022-ACC1-432E-A309-C700CF44763B}" dt="2026-05-18T16:40:29.043" v="14154" actId="478"/>
          <ac:spMkLst>
            <pc:docMk/>
            <pc:sldMk cId="3759350101" sldId="291"/>
            <ac:spMk id="3" creationId="{F2A1F844-800E-A4EE-173E-6C6269107D71}"/>
          </ac:spMkLst>
        </pc:spChg>
        <pc:spChg chg="del">
          <ac:chgData name="Devita, Mariano" userId="790ddd12-d095-4063-9590-047d0ef1fce2" providerId="ADAL" clId="{D72FB022-ACC1-432E-A309-C700CF44763B}" dt="2026-05-18T16:40:29.043" v="14154" actId="478"/>
          <ac:spMkLst>
            <pc:docMk/>
            <pc:sldMk cId="3759350101" sldId="291"/>
            <ac:spMk id="4" creationId="{26AF2D6E-8E25-363E-EAE8-CA156D8579C6}"/>
          </ac:spMkLst>
        </pc:spChg>
        <pc:spChg chg="del">
          <ac:chgData name="Devita, Mariano" userId="790ddd12-d095-4063-9590-047d0ef1fce2" providerId="ADAL" clId="{D72FB022-ACC1-432E-A309-C700CF44763B}" dt="2026-05-18T16:40:29.043" v="14154" actId="478"/>
          <ac:spMkLst>
            <pc:docMk/>
            <pc:sldMk cId="3759350101" sldId="291"/>
            <ac:spMk id="8" creationId="{98B0792A-BFD2-C164-DB33-66CB08406BCD}"/>
          </ac:spMkLst>
        </pc:spChg>
        <pc:spChg chg="del">
          <ac:chgData name="Devita, Mariano" userId="790ddd12-d095-4063-9590-047d0ef1fce2" providerId="ADAL" clId="{D72FB022-ACC1-432E-A309-C700CF44763B}" dt="2026-05-18T16:40:29.043" v="14154" actId="478"/>
          <ac:spMkLst>
            <pc:docMk/>
            <pc:sldMk cId="3759350101" sldId="291"/>
            <ac:spMk id="9" creationId="{EB06E66C-1200-2E13-F627-F320BF37BB4E}"/>
          </ac:spMkLst>
        </pc:spChg>
        <pc:spChg chg="del">
          <ac:chgData name="Devita, Mariano" userId="790ddd12-d095-4063-9590-047d0ef1fce2" providerId="ADAL" clId="{D72FB022-ACC1-432E-A309-C700CF44763B}" dt="2026-05-18T16:40:29.043" v="14154" actId="478"/>
          <ac:spMkLst>
            <pc:docMk/>
            <pc:sldMk cId="3759350101" sldId="291"/>
            <ac:spMk id="11" creationId="{153897FA-5188-BD4C-D74C-8F488A01BDCD}"/>
          </ac:spMkLst>
        </pc:spChg>
        <pc:spChg chg="del">
          <ac:chgData name="Devita, Mariano" userId="790ddd12-d095-4063-9590-047d0ef1fce2" providerId="ADAL" clId="{D72FB022-ACC1-432E-A309-C700CF44763B}" dt="2026-05-18T16:40:29.043" v="14154" actId="478"/>
          <ac:spMkLst>
            <pc:docMk/>
            <pc:sldMk cId="3759350101" sldId="291"/>
            <ac:spMk id="12" creationId="{F92E5CA2-FD2C-9188-F636-93E754472B3E}"/>
          </ac:spMkLst>
        </pc:spChg>
        <pc:spChg chg="add mod">
          <ac:chgData name="Devita, Mariano" userId="790ddd12-d095-4063-9590-047d0ef1fce2" providerId="ADAL" clId="{D72FB022-ACC1-432E-A309-C700CF44763B}" dt="2026-05-18T16:40:14.132" v="14152"/>
          <ac:spMkLst>
            <pc:docMk/>
            <pc:sldMk cId="3759350101" sldId="291"/>
            <ac:spMk id="13" creationId="{76AEE73B-A367-3DFF-9629-F59CD7B94A4C}"/>
          </ac:spMkLst>
        </pc:spChg>
        <pc:spChg chg="add mod">
          <ac:chgData name="Devita, Mariano" userId="790ddd12-d095-4063-9590-047d0ef1fce2" providerId="ADAL" clId="{D72FB022-ACC1-432E-A309-C700CF44763B}" dt="2026-05-18T17:08:52.464" v="14169" actId="20577"/>
          <ac:spMkLst>
            <pc:docMk/>
            <pc:sldMk cId="3759350101" sldId="291"/>
            <ac:spMk id="14" creationId="{985D32E0-725B-3D03-70C8-04CC950A29A8}"/>
          </ac:spMkLst>
        </pc:spChg>
        <pc:spChg chg="add mod">
          <ac:chgData name="Devita, Mariano" userId="790ddd12-d095-4063-9590-047d0ef1fce2" providerId="ADAL" clId="{D72FB022-ACC1-432E-A309-C700CF44763B}" dt="2026-05-18T17:13:07.808" v="14213" actId="114"/>
          <ac:spMkLst>
            <pc:docMk/>
            <pc:sldMk cId="3759350101" sldId="291"/>
            <ac:spMk id="15" creationId="{B0063796-F9AC-379F-09BF-B5E2CFA1B60E}"/>
          </ac:spMkLst>
        </pc:spChg>
        <pc:spChg chg="add mod">
          <ac:chgData name="Devita, Mariano" userId="790ddd12-d095-4063-9590-047d0ef1fce2" providerId="ADAL" clId="{D72FB022-ACC1-432E-A309-C700CF44763B}" dt="2026-05-18T17:15:11.089" v="14233" actId="114"/>
          <ac:spMkLst>
            <pc:docMk/>
            <pc:sldMk cId="3759350101" sldId="291"/>
            <ac:spMk id="16" creationId="{14D05093-499F-BE0F-892D-6F9777C16B65}"/>
          </ac:spMkLst>
        </pc:spChg>
        <pc:spChg chg="add mod">
          <ac:chgData name="Devita, Mariano" userId="790ddd12-d095-4063-9590-047d0ef1fce2" providerId="ADAL" clId="{D72FB022-ACC1-432E-A309-C700CF44763B}" dt="2026-05-18T17:15:11.089" v="14233" actId="114"/>
          <ac:spMkLst>
            <pc:docMk/>
            <pc:sldMk cId="3759350101" sldId="291"/>
            <ac:spMk id="17" creationId="{C3AD3D01-C3BF-6944-B3DA-2121B734A92F}"/>
          </ac:spMkLst>
        </pc:spChg>
      </pc:sldChg>
      <pc:sldChg chg="addSp delSp modSp add mod ord">
        <pc:chgData name="Devita, Mariano" userId="790ddd12-d095-4063-9590-047d0ef1fce2" providerId="ADAL" clId="{D72FB022-ACC1-432E-A309-C700CF44763B}" dt="2026-05-18T17:20:35.815" v="14422" actId="20577"/>
        <pc:sldMkLst>
          <pc:docMk/>
          <pc:sldMk cId="3487296785" sldId="292"/>
        </pc:sldMkLst>
        <pc:spChg chg="add mod">
          <ac:chgData name="Devita, Mariano" userId="790ddd12-d095-4063-9590-047d0ef1fce2" providerId="ADAL" clId="{D72FB022-ACC1-432E-A309-C700CF44763B}" dt="2026-05-18T17:16:10.278" v="14243"/>
          <ac:spMkLst>
            <pc:docMk/>
            <pc:sldMk cId="3487296785" sldId="292"/>
            <ac:spMk id="3" creationId="{3645889B-07E3-AFC1-FF34-854BEA03A7BA}"/>
          </ac:spMkLst>
        </pc:spChg>
        <pc:spChg chg="del">
          <ac:chgData name="Devita, Mariano" userId="790ddd12-d095-4063-9590-047d0ef1fce2" providerId="ADAL" clId="{D72FB022-ACC1-432E-A309-C700CF44763B}" dt="2026-05-18T17:16:06.504" v="14242" actId="478"/>
          <ac:spMkLst>
            <pc:docMk/>
            <pc:sldMk cId="3487296785" sldId="292"/>
            <ac:spMk id="6" creationId="{905CCB86-302D-6726-15D2-A34A76E8104D}"/>
          </ac:spMkLst>
        </pc:spChg>
        <pc:spChg chg="mod">
          <ac:chgData name="Devita, Mariano" userId="790ddd12-d095-4063-9590-047d0ef1fce2" providerId="ADAL" clId="{D72FB022-ACC1-432E-A309-C700CF44763B}" dt="2026-05-18T17:16:53.574" v="14308" actId="1076"/>
          <ac:spMkLst>
            <pc:docMk/>
            <pc:sldMk cId="3487296785" sldId="292"/>
            <ac:spMk id="15" creationId="{2CE3DC4A-4F4A-488F-E78F-27484AF55B06}"/>
          </ac:spMkLst>
        </pc:spChg>
        <pc:spChg chg="mod">
          <ac:chgData name="Devita, Mariano" userId="790ddd12-d095-4063-9590-047d0ef1fce2" providerId="ADAL" clId="{D72FB022-ACC1-432E-A309-C700CF44763B}" dt="2026-05-18T17:16:22.307" v="14244"/>
          <ac:spMkLst>
            <pc:docMk/>
            <pc:sldMk cId="3487296785" sldId="292"/>
            <ac:spMk id="16" creationId="{442D646D-E681-4EB0-5D6B-2754E284A5B0}"/>
          </ac:spMkLst>
        </pc:spChg>
        <pc:spChg chg="del">
          <ac:chgData name="Devita, Mariano" userId="790ddd12-d095-4063-9590-047d0ef1fce2" providerId="ADAL" clId="{D72FB022-ACC1-432E-A309-C700CF44763B}" dt="2026-05-18T17:16:32.504" v="14248" actId="478"/>
          <ac:spMkLst>
            <pc:docMk/>
            <pc:sldMk cId="3487296785" sldId="292"/>
            <ac:spMk id="17" creationId="{ADC4FCFC-3B36-2807-75FB-78FE8CB1F82A}"/>
          </ac:spMkLst>
        </pc:spChg>
        <pc:spChg chg="del">
          <ac:chgData name="Devita, Mariano" userId="790ddd12-d095-4063-9590-047d0ef1fce2" providerId="ADAL" clId="{D72FB022-ACC1-432E-A309-C700CF44763B}" dt="2026-05-18T17:15:46.879" v="14237" actId="478"/>
          <ac:spMkLst>
            <pc:docMk/>
            <pc:sldMk cId="3487296785" sldId="292"/>
            <ac:spMk id="18" creationId="{EBC43C0E-7619-D707-963D-6AB1B73CF56B}"/>
          </ac:spMkLst>
        </pc:spChg>
        <pc:spChg chg="del">
          <ac:chgData name="Devita, Mariano" userId="790ddd12-d095-4063-9590-047d0ef1fce2" providerId="ADAL" clId="{D72FB022-ACC1-432E-A309-C700CF44763B}" dt="2026-05-18T17:16:06.504" v="14242" actId="478"/>
          <ac:spMkLst>
            <pc:docMk/>
            <pc:sldMk cId="3487296785" sldId="292"/>
            <ac:spMk id="21" creationId="{8AB607BF-3D74-4FDC-D91F-ECA6E7648D5F}"/>
          </ac:spMkLst>
        </pc:spChg>
        <pc:spChg chg="del">
          <ac:chgData name="Devita, Mariano" userId="790ddd12-d095-4063-9590-047d0ef1fce2" providerId="ADAL" clId="{D72FB022-ACC1-432E-A309-C700CF44763B}" dt="2026-05-18T17:16:06.504" v="14242" actId="478"/>
          <ac:spMkLst>
            <pc:docMk/>
            <pc:sldMk cId="3487296785" sldId="292"/>
            <ac:spMk id="22" creationId="{B581A3F3-42C2-A5C3-EF16-A371C95D5EAE}"/>
          </ac:spMkLst>
        </pc:spChg>
        <pc:spChg chg="add del">
          <ac:chgData name="Devita, Mariano" userId="790ddd12-d095-4063-9590-047d0ef1fce2" providerId="ADAL" clId="{D72FB022-ACC1-432E-A309-C700CF44763B}" dt="2026-05-18T17:18:45.644" v="14398" actId="478"/>
          <ac:spMkLst>
            <pc:docMk/>
            <pc:sldMk cId="3487296785" sldId="292"/>
            <ac:spMk id="26" creationId="{F02A5175-CE34-E701-6C86-E0DF07137234}"/>
          </ac:spMkLst>
        </pc:spChg>
        <pc:spChg chg="add mod">
          <ac:chgData name="Devita, Mariano" userId="790ddd12-d095-4063-9590-047d0ef1fce2" providerId="ADAL" clId="{D72FB022-ACC1-432E-A309-C700CF44763B}" dt="2026-05-18T17:20:02.352" v="14409" actId="14100"/>
          <ac:spMkLst>
            <pc:docMk/>
            <pc:sldMk cId="3487296785" sldId="292"/>
            <ac:spMk id="29" creationId="{390EE019-D470-8A59-FD4A-53AF9916A419}"/>
          </ac:spMkLst>
        </pc:spChg>
        <pc:spChg chg="del">
          <ac:chgData name="Devita, Mariano" userId="790ddd12-d095-4063-9590-047d0ef1fce2" providerId="ADAL" clId="{D72FB022-ACC1-432E-A309-C700CF44763B}" dt="2026-05-18T17:15:58.993" v="14241" actId="478"/>
          <ac:spMkLst>
            <pc:docMk/>
            <pc:sldMk cId="3487296785" sldId="292"/>
            <ac:spMk id="30" creationId="{FE2A5425-41C2-1A5C-8811-52E15178C9A9}"/>
          </ac:spMkLst>
        </pc:spChg>
        <pc:spChg chg="del">
          <ac:chgData name="Devita, Mariano" userId="790ddd12-d095-4063-9590-047d0ef1fce2" providerId="ADAL" clId="{D72FB022-ACC1-432E-A309-C700CF44763B}" dt="2026-05-18T17:15:49.638" v="14238" actId="478"/>
          <ac:spMkLst>
            <pc:docMk/>
            <pc:sldMk cId="3487296785" sldId="292"/>
            <ac:spMk id="31" creationId="{5B29A6CC-B4CC-5AFC-293E-D5418AA686D6}"/>
          </ac:spMkLst>
        </pc:spChg>
        <pc:spChg chg="add del mod">
          <ac:chgData name="Devita, Mariano" userId="790ddd12-d095-4063-9590-047d0ef1fce2" providerId="ADAL" clId="{D72FB022-ACC1-432E-A309-C700CF44763B}" dt="2026-05-18T17:19:32.544" v="14403" actId="478"/>
          <ac:spMkLst>
            <pc:docMk/>
            <pc:sldMk cId="3487296785" sldId="292"/>
            <ac:spMk id="32" creationId="{FEDD441C-959B-C603-72C6-3B85056D97ED}"/>
          </ac:spMkLst>
        </pc:spChg>
        <pc:spChg chg="add mod">
          <ac:chgData name="Devita, Mariano" userId="790ddd12-d095-4063-9590-047d0ef1fce2" providerId="ADAL" clId="{D72FB022-ACC1-432E-A309-C700CF44763B}" dt="2026-05-18T17:20:18.590" v="14416" actId="692"/>
          <ac:spMkLst>
            <pc:docMk/>
            <pc:sldMk cId="3487296785" sldId="292"/>
            <ac:spMk id="34" creationId="{7B1D9B5C-16EA-DAFE-940D-F600FF2AD6F1}"/>
          </ac:spMkLst>
        </pc:spChg>
        <pc:spChg chg="add mod">
          <ac:chgData name="Devita, Mariano" userId="790ddd12-d095-4063-9590-047d0ef1fce2" providerId="ADAL" clId="{D72FB022-ACC1-432E-A309-C700CF44763B}" dt="2026-05-18T17:20:35.815" v="14422" actId="20577"/>
          <ac:spMkLst>
            <pc:docMk/>
            <pc:sldMk cId="3487296785" sldId="292"/>
            <ac:spMk id="35" creationId="{B34170E6-A3DB-A4F9-662C-AFB923AF4DFB}"/>
          </ac:spMkLst>
        </pc:spChg>
        <pc:grpChg chg="del">
          <ac:chgData name="Devita, Mariano" userId="790ddd12-d095-4063-9590-047d0ef1fce2" providerId="ADAL" clId="{D72FB022-ACC1-432E-A309-C700CF44763B}" dt="2026-05-18T17:15:52.187" v="14239" actId="478"/>
          <ac:grpSpMkLst>
            <pc:docMk/>
            <pc:sldMk cId="3487296785" sldId="292"/>
            <ac:grpSpMk id="65" creationId="{F01A0BDC-79D0-F2CC-58C9-06C357E00D4C}"/>
          </ac:grpSpMkLst>
        </pc:grpChg>
        <pc:cxnChg chg="mod">
          <ac:chgData name="Devita, Mariano" userId="790ddd12-d095-4063-9590-047d0ef1fce2" providerId="ADAL" clId="{D72FB022-ACC1-432E-A309-C700CF44763B}" dt="2026-05-18T17:16:37.796" v="14249" actId="1076"/>
          <ac:cxnSpMkLst>
            <pc:docMk/>
            <pc:sldMk cId="3487296785" sldId="292"/>
            <ac:cxnSpMk id="2" creationId="{205F3FD9-A421-3A71-F2FF-80154F718341}"/>
          </ac:cxnSpMkLst>
        </pc:cxnChg>
        <pc:cxnChg chg="mod">
          <ac:chgData name="Devita, Mariano" userId="790ddd12-d095-4063-9590-047d0ef1fce2" providerId="ADAL" clId="{D72FB022-ACC1-432E-A309-C700CF44763B}" dt="2026-05-18T17:16:50.102" v="14307" actId="14100"/>
          <ac:cxnSpMkLst>
            <pc:docMk/>
            <pc:sldMk cId="3487296785" sldId="292"/>
            <ac:cxnSpMk id="9" creationId="{F7226A40-4108-C034-CDFD-623DF9F57384}"/>
          </ac:cxnSpMkLst>
        </pc:cxnChg>
        <pc:cxnChg chg="add mod">
          <ac:chgData name="Devita, Mariano" userId="790ddd12-d095-4063-9590-047d0ef1fce2" providerId="ADAL" clId="{D72FB022-ACC1-432E-A309-C700CF44763B}" dt="2026-05-18T17:17:45.377" v="14371" actId="692"/>
          <ac:cxnSpMkLst>
            <pc:docMk/>
            <pc:sldMk cId="3487296785" sldId="292"/>
            <ac:cxnSpMk id="11" creationId="{16D1C0AB-0C85-3DE3-068D-41D70BA922A6}"/>
          </ac:cxnSpMkLst>
        </pc:cxnChg>
        <pc:cxnChg chg="del">
          <ac:chgData name="Devita, Mariano" userId="790ddd12-d095-4063-9590-047d0ef1fce2" providerId="ADAL" clId="{D72FB022-ACC1-432E-A309-C700CF44763B}" dt="2026-05-18T17:15:56.690" v="14240" actId="478"/>
          <ac:cxnSpMkLst>
            <pc:docMk/>
            <pc:sldMk cId="3487296785" sldId="292"/>
            <ac:cxnSpMk id="12" creationId="{B61AC196-58B0-E9A7-4B1A-A1DF46D8D54E}"/>
          </ac:cxnSpMkLst>
        </pc:cxnChg>
        <pc:cxnChg chg="add mod">
          <ac:chgData name="Devita, Mariano" userId="790ddd12-d095-4063-9590-047d0ef1fce2" providerId="ADAL" clId="{D72FB022-ACC1-432E-A309-C700CF44763B}" dt="2026-05-18T17:18:15.895" v="14396" actId="692"/>
          <ac:cxnSpMkLst>
            <pc:docMk/>
            <pc:sldMk cId="3487296785" sldId="292"/>
            <ac:cxnSpMk id="13" creationId="{FFF5F739-0AAF-2FF6-840D-C54CB6295826}"/>
          </ac:cxnSpMkLst>
        </pc:cxnChg>
        <pc:cxnChg chg="del">
          <ac:chgData name="Devita, Mariano" userId="790ddd12-d095-4063-9590-047d0ef1fce2" providerId="ADAL" clId="{D72FB022-ACC1-432E-A309-C700CF44763B}" dt="2026-05-18T17:15:56.690" v="14240" actId="478"/>
          <ac:cxnSpMkLst>
            <pc:docMk/>
            <pc:sldMk cId="3487296785" sldId="292"/>
            <ac:cxnSpMk id="14" creationId="{0A6666E2-2CCA-F667-CB65-2AA146BCAD28}"/>
          </ac:cxnSpMkLst>
        </pc:cxnChg>
        <pc:cxnChg chg="del">
          <ac:chgData name="Devita, Mariano" userId="790ddd12-d095-4063-9590-047d0ef1fce2" providerId="ADAL" clId="{D72FB022-ACC1-432E-A309-C700CF44763B}" dt="2026-05-18T17:15:56.690" v="14240" actId="478"/>
          <ac:cxnSpMkLst>
            <pc:docMk/>
            <pc:sldMk cId="3487296785" sldId="292"/>
            <ac:cxnSpMk id="23" creationId="{DA3D5BFF-A249-7E3B-CE1B-F21A540844A8}"/>
          </ac:cxnSpMkLst>
        </pc:cxnChg>
        <pc:cxnChg chg="del">
          <ac:chgData name="Devita, Mariano" userId="790ddd12-d095-4063-9590-047d0ef1fce2" providerId="ADAL" clId="{D72FB022-ACC1-432E-A309-C700CF44763B}" dt="2026-05-18T17:15:56.690" v="14240" actId="478"/>
          <ac:cxnSpMkLst>
            <pc:docMk/>
            <pc:sldMk cId="3487296785" sldId="292"/>
            <ac:cxnSpMk id="27" creationId="{A9CC51C2-5572-2591-68D1-1220E46D4178}"/>
          </ac:cxnSpMkLst>
        </pc:cxnChg>
        <pc:cxnChg chg="del">
          <ac:chgData name="Devita, Mariano" userId="790ddd12-d095-4063-9590-047d0ef1fce2" providerId="ADAL" clId="{D72FB022-ACC1-432E-A309-C700CF44763B}" dt="2026-05-18T17:15:56.690" v="14240" actId="478"/>
          <ac:cxnSpMkLst>
            <pc:docMk/>
            <pc:sldMk cId="3487296785" sldId="292"/>
            <ac:cxnSpMk id="28" creationId="{F1FB08C6-73D4-C485-83E1-0AA6B677FDB6}"/>
          </ac:cxnSpMkLst>
        </pc:cxnChg>
        <pc:cxnChg chg="del">
          <ac:chgData name="Devita, Mariano" userId="790ddd12-d095-4063-9590-047d0ef1fce2" providerId="ADAL" clId="{D72FB022-ACC1-432E-A309-C700CF44763B}" dt="2026-05-18T17:15:56.690" v="14240" actId="478"/>
          <ac:cxnSpMkLst>
            <pc:docMk/>
            <pc:sldMk cId="3487296785" sldId="292"/>
            <ac:cxnSpMk id="40" creationId="{064D0D40-F521-0FF2-E70C-D21CA6306A14}"/>
          </ac:cxnSpMkLst>
        </pc:cxnChg>
        <pc:cxnChg chg="del">
          <ac:chgData name="Devita, Mariano" userId="790ddd12-d095-4063-9590-047d0ef1fce2" providerId="ADAL" clId="{D72FB022-ACC1-432E-A309-C700CF44763B}" dt="2026-05-18T17:15:56.690" v="14240" actId="478"/>
          <ac:cxnSpMkLst>
            <pc:docMk/>
            <pc:sldMk cId="3487296785" sldId="292"/>
            <ac:cxnSpMk id="43" creationId="{80FBD4D8-ADC2-1A58-85F5-C603E24B7146}"/>
          </ac:cxnSpMkLst>
        </pc:cxnChg>
        <pc:cxnChg chg="del">
          <ac:chgData name="Devita, Mariano" userId="790ddd12-d095-4063-9590-047d0ef1fce2" providerId="ADAL" clId="{D72FB022-ACC1-432E-A309-C700CF44763B}" dt="2026-05-18T17:15:56.690" v="14240" actId="478"/>
          <ac:cxnSpMkLst>
            <pc:docMk/>
            <pc:sldMk cId="3487296785" sldId="292"/>
            <ac:cxnSpMk id="46" creationId="{1230D716-AAC7-64A8-6C5E-EB04CED2065C}"/>
          </ac:cxnSpMkLst>
        </pc:cxnChg>
        <pc:cxnChg chg="del">
          <ac:chgData name="Devita, Mariano" userId="790ddd12-d095-4063-9590-047d0ef1fce2" providerId="ADAL" clId="{D72FB022-ACC1-432E-A309-C700CF44763B}" dt="2026-05-18T17:15:56.690" v="14240" actId="478"/>
          <ac:cxnSpMkLst>
            <pc:docMk/>
            <pc:sldMk cId="3487296785" sldId="292"/>
            <ac:cxnSpMk id="47" creationId="{2DC02705-CEE8-77DC-7647-31D7D68BBC09}"/>
          </ac:cxnSpMkLst>
        </pc:cxnChg>
        <pc:cxnChg chg="del">
          <ac:chgData name="Devita, Mariano" userId="790ddd12-d095-4063-9590-047d0ef1fce2" providerId="ADAL" clId="{D72FB022-ACC1-432E-A309-C700CF44763B}" dt="2026-05-18T17:15:56.690" v="14240" actId="478"/>
          <ac:cxnSpMkLst>
            <pc:docMk/>
            <pc:sldMk cId="3487296785" sldId="292"/>
            <ac:cxnSpMk id="48" creationId="{CDF148AD-0A68-A5A4-191C-731FE5CDC9CC}"/>
          </ac:cxnSpMkLst>
        </pc:cxnChg>
      </pc:sldChg>
      <pc:sldChg chg="delSp modSp add mod">
        <pc:chgData name="Devita, Mariano" userId="790ddd12-d095-4063-9590-047d0ef1fce2" providerId="ADAL" clId="{D72FB022-ACC1-432E-A309-C700CF44763B}" dt="2026-05-18T17:31:54.797" v="14976" actId="12"/>
        <pc:sldMkLst>
          <pc:docMk/>
          <pc:sldMk cId="366757712" sldId="293"/>
        </pc:sldMkLst>
        <pc:spChg chg="mod">
          <ac:chgData name="Devita, Mariano" userId="790ddd12-d095-4063-9590-047d0ef1fce2" providerId="ADAL" clId="{D72FB022-ACC1-432E-A309-C700CF44763B}" dt="2026-05-18T17:31:54.797" v="14976" actId="12"/>
          <ac:spMkLst>
            <pc:docMk/>
            <pc:sldMk cId="366757712" sldId="293"/>
            <ac:spMk id="3" creationId="{851CE941-DCC5-CD63-5D99-889E35FBC8EA}"/>
          </ac:spMkLst>
        </pc:spChg>
        <pc:spChg chg="del">
          <ac:chgData name="Devita, Mariano" userId="790ddd12-d095-4063-9590-047d0ef1fce2" providerId="ADAL" clId="{D72FB022-ACC1-432E-A309-C700CF44763B}" dt="2026-05-18T17:21:23.358" v="14440" actId="478"/>
          <ac:spMkLst>
            <pc:docMk/>
            <pc:sldMk cId="366757712" sldId="293"/>
            <ac:spMk id="15" creationId="{68398C0D-41DB-1B9B-3417-888A0391B6CD}"/>
          </ac:spMkLst>
        </pc:spChg>
        <pc:spChg chg="del">
          <ac:chgData name="Devita, Mariano" userId="790ddd12-d095-4063-9590-047d0ef1fce2" providerId="ADAL" clId="{D72FB022-ACC1-432E-A309-C700CF44763B}" dt="2026-05-18T17:21:23.358" v="14440" actId="478"/>
          <ac:spMkLst>
            <pc:docMk/>
            <pc:sldMk cId="366757712" sldId="293"/>
            <ac:spMk id="16" creationId="{EBBE626E-DA07-3638-580E-7C121C0E1D99}"/>
          </ac:spMkLst>
        </pc:spChg>
        <pc:spChg chg="del">
          <ac:chgData name="Devita, Mariano" userId="790ddd12-d095-4063-9590-047d0ef1fce2" providerId="ADAL" clId="{D72FB022-ACC1-432E-A309-C700CF44763B}" dt="2026-05-18T17:21:23.358" v="14440" actId="478"/>
          <ac:spMkLst>
            <pc:docMk/>
            <pc:sldMk cId="366757712" sldId="293"/>
            <ac:spMk id="29" creationId="{1A46EB7A-AEDB-8A26-027A-98FC33C9D7E7}"/>
          </ac:spMkLst>
        </pc:spChg>
        <pc:spChg chg="del">
          <ac:chgData name="Devita, Mariano" userId="790ddd12-d095-4063-9590-047d0ef1fce2" providerId="ADAL" clId="{D72FB022-ACC1-432E-A309-C700CF44763B}" dt="2026-05-18T17:21:23.358" v="14440" actId="478"/>
          <ac:spMkLst>
            <pc:docMk/>
            <pc:sldMk cId="366757712" sldId="293"/>
            <ac:spMk id="34" creationId="{08076B99-9810-A232-A19C-75CCA98F6CCE}"/>
          </ac:spMkLst>
        </pc:spChg>
        <pc:spChg chg="del">
          <ac:chgData name="Devita, Mariano" userId="790ddd12-d095-4063-9590-047d0ef1fce2" providerId="ADAL" clId="{D72FB022-ACC1-432E-A309-C700CF44763B}" dt="2026-05-18T17:21:23.358" v="14440" actId="478"/>
          <ac:spMkLst>
            <pc:docMk/>
            <pc:sldMk cId="366757712" sldId="293"/>
            <ac:spMk id="35" creationId="{E7B73525-21B2-33F7-C240-3C9E3E80FBF2}"/>
          </ac:spMkLst>
        </pc:spChg>
        <pc:cxnChg chg="del">
          <ac:chgData name="Devita, Mariano" userId="790ddd12-d095-4063-9590-047d0ef1fce2" providerId="ADAL" clId="{D72FB022-ACC1-432E-A309-C700CF44763B}" dt="2026-05-18T17:21:23.358" v="14440" actId="478"/>
          <ac:cxnSpMkLst>
            <pc:docMk/>
            <pc:sldMk cId="366757712" sldId="293"/>
            <ac:cxnSpMk id="2" creationId="{672DA0D1-263E-4027-2673-7C5CBFE586C6}"/>
          </ac:cxnSpMkLst>
        </pc:cxnChg>
        <pc:cxnChg chg="del">
          <ac:chgData name="Devita, Mariano" userId="790ddd12-d095-4063-9590-047d0ef1fce2" providerId="ADAL" clId="{D72FB022-ACC1-432E-A309-C700CF44763B}" dt="2026-05-18T17:21:23.358" v="14440" actId="478"/>
          <ac:cxnSpMkLst>
            <pc:docMk/>
            <pc:sldMk cId="366757712" sldId="293"/>
            <ac:cxnSpMk id="9" creationId="{B9CA0304-740B-F513-9900-EBAD80146580}"/>
          </ac:cxnSpMkLst>
        </pc:cxnChg>
        <pc:cxnChg chg="del">
          <ac:chgData name="Devita, Mariano" userId="790ddd12-d095-4063-9590-047d0ef1fce2" providerId="ADAL" clId="{D72FB022-ACC1-432E-A309-C700CF44763B}" dt="2026-05-18T17:21:23.358" v="14440" actId="478"/>
          <ac:cxnSpMkLst>
            <pc:docMk/>
            <pc:sldMk cId="366757712" sldId="293"/>
            <ac:cxnSpMk id="11" creationId="{AF72983E-BADA-771F-3F07-E8DC4F3EEED1}"/>
          </ac:cxnSpMkLst>
        </pc:cxnChg>
        <pc:cxnChg chg="del">
          <ac:chgData name="Devita, Mariano" userId="790ddd12-d095-4063-9590-047d0ef1fce2" providerId="ADAL" clId="{D72FB022-ACC1-432E-A309-C700CF44763B}" dt="2026-05-18T17:21:23.358" v="14440" actId="478"/>
          <ac:cxnSpMkLst>
            <pc:docMk/>
            <pc:sldMk cId="366757712" sldId="293"/>
            <ac:cxnSpMk id="13" creationId="{67A4691C-9967-2945-F91A-A705106B8E09}"/>
          </ac:cxnSpMkLst>
        </pc:cxnChg>
      </pc:sldChg>
      <pc:sldChg chg="addSp delSp modSp add mod">
        <pc:chgData name="Devita, Mariano" userId="790ddd12-d095-4063-9590-047d0ef1fce2" providerId="ADAL" clId="{D72FB022-ACC1-432E-A309-C700CF44763B}" dt="2026-05-18T18:23:31.732" v="15375" actId="1076"/>
        <pc:sldMkLst>
          <pc:docMk/>
          <pc:sldMk cId="3756491948" sldId="294"/>
        </pc:sldMkLst>
        <pc:spChg chg="add del mod">
          <ac:chgData name="Devita, Mariano" userId="790ddd12-d095-4063-9590-047d0ef1fce2" providerId="ADAL" clId="{D72FB022-ACC1-432E-A309-C700CF44763B}" dt="2026-05-18T18:14:54.089" v="15274" actId="478"/>
          <ac:spMkLst>
            <pc:docMk/>
            <pc:sldMk cId="3756491948" sldId="294"/>
            <ac:spMk id="2" creationId="{F0FE6A2B-4370-428A-34E3-785307B4612C}"/>
          </ac:spMkLst>
        </pc:spChg>
        <pc:spChg chg="mod">
          <ac:chgData name="Devita, Mariano" userId="790ddd12-d095-4063-9590-047d0ef1fce2" providerId="ADAL" clId="{D72FB022-ACC1-432E-A309-C700CF44763B}" dt="2026-05-18T18:08:34.970" v="15240" actId="6549"/>
          <ac:spMkLst>
            <pc:docMk/>
            <pc:sldMk cId="3756491948" sldId="294"/>
            <ac:spMk id="3" creationId="{3C39A100-5A36-502A-FEC2-95C64C8FA17D}"/>
          </ac:spMkLst>
        </pc:spChg>
        <pc:spChg chg="del mod">
          <ac:chgData name="Devita, Mariano" userId="790ddd12-d095-4063-9590-047d0ef1fce2" providerId="ADAL" clId="{D72FB022-ACC1-432E-A309-C700CF44763B}" dt="2026-05-18T18:08:53.405" v="15245" actId="478"/>
          <ac:spMkLst>
            <pc:docMk/>
            <pc:sldMk cId="3756491948" sldId="294"/>
            <ac:spMk id="9" creationId="{322FE80B-E006-571A-39BC-E0C034B825FE}"/>
          </ac:spMkLst>
        </pc:spChg>
        <pc:spChg chg="add mod">
          <ac:chgData name="Devita, Mariano" userId="790ddd12-d095-4063-9590-047d0ef1fce2" providerId="ADAL" clId="{D72FB022-ACC1-432E-A309-C700CF44763B}" dt="2026-05-18T18:20:12.766" v="15329" actId="1076"/>
          <ac:spMkLst>
            <pc:docMk/>
            <pc:sldMk cId="3756491948" sldId="294"/>
            <ac:spMk id="11" creationId="{BEB16493-8F98-6A85-67E0-13F9A7B3BC7A}"/>
          </ac:spMkLst>
        </pc:spChg>
        <pc:spChg chg="mod">
          <ac:chgData name="Devita, Mariano" userId="790ddd12-d095-4063-9590-047d0ef1fce2" providerId="ADAL" clId="{D72FB022-ACC1-432E-A309-C700CF44763B}" dt="2026-05-18T18:08:50.927" v="15244" actId="1076"/>
          <ac:spMkLst>
            <pc:docMk/>
            <pc:sldMk cId="3756491948" sldId="294"/>
            <ac:spMk id="12" creationId="{FA9CE0DF-3AD6-DEE8-DB3B-DBD6AE452E29}"/>
          </ac:spMkLst>
        </pc:spChg>
        <pc:spChg chg="del mod">
          <ac:chgData name="Devita, Mariano" userId="790ddd12-d095-4063-9590-047d0ef1fce2" providerId="ADAL" clId="{D72FB022-ACC1-432E-A309-C700CF44763B}" dt="2026-05-18T18:08:53.405" v="15245" actId="478"/>
          <ac:spMkLst>
            <pc:docMk/>
            <pc:sldMk cId="3756491948" sldId="294"/>
            <ac:spMk id="14" creationId="{4A4228A2-7E2A-DA4E-2EFE-621511ED5E7C}"/>
          </ac:spMkLst>
        </pc:spChg>
        <pc:spChg chg="mod">
          <ac:chgData name="Devita, Mariano" userId="790ddd12-d095-4063-9590-047d0ef1fce2" providerId="ADAL" clId="{D72FB022-ACC1-432E-A309-C700CF44763B}" dt="2026-05-18T18:20:55.850" v="15343" actId="1076"/>
          <ac:spMkLst>
            <pc:docMk/>
            <pc:sldMk cId="3756491948" sldId="294"/>
            <ac:spMk id="15" creationId="{EC7431F1-431C-788E-CF0B-997BBADA7D2C}"/>
          </ac:spMkLst>
        </pc:spChg>
        <pc:spChg chg="add mod">
          <ac:chgData name="Devita, Mariano" userId="790ddd12-d095-4063-9590-047d0ef1fce2" providerId="ADAL" clId="{D72FB022-ACC1-432E-A309-C700CF44763B}" dt="2026-05-18T18:19:42.745" v="15323" actId="1076"/>
          <ac:spMkLst>
            <pc:docMk/>
            <pc:sldMk cId="3756491948" sldId="294"/>
            <ac:spMk id="16" creationId="{AE42BBDE-1BC3-0307-81E5-2C8A6AAA0F5F}"/>
          </ac:spMkLst>
        </pc:spChg>
        <pc:spChg chg="del">
          <ac:chgData name="Devita, Mariano" userId="790ddd12-d095-4063-9590-047d0ef1fce2" providerId="ADAL" clId="{D72FB022-ACC1-432E-A309-C700CF44763B}" dt="2026-05-18T18:07:18.664" v="15210" actId="478"/>
          <ac:spMkLst>
            <pc:docMk/>
            <pc:sldMk cId="3756491948" sldId="294"/>
            <ac:spMk id="17" creationId="{A75A814A-A22B-1C7E-2E81-F4045CD21535}"/>
          </ac:spMkLst>
        </pc:spChg>
        <pc:spChg chg="del">
          <ac:chgData name="Devita, Mariano" userId="790ddd12-d095-4063-9590-047d0ef1fce2" providerId="ADAL" clId="{D72FB022-ACC1-432E-A309-C700CF44763B}" dt="2026-05-18T18:07:18.664" v="15210" actId="478"/>
          <ac:spMkLst>
            <pc:docMk/>
            <pc:sldMk cId="3756491948" sldId="294"/>
            <ac:spMk id="18" creationId="{929E7C87-7A52-729C-ED38-DC7D17A2E49F}"/>
          </ac:spMkLst>
        </pc:spChg>
        <pc:spChg chg="add mod">
          <ac:chgData name="Devita, Mariano" userId="790ddd12-d095-4063-9590-047d0ef1fce2" providerId="ADAL" clId="{D72FB022-ACC1-432E-A309-C700CF44763B}" dt="2026-05-18T18:22:32.900" v="15367" actId="1076"/>
          <ac:spMkLst>
            <pc:docMk/>
            <pc:sldMk cId="3756491948" sldId="294"/>
            <ac:spMk id="19" creationId="{BB83B854-8B6F-5A58-B0CD-8E2A7C55053A}"/>
          </ac:spMkLst>
        </pc:spChg>
        <pc:spChg chg="add mod">
          <ac:chgData name="Devita, Mariano" userId="790ddd12-d095-4063-9590-047d0ef1fce2" providerId="ADAL" clId="{D72FB022-ACC1-432E-A309-C700CF44763B}" dt="2026-05-18T18:23:21.532" v="15373" actId="14100"/>
          <ac:spMkLst>
            <pc:docMk/>
            <pc:sldMk cId="3756491948" sldId="294"/>
            <ac:spMk id="20" creationId="{A1923DD3-BBFC-3670-4AB7-D20C5436F7BF}"/>
          </ac:spMkLst>
        </pc:spChg>
        <pc:spChg chg="add mod">
          <ac:chgData name="Devita, Mariano" userId="790ddd12-d095-4063-9590-047d0ef1fce2" providerId="ADAL" clId="{D72FB022-ACC1-432E-A309-C700CF44763B}" dt="2026-05-18T18:23:31.732" v="15375" actId="1076"/>
          <ac:spMkLst>
            <pc:docMk/>
            <pc:sldMk cId="3756491948" sldId="294"/>
            <ac:spMk id="21" creationId="{CE6F2D63-AE8E-77ED-64F1-F09B23DBE045}"/>
          </ac:spMkLst>
        </pc:spChg>
      </pc:sldChg>
      <pc:sldChg chg="addSp delSp modSp add mod">
        <pc:chgData name="Devita, Mariano" userId="790ddd12-d095-4063-9590-047d0ef1fce2" providerId="ADAL" clId="{D72FB022-ACC1-432E-A309-C700CF44763B}" dt="2026-05-18T18:25:08.664" v="15390" actId="1076"/>
        <pc:sldMkLst>
          <pc:docMk/>
          <pc:sldMk cId="170409187" sldId="295"/>
        </pc:sldMkLst>
        <pc:spChg chg="add mod">
          <ac:chgData name="Devita, Mariano" userId="790ddd12-d095-4063-9590-047d0ef1fce2" providerId="ADAL" clId="{D72FB022-ACC1-432E-A309-C700CF44763B}" dt="2026-05-18T18:25:08.664" v="15390" actId="1076"/>
          <ac:spMkLst>
            <pc:docMk/>
            <pc:sldMk cId="170409187" sldId="295"/>
            <ac:spMk id="2" creationId="{239A9AD5-CAC9-15F2-14A8-DAAC33EF2B23}"/>
          </ac:spMkLst>
        </pc:spChg>
        <pc:spChg chg="del">
          <ac:chgData name="Devita, Mariano" userId="790ddd12-d095-4063-9590-047d0ef1fce2" providerId="ADAL" clId="{D72FB022-ACC1-432E-A309-C700CF44763B}" dt="2026-05-18T18:24:36.611" v="15381" actId="478"/>
          <ac:spMkLst>
            <pc:docMk/>
            <pc:sldMk cId="170409187" sldId="295"/>
            <ac:spMk id="11" creationId="{71CAA899-EEF1-4D9E-A814-732625766E59}"/>
          </ac:spMkLst>
        </pc:spChg>
        <pc:spChg chg="mod">
          <ac:chgData name="Devita, Mariano" userId="790ddd12-d095-4063-9590-047d0ef1fce2" providerId="ADAL" clId="{D72FB022-ACC1-432E-A309-C700CF44763B}" dt="2026-05-18T18:24:32.870" v="15380" actId="1076"/>
          <ac:spMkLst>
            <pc:docMk/>
            <pc:sldMk cId="170409187" sldId="295"/>
            <ac:spMk id="12" creationId="{A0B52B97-8814-F31F-203D-CB9A629ADAF5}"/>
          </ac:spMkLst>
        </pc:spChg>
        <pc:spChg chg="mod">
          <ac:chgData name="Devita, Mariano" userId="790ddd12-d095-4063-9590-047d0ef1fce2" providerId="ADAL" clId="{D72FB022-ACC1-432E-A309-C700CF44763B}" dt="2026-05-18T18:24:13.367" v="15378" actId="1076"/>
          <ac:spMkLst>
            <pc:docMk/>
            <pc:sldMk cId="170409187" sldId="295"/>
            <ac:spMk id="15" creationId="{098E34E3-984A-17DA-0CEF-A7752CE388FB}"/>
          </ac:spMkLst>
        </pc:spChg>
        <pc:spChg chg="del">
          <ac:chgData name="Devita, Mariano" userId="790ddd12-d095-4063-9590-047d0ef1fce2" providerId="ADAL" clId="{D72FB022-ACC1-432E-A309-C700CF44763B}" dt="2026-05-18T18:24:36.611" v="15381" actId="478"/>
          <ac:spMkLst>
            <pc:docMk/>
            <pc:sldMk cId="170409187" sldId="295"/>
            <ac:spMk id="16" creationId="{2479369E-3E07-2FA0-17F4-41273ADEB822}"/>
          </ac:spMkLst>
        </pc:spChg>
        <pc:spChg chg="del">
          <ac:chgData name="Devita, Mariano" userId="790ddd12-d095-4063-9590-047d0ef1fce2" providerId="ADAL" clId="{D72FB022-ACC1-432E-A309-C700CF44763B}" dt="2026-05-18T18:24:36.611" v="15381" actId="478"/>
          <ac:spMkLst>
            <pc:docMk/>
            <pc:sldMk cId="170409187" sldId="295"/>
            <ac:spMk id="19" creationId="{AF9C1C59-81B6-F8A9-1F3E-F51F9DE42047}"/>
          </ac:spMkLst>
        </pc:spChg>
        <pc:spChg chg="del">
          <ac:chgData name="Devita, Mariano" userId="790ddd12-d095-4063-9590-047d0ef1fce2" providerId="ADAL" clId="{D72FB022-ACC1-432E-A309-C700CF44763B}" dt="2026-05-18T18:24:36.611" v="15381" actId="478"/>
          <ac:spMkLst>
            <pc:docMk/>
            <pc:sldMk cId="170409187" sldId="295"/>
            <ac:spMk id="20" creationId="{4D4E9E21-6FE0-EF3D-B603-FF7E22B8DE0D}"/>
          </ac:spMkLst>
        </pc:spChg>
        <pc:spChg chg="del">
          <ac:chgData name="Devita, Mariano" userId="790ddd12-d095-4063-9590-047d0ef1fce2" providerId="ADAL" clId="{D72FB022-ACC1-432E-A309-C700CF44763B}" dt="2026-05-18T18:24:36.611" v="15381" actId="478"/>
          <ac:spMkLst>
            <pc:docMk/>
            <pc:sldMk cId="170409187" sldId="295"/>
            <ac:spMk id="21" creationId="{940B359F-326A-84F8-AAD1-FE5FCB442EE3}"/>
          </ac:spMkLst>
        </pc:spChg>
      </pc:sldChg>
      <pc:sldChg chg="addSp delSp modSp add mod">
        <pc:chgData name="Devita, Mariano" userId="790ddd12-d095-4063-9590-047d0ef1fce2" providerId="ADAL" clId="{D72FB022-ACC1-432E-A309-C700CF44763B}" dt="2026-05-18T18:54:10.356" v="15462" actId="1076"/>
        <pc:sldMkLst>
          <pc:docMk/>
          <pc:sldMk cId="1026231981" sldId="296"/>
        </pc:sldMkLst>
        <pc:spChg chg="mod">
          <ac:chgData name="Devita, Mariano" userId="790ddd12-d095-4063-9590-047d0ef1fce2" providerId="ADAL" clId="{D72FB022-ACC1-432E-A309-C700CF44763B}" dt="2026-05-18T18:54:10.356" v="15462" actId="1076"/>
          <ac:spMkLst>
            <pc:docMk/>
            <pc:sldMk cId="1026231981" sldId="296"/>
            <ac:spMk id="2" creationId="{227B099B-CC2F-53DB-65AB-AED025949A89}"/>
          </ac:spMkLst>
        </pc:spChg>
        <pc:spChg chg="del">
          <ac:chgData name="Devita, Mariano" userId="790ddd12-d095-4063-9590-047d0ef1fce2" providerId="ADAL" clId="{D72FB022-ACC1-432E-A309-C700CF44763B}" dt="2026-05-18T18:46:29.139" v="15393" actId="478"/>
          <ac:spMkLst>
            <pc:docMk/>
            <pc:sldMk cId="1026231981" sldId="296"/>
            <ac:spMk id="3" creationId="{AAA5C480-E47A-6163-1DAC-D53C52EFD318}"/>
          </ac:spMkLst>
        </pc:spChg>
        <pc:spChg chg="add mod">
          <ac:chgData name="Devita, Mariano" userId="790ddd12-d095-4063-9590-047d0ef1fce2" providerId="ADAL" clId="{D72FB022-ACC1-432E-A309-C700CF44763B}" dt="2026-05-18T18:54:10.356" v="15462" actId="1076"/>
          <ac:spMkLst>
            <pc:docMk/>
            <pc:sldMk cId="1026231981" sldId="296"/>
            <ac:spMk id="4" creationId="{F50AC7B1-D2EA-D381-CE05-2CA7B7C1BD1A}"/>
          </ac:spMkLst>
        </pc:spChg>
        <pc:spChg chg="del">
          <ac:chgData name="Devita, Mariano" userId="790ddd12-d095-4063-9590-047d0ef1fce2" providerId="ADAL" clId="{D72FB022-ACC1-432E-A309-C700CF44763B}" dt="2026-05-18T18:46:29.139" v="15393" actId="478"/>
          <ac:spMkLst>
            <pc:docMk/>
            <pc:sldMk cId="1026231981" sldId="296"/>
            <ac:spMk id="8" creationId="{C377D2FC-55FF-D65D-FF99-0B451E104F31}"/>
          </ac:spMkLst>
        </pc:spChg>
        <pc:spChg chg="add mod">
          <ac:chgData name="Devita, Mariano" userId="790ddd12-d095-4063-9590-047d0ef1fce2" providerId="ADAL" clId="{D72FB022-ACC1-432E-A309-C700CF44763B}" dt="2026-05-18T18:54:10.356" v="15462" actId="1076"/>
          <ac:spMkLst>
            <pc:docMk/>
            <pc:sldMk cId="1026231981" sldId="296"/>
            <ac:spMk id="9" creationId="{60C33DA2-0C2F-95B8-542B-E7AAA2D1AD13}"/>
          </ac:spMkLst>
        </pc:spChg>
        <pc:spChg chg="del">
          <ac:chgData name="Devita, Mariano" userId="790ddd12-d095-4063-9590-047d0ef1fce2" providerId="ADAL" clId="{D72FB022-ACC1-432E-A309-C700CF44763B}" dt="2026-05-18T18:46:29.139" v="15393" actId="478"/>
          <ac:spMkLst>
            <pc:docMk/>
            <pc:sldMk cId="1026231981" sldId="296"/>
            <ac:spMk id="12" creationId="{192D1899-3FF5-59E4-D43A-FBE443583231}"/>
          </ac:spMkLst>
        </pc:spChg>
        <pc:spChg chg="del">
          <ac:chgData name="Devita, Mariano" userId="790ddd12-d095-4063-9590-047d0ef1fce2" providerId="ADAL" clId="{D72FB022-ACC1-432E-A309-C700CF44763B}" dt="2026-05-18T18:46:25.040" v="15392" actId="478"/>
          <ac:spMkLst>
            <pc:docMk/>
            <pc:sldMk cId="1026231981" sldId="296"/>
            <ac:spMk id="15" creationId="{D3E5B879-0595-EEA9-E9C5-C0F64D2DA283}"/>
          </ac:spMkLst>
        </pc:spChg>
        <pc:spChg chg="add mod">
          <ac:chgData name="Devita, Mariano" userId="790ddd12-d095-4063-9590-047d0ef1fce2" providerId="ADAL" clId="{D72FB022-ACC1-432E-A309-C700CF44763B}" dt="2026-05-18T18:47:53.631" v="15409" actId="1076"/>
          <ac:spMkLst>
            <pc:docMk/>
            <pc:sldMk cId="1026231981" sldId="296"/>
            <ac:spMk id="16" creationId="{FDEF3DA4-F6F5-2C91-E485-F1E7D3227790}"/>
          </ac:spMkLst>
        </pc:spChg>
        <pc:spChg chg="add del">
          <ac:chgData name="Devita, Mariano" userId="790ddd12-d095-4063-9590-047d0ef1fce2" providerId="ADAL" clId="{D72FB022-ACC1-432E-A309-C700CF44763B}" dt="2026-05-18T18:48:06.775" v="15411" actId="478"/>
          <ac:spMkLst>
            <pc:docMk/>
            <pc:sldMk cId="1026231981" sldId="296"/>
            <ac:spMk id="17" creationId="{5EAAD000-78AB-D56E-FBD0-768859569B1C}"/>
          </ac:spMkLst>
        </pc:spChg>
        <pc:spChg chg="add del">
          <ac:chgData name="Devita, Mariano" userId="790ddd12-d095-4063-9590-047d0ef1fce2" providerId="ADAL" clId="{D72FB022-ACC1-432E-A309-C700CF44763B}" dt="2026-05-18T18:48:36.175" v="15413" actId="478"/>
          <ac:spMkLst>
            <pc:docMk/>
            <pc:sldMk cId="1026231981" sldId="296"/>
            <ac:spMk id="18" creationId="{97052F8B-6ABA-6244-13EC-2BBC670CDB09}"/>
          </ac:spMkLst>
        </pc:spChg>
        <pc:spChg chg="add del">
          <ac:chgData name="Devita, Mariano" userId="790ddd12-d095-4063-9590-047d0ef1fce2" providerId="ADAL" clId="{D72FB022-ACC1-432E-A309-C700CF44763B}" dt="2026-05-18T18:49:05.519" v="15415" actId="478"/>
          <ac:spMkLst>
            <pc:docMk/>
            <pc:sldMk cId="1026231981" sldId="296"/>
            <ac:spMk id="19" creationId="{F6F207C1-3941-5DD2-D4EF-5F29C99CE1E0}"/>
          </ac:spMkLst>
        </pc:spChg>
        <pc:spChg chg="add del">
          <ac:chgData name="Devita, Mariano" userId="790ddd12-d095-4063-9590-047d0ef1fce2" providerId="ADAL" clId="{D72FB022-ACC1-432E-A309-C700CF44763B}" dt="2026-05-18T18:49:33.718" v="15417" actId="478"/>
          <ac:spMkLst>
            <pc:docMk/>
            <pc:sldMk cId="1026231981" sldId="296"/>
            <ac:spMk id="20" creationId="{FBBCF3B8-4911-3FF1-1DEA-05147DBD6805}"/>
          </ac:spMkLst>
        </pc:spChg>
        <pc:spChg chg="add mod">
          <ac:chgData name="Devita, Mariano" userId="790ddd12-d095-4063-9590-047d0ef1fce2" providerId="ADAL" clId="{D72FB022-ACC1-432E-A309-C700CF44763B}" dt="2026-05-18T18:50:40.001" v="15428" actId="206"/>
          <ac:spMkLst>
            <pc:docMk/>
            <pc:sldMk cId="1026231981" sldId="296"/>
            <ac:spMk id="21" creationId="{DDED3AF0-B50A-8FCA-EE94-ACC236F70293}"/>
          </ac:spMkLst>
        </pc:spChg>
        <pc:spChg chg="add mod">
          <ac:chgData name="Devita, Mariano" userId="790ddd12-d095-4063-9590-047d0ef1fce2" providerId="ADAL" clId="{D72FB022-ACC1-432E-A309-C700CF44763B}" dt="2026-05-18T18:51:55.781" v="15447" actId="207"/>
          <ac:spMkLst>
            <pc:docMk/>
            <pc:sldMk cId="1026231981" sldId="296"/>
            <ac:spMk id="27" creationId="{3FF0CB73-1C7A-898E-90FE-95F5ECD563D0}"/>
          </ac:spMkLst>
        </pc:spChg>
        <pc:spChg chg="add mod">
          <ac:chgData name="Devita, Mariano" userId="790ddd12-d095-4063-9590-047d0ef1fce2" providerId="ADAL" clId="{D72FB022-ACC1-432E-A309-C700CF44763B}" dt="2026-05-18T18:51:29.077" v="15441" actId="571"/>
          <ac:spMkLst>
            <pc:docMk/>
            <pc:sldMk cId="1026231981" sldId="296"/>
            <ac:spMk id="28" creationId="{457881C6-ED68-8200-1CCB-D51353A076D7}"/>
          </ac:spMkLst>
        </pc:spChg>
        <pc:spChg chg="add mod">
          <ac:chgData name="Devita, Mariano" userId="790ddd12-d095-4063-9590-047d0ef1fce2" providerId="ADAL" clId="{D72FB022-ACC1-432E-A309-C700CF44763B}" dt="2026-05-18T18:54:10.356" v="15462" actId="1076"/>
          <ac:spMkLst>
            <pc:docMk/>
            <pc:sldMk cId="1026231981" sldId="296"/>
            <ac:spMk id="29" creationId="{1B984990-E38F-452D-8E77-D2C292736B8C}"/>
          </ac:spMkLst>
        </pc:spChg>
        <pc:spChg chg="add mod">
          <ac:chgData name="Devita, Mariano" userId="790ddd12-d095-4063-9590-047d0ef1fce2" providerId="ADAL" clId="{D72FB022-ACC1-432E-A309-C700CF44763B}" dt="2026-05-18T18:54:10.356" v="15462" actId="1076"/>
          <ac:spMkLst>
            <pc:docMk/>
            <pc:sldMk cId="1026231981" sldId="296"/>
            <ac:spMk id="30" creationId="{3483B7E2-CBAC-8462-1486-7C665CC00818}"/>
          </ac:spMkLst>
        </pc:spChg>
        <pc:spChg chg="add mod">
          <ac:chgData name="Devita, Mariano" userId="790ddd12-d095-4063-9590-047d0ef1fce2" providerId="ADAL" clId="{D72FB022-ACC1-432E-A309-C700CF44763B}" dt="2026-05-18T18:53:42.497" v="15461" actId="114"/>
          <ac:spMkLst>
            <pc:docMk/>
            <pc:sldMk cId="1026231981" sldId="296"/>
            <ac:spMk id="31" creationId="{C63842F1-AF01-FC9F-4924-EA7112245D30}"/>
          </ac:spMkLst>
        </pc:spChg>
        <pc:cxnChg chg="add mod">
          <ac:chgData name="Devita, Mariano" userId="790ddd12-d095-4063-9590-047d0ef1fce2" providerId="ADAL" clId="{D72FB022-ACC1-432E-A309-C700CF44763B}" dt="2026-05-18T18:47:28.164" v="15402" actId="1076"/>
          <ac:cxnSpMkLst>
            <pc:docMk/>
            <pc:sldMk cId="1026231981" sldId="296"/>
            <ac:cxnSpMk id="11" creationId="{6FB956AA-941B-9E4F-723C-4C1599487A20}"/>
          </ac:cxnSpMkLst>
        </pc:cxnChg>
        <pc:cxnChg chg="add mod">
          <ac:chgData name="Devita, Mariano" userId="790ddd12-d095-4063-9590-047d0ef1fce2" providerId="ADAL" clId="{D72FB022-ACC1-432E-A309-C700CF44763B}" dt="2026-05-18T18:47:28.164" v="15402" actId="1076"/>
          <ac:cxnSpMkLst>
            <pc:docMk/>
            <pc:sldMk cId="1026231981" sldId="296"/>
            <ac:cxnSpMk id="13" creationId="{FBCEF55E-D3CA-C8C3-C021-A069C498D8CE}"/>
          </ac:cxnSpMkLst>
        </pc:cxnChg>
        <pc:cxnChg chg="add mod">
          <ac:chgData name="Devita, Mariano" userId="790ddd12-d095-4063-9590-047d0ef1fce2" providerId="ADAL" clId="{D72FB022-ACC1-432E-A309-C700CF44763B}" dt="2026-05-18T18:50:58.845" v="15433" actId="692"/>
          <ac:cxnSpMkLst>
            <pc:docMk/>
            <pc:sldMk cId="1026231981" sldId="296"/>
            <ac:cxnSpMk id="23" creationId="{37E06350-2EE9-4046-432D-CF3046E69519}"/>
          </ac:cxnSpMkLst>
        </pc:cxnChg>
      </pc:sldChg>
    </pc:docChg>
  </pc:docChgLst>
  <pc:docChgLst>
    <pc:chgData name="Devita, Mariano" userId="790ddd12-d095-4063-9590-047d0ef1fce2" providerId="ADAL" clId="{CCBA6F51-92DE-43A8-901F-B14A75114952}"/>
    <pc:docChg chg="undo custSel addSld delSld modSld sldOrd">
      <pc:chgData name="Devita, Mariano" userId="790ddd12-d095-4063-9590-047d0ef1fce2" providerId="ADAL" clId="{CCBA6F51-92DE-43A8-901F-B14A75114952}" dt="2026-05-18T02:59:18.306" v="2892" actId="20577"/>
      <pc:docMkLst>
        <pc:docMk/>
      </pc:docMkLst>
      <pc:sldChg chg="addSp delSp modSp del mod">
        <pc:chgData name="Devita, Mariano" userId="790ddd12-d095-4063-9590-047d0ef1fce2" providerId="ADAL" clId="{CCBA6F51-92DE-43A8-901F-B14A75114952}" dt="2026-05-17T23:53:11.768" v="2098" actId="47"/>
        <pc:sldMkLst>
          <pc:docMk/>
          <pc:sldMk cId="1367159607" sldId="257"/>
        </pc:sldMkLst>
      </pc:sldChg>
      <pc:sldChg chg="modSp del mod">
        <pc:chgData name="Devita, Mariano" userId="790ddd12-d095-4063-9590-047d0ef1fce2" providerId="ADAL" clId="{CCBA6F51-92DE-43A8-901F-B14A75114952}" dt="2026-05-17T23:53:11.768" v="2098" actId="47"/>
        <pc:sldMkLst>
          <pc:docMk/>
          <pc:sldMk cId="3089178181" sldId="258"/>
        </pc:sldMkLst>
      </pc:sldChg>
      <pc:sldChg chg="modSp del mod modNotesTx">
        <pc:chgData name="Devita, Mariano" userId="790ddd12-d095-4063-9590-047d0ef1fce2" providerId="ADAL" clId="{CCBA6F51-92DE-43A8-901F-B14A75114952}" dt="2026-05-17T23:54:38.624" v="2137" actId="47"/>
        <pc:sldMkLst>
          <pc:docMk/>
          <pc:sldMk cId="36716778" sldId="259"/>
        </pc:sldMkLst>
      </pc:sldChg>
      <pc:sldChg chg="delSp modSp del mod ord">
        <pc:chgData name="Devita, Mariano" userId="790ddd12-d095-4063-9590-047d0ef1fce2" providerId="ADAL" clId="{CCBA6F51-92DE-43A8-901F-B14A75114952}" dt="2026-05-17T23:53:11.768" v="2098" actId="47"/>
        <pc:sldMkLst>
          <pc:docMk/>
          <pc:sldMk cId="1043087789" sldId="260"/>
        </pc:sldMkLst>
      </pc:sldChg>
      <pc:sldChg chg="addSp delSp modSp del mod">
        <pc:chgData name="Devita, Mariano" userId="790ddd12-d095-4063-9590-047d0ef1fce2" providerId="ADAL" clId="{CCBA6F51-92DE-43A8-901F-B14A75114952}" dt="2026-05-17T23:53:11.768" v="2098" actId="47"/>
        <pc:sldMkLst>
          <pc:docMk/>
          <pc:sldMk cId="3088391572" sldId="262"/>
        </pc:sldMkLst>
      </pc:sldChg>
      <pc:sldChg chg="modSp del mod">
        <pc:chgData name="Devita, Mariano" userId="790ddd12-d095-4063-9590-047d0ef1fce2" providerId="ADAL" clId="{CCBA6F51-92DE-43A8-901F-B14A75114952}" dt="2026-05-17T23:54:38.624" v="2137" actId="47"/>
        <pc:sldMkLst>
          <pc:docMk/>
          <pc:sldMk cId="451311008" sldId="263"/>
        </pc:sldMkLst>
      </pc:sldChg>
      <pc:sldChg chg="del">
        <pc:chgData name="Devita, Mariano" userId="790ddd12-d095-4063-9590-047d0ef1fce2" providerId="ADAL" clId="{CCBA6F51-92DE-43A8-901F-B14A75114952}" dt="2026-05-17T23:53:11.768" v="2098" actId="47"/>
        <pc:sldMkLst>
          <pc:docMk/>
          <pc:sldMk cId="423198741" sldId="265"/>
        </pc:sldMkLst>
      </pc:sldChg>
      <pc:sldChg chg="modSp mod modNotesTx">
        <pc:chgData name="Devita, Mariano" userId="790ddd12-d095-4063-9590-047d0ef1fce2" providerId="ADAL" clId="{CCBA6F51-92DE-43A8-901F-B14A75114952}" dt="2026-05-18T01:02:31.157" v="2139" actId="20577"/>
        <pc:sldMkLst>
          <pc:docMk/>
          <pc:sldMk cId="2642345643" sldId="266"/>
        </pc:sldMkLst>
        <pc:spChg chg="mod">
          <ac:chgData name="Devita, Mariano" userId="790ddd12-d095-4063-9590-047d0ef1fce2" providerId="ADAL" clId="{CCBA6F51-92DE-43A8-901F-B14A75114952}" dt="2026-04-18T14:21:56.234" v="714"/>
          <ac:spMkLst>
            <pc:docMk/>
            <pc:sldMk cId="2642345643" sldId="266"/>
            <ac:spMk id="6" creationId="{63678043-2F32-6582-D59F-E9059AD0EF13}"/>
          </ac:spMkLst>
        </pc:spChg>
        <pc:spChg chg="mod">
          <ac:chgData name="Devita, Mariano" userId="790ddd12-d095-4063-9590-047d0ef1fce2" providerId="ADAL" clId="{CCBA6F51-92DE-43A8-901F-B14A75114952}" dt="2026-05-17T23:53:18.829" v="2110" actId="20577"/>
          <ac:spMkLst>
            <pc:docMk/>
            <pc:sldMk cId="2642345643" sldId="266"/>
            <ac:spMk id="7" creationId="{21A7077B-CF95-DA12-2073-FC8149D7C299}"/>
          </ac:spMkLst>
        </pc:spChg>
      </pc:sldChg>
      <pc:sldChg chg="del">
        <pc:chgData name="Devita, Mariano" userId="790ddd12-d095-4063-9590-047d0ef1fce2" providerId="ADAL" clId="{CCBA6F51-92DE-43A8-901F-B14A75114952}" dt="2026-05-17T23:54:38.624" v="2137" actId="47"/>
        <pc:sldMkLst>
          <pc:docMk/>
          <pc:sldMk cId="596885420" sldId="267"/>
        </pc:sldMkLst>
      </pc:sldChg>
      <pc:sldChg chg="modSp del mod">
        <pc:chgData name="Devita, Mariano" userId="790ddd12-d095-4063-9590-047d0ef1fce2" providerId="ADAL" clId="{CCBA6F51-92DE-43A8-901F-B14A75114952}" dt="2026-05-17T23:54:38.624" v="2137" actId="47"/>
        <pc:sldMkLst>
          <pc:docMk/>
          <pc:sldMk cId="2112972116" sldId="269"/>
        </pc:sldMkLst>
      </pc:sldChg>
      <pc:sldChg chg="modSp del">
        <pc:chgData name="Devita, Mariano" userId="790ddd12-d095-4063-9590-047d0ef1fce2" providerId="ADAL" clId="{CCBA6F51-92DE-43A8-901F-B14A75114952}" dt="2026-05-17T23:54:38.624" v="2137" actId="47"/>
        <pc:sldMkLst>
          <pc:docMk/>
          <pc:sldMk cId="3697573161" sldId="270"/>
        </pc:sldMkLst>
      </pc:sldChg>
      <pc:sldChg chg="modSp del mod">
        <pc:chgData name="Devita, Mariano" userId="790ddd12-d095-4063-9590-047d0ef1fce2" providerId="ADAL" clId="{CCBA6F51-92DE-43A8-901F-B14A75114952}" dt="2026-05-17T23:54:38.624" v="2137" actId="47"/>
        <pc:sldMkLst>
          <pc:docMk/>
          <pc:sldMk cId="3602756881" sldId="271"/>
        </pc:sldMkLst>
      </pc:sldChg>
      <pc:sldChg chg="modSp del">
        <pc:chgData name="Devita, Mariano" userId="790ddd12-d095-4063-9590-047d0ef1fce2" providerId="ADAL" clId="{CCBA6F51-92DE-43A8-901F-B14A75114952}" dt="2026-05-17T23:54:38.624" v="2137" actId="47"/>
        <pc:sldMkLst>
          <pc:docMk/>
          <pc:sldMk cId="6178563" sldId="272"/>
        </pc:sldMkLst>
      </pc:sldChg>
      <pc:sldChg chg="addSp delSp modSp new del mod ord">
        <pc:chgData name="Devita, Mariano" userId="790ddd12-d095-4063-9590-047d0ef1fce2" providerId="ADAL" clId="{CCBA6F51-92DE-43A8-901F-B14A75114952}" dt="2026-05-17T23:53:11.768" v="2098" actId="47"/>
        <pc:sldMkLst>
          <pc:docMk/>
          <pc:sldMk cId="65182198" sldId="273"/>
        </pc:sldMkLst>
      </pc:sldChg>
      <pc:sldChg chg="modSp del mod">
        <pc:chgData name="Devita, Mariano" userId="790ddd12-d095-4063-9590-047d0ef1fce2" providerId="ADAL" clId="{CCBA6F51-92DE-43A8-901F-B14A75114952}" dt="2026-05-17T23:53:11.768" v="2098" actId="47"/>
        <pc:sldMkLst>
          <pc:docMk/>
          <pc:sldMk cId="1336501256" sldId="274"/>
        </pc:sldMkLst>
      </pc:sldChg>
      <pc:sldChg chg="modSp mod modNotesTx">
        <pc:chgData name="Devita, Mariano" userId="790ddd12-d095-4063-9590-047d0ef1fce2" providerId="ADAL" clId="{CCBA6F51-92DE-43A8-901F-B14A75114952}" dt="2026-05-18T01:02:35.718" v="2140" actId="20577"/>
        <pc:sldMkLst>
          <pc:docMk/>
          <pc:sldMk cId="804690771" sldId="277"/>
        </pc:sldMkLst>
        <pc:spChg chg="mod">
          <ac:chgData name="Devita, Mariano" userId="790ddd12-d095-4063-9590-047d0ef1fce2" providerId="ADAL" clId="{CCBA6F51-92DE-43A8-901F-B14A75114952}" dt="2026-05-17T23:53:25.268" v="2124" actId="20577"/>
          <ac:spMkLst>
            <pc:docMk/>
            <pc:sldMk cId="804690771" sldId="277"/>
            <ac:spMk id="7" creationId="{59D51A74-97D0-E09A-53B5-685CCDF85E2F}"/>
          </ac:spMkLst>
        </pc:spChg>
      </pc:sldChg>
      <pc:sldChg chg="modSp mod modNotesTx">
        <pc:chgData name="Devita, Mariano" userId="790ddd12-d095-4063-9590-047d0ef1fce2" providerId="ADAL" clId="{CCBA6F51-92DE-43A8-901F-B14A75114952}" dt="2026-05-18T01:02:40.681" v="2141" actId="20577"/>
        <pc:sldMkLst>
          <pc:docMk/>
          <pc:sldMk cId="1764889403" sldId="278"/>
        </pc:sldMkLst>
        <pc:spChg chg="mod">
          <ac:chgData name="Devita, Mariano" userId="790ddd12-d095-4063-9590-047d0ef1fce2" providerId="ADAL" clId="{CCBA6F51-92DE-43A8-901F-B14A75114952}" dt="2026-05-17T23:53:31.247" v="2136" actId="20577"/>
          <ac:spMkLst>
            <pc:docMk/>
            <pc:sldMk cId="1764889403" sldId="278"/>
            <ac:spMk id="7" creationId="{85370E15-CD3E-C875-ACC6-E9351F8ED2EC}"/>
          </ac:spMkLst>
        </pc:spChg>
      </pc:sldChg>
      <pc:sldChg chg="addSp delSp modSp add mod">
        <pc:chgData name="Devita, Mariano" userId="790ddd12-d095-4063-9590-047d0ef1fce2" providerId="ADAL" clId="{CCBA6F51-92DE-43A8-901F-B14A75114952}" dt="2026-05-18T02:33:10.920" v="2258" actId="14100"/>
        <pc:sldMkLst>
          <pc:docMk/>
          <pc:sldMk cId="2756611753" sldId="279"/>
        </pc:sldMkLst>
        <pc:spChg chg="del">
          <ac:chgData name="Devita, Mariano" userId="790ddd12-d095-4063-9590-047d0ef1fce2" providerId="ADAL" clId="{CCBA6F51-92DE-43A8-901F-B14A75114952}" dt="2026-05-18T02:15:04.607" v="2171" actId="478"/>
          <ac:spMkLst>
            <pc:docMk/>
            <pc:sldMk cId="2756611753" sldId="279"/>
            <ac:spMk id="2" creationId="{290C7B0E-F0C2-E073-12D0-3731EC9D50E3}"/>
          </ac:spMkLst>
        </pc:spChg>
        <pc:spChg chg="del">
          <ac:chgData name="Devita, Mariano" userId="790ddd12-d095-4063-9590-047d0ef1fce2" providerId="ADAL" clId="{CCBA6F51-92DE-43A8-901F-B14A75114952}" dt="2026-05-18T02:15:04.607" v="2171" actId="478"/>
          <ac:spMkLst>
            <pc:docMk/>
            <pc:sldMk cId="2756611753" sldId="279"/>
            <ac:spMk id="3" creationId="{9D183B9D-2A79-B85F-64D6-A9CD9BE36E5B}"/>
          </ac:spMkLst>
        </pc:spChg>
        <pc:spChg chg="del">
          <ac:chgData name="Devita, Mariano" userId="790ddd12-d095-4063-9590-047d0ef1fce2" providerId="ADAL" clId="{CCBA6F51-92DE-43A8-901F-B14A75114952}" dt="2026-05-18T02:15:04.607" v="2171" actId="478"/>
          <ac:spMkLst>
            <pc:docMk/>
            <pc:sldMk cId="2756611753" sldId="279"/>
            <ac:spMk id="4" creationId="{94EAF04D-96CE-764F-109D-786B3D58560A}"/>
          </ac:spMkLst>
        </pc:spChg>
        <pc:spChg chg="add mod">
          <ac:chgData name="Devita, Mariano" userId="790ddd12-d095-4063-9590-047d0ef1fce2" providerId="ADAL" clId="{CCBA6F51-92DE-43A8-901F-B14A75114952}" dt="2026-05-18T02:33:10.920" v="2258" actId="14100"/>
          <ac:spMkLst>
            <pc:docMk/>
            <pc:sldMk cId="2756611753" sldId="279"/>
            <ac:spMk id="6" creationId="{F7477ED8-B11B-664B-DD1D-FD78C143842C}"/>
          </ac:spMkLst>
        </pc:spChg>
        <pc:spChg chg="mod">
          <ac:chgData name="Devita, Mariano" userId="790ddd12-d095-4063-9590-047d0ef1fce2" providerId="ADAL" clId="{CCBA6F51-92DE-43A8-901F-B14A75114952}" dt="2026-05-18T02:15:23.012" v="2188" actId="20577"/>
          <ac:spMkLst>
            <pc:docMk/>
            <pc:sldMk cId="2756611753" sldId="279"/>
            <ac:spMk id="7" creationId="{22BE2B14-96C6-CBE7-4C51-DDCC25CB120F}"/>
          </ac:spMkLst>
        </pc:spChg>
        <pc:spChg chg="del">
          <ac:chgData name="Devita, Mariano" userId="790ddd12-d095-4063-9590-047d0ef1fce2" providerId="ADAL" clId="{CCBA6F51-92DE-43A8-901F-B14A75114952}" dt="2026-05-18T02:15:04.607" v="2171" actId="478"/>
          <ac:spMkLst>
            <pc:docMk/>
            <pc:sldMk cId="2756611753" sldId="279"/>
            <ac:spMk id="11" creationId="{D74A0203-4682-41CA-3BDA-B090D0BEFB58}"/>
          </ac:spMkLst>
        </pc:spChg>
        <pc:spChg chg="del">
          <ac:chgData name="Devita, Mariano" userId="790ddd12-d095-4063-9590-047d0ef1fce2" providerId="ADAL" clId="{CCBA6F51-92DE-43A8-901F-B14A75114952}" dt="2026-05-18T02:15:04.607" v="2171" actId="478"/>
          <ac:spMkLst>
            <pc:docMk/>
            <pc:sldMk cId="2756611753" sldId="279"/>
            <ac:spMk id="14" creationId="{0C282FEC-07B3-522E-BE56-C7C5B81C898A}"/>
          </ac:spMkLst>
        </pc:spChg>
        <pc:spChg chg="del">
          <ac:chgData name="Devita, Mariano" userId="790ddd12-d095-4063-9590-047d0ef1fce2" providerId="ADAL" clId="{CCBA6F51-92DE-43A8-901F-B14A75114952}" dt="2026-05-18T02:15:04.607" v="2171" actId="478"/>
          <ac:spMkLst>
            <pc:docMk/>
            <pc:sldMk cId="2756611753" sldId="279"/>
            <ac:spMk id="15" creationId="{65ABFDF3-0F30-6A70-CBFA-DEAF1DD2390A}"/>
          </ac:spMkLst>
        </pc:spChg>
        <pc:cxnChg chg="del">
          <ac:chgData name="Devita, Mariano" userId="790ddd12-d095-4063-9590-047d0ef1fce2" providerId="ADAL" clId="{CCBA6F51-92DE-43A8-901F-B14A75114952}" dt="2026-05-18T02:15:04.607" v="2171" actId="478"/>
          <ac:cxnSpMkLst>
            <pc:docMk/>
            <pc:sldMk cId="2756611753" sldId="279"/>
            <ac:cxnSpMk id="8" creationId="{847A71A7-C376-D78F-590E-7A4884414634}"/>
          </ac:cxnSpMkLst>
        </pc:cxnChg>
        <pc:cxnChg chg="del">
          <ac:chgData name="Devita, Mariano" userId="790ddd12-d095-4063-9590-047d0ef1fce2" providerId="ADAL" clId="{CCBA6F51-92DE-43A8-901F-B14A75114952}" dt="2026-05-18T02:15:04.607" v="2171" actId="478"/>
          <ac:cxnSpMkLst>
            <pc:docMk/>
            <pc:sldMk cId="2756611753" sldId="279"/>
            <ac:cxnSpMk id="9" creationId="{A69CBC9C-63DC-B8E4-34B1-E4438D602AD7}"/>
          </ac:cxnSpMkLst>
        </pc:cxnChg>
      </pc:sldChg>
      <pc:sldChg chg="del">
        <pc:chgData name="Devita, Mariano" userId="790ddd12-d095-4063-9590-047d0ef1fce2" providerId="ADAL" clId="{CCBA6F51-92DE-43A8-901F-B14A75114952}" dt="2026-05-17T23:54:38.624" v="2137" actId="47"/>
        <pc:sldMkLst>
          <pc:docMk/>
          <pc:sldMk cId="3799565953" sldId="279"/>
        </pc:sldMkLst>
      </pc:sldChg>
      <pc:sldChg chg="addSp modSp add mod">
        <pc:chgData name="Devita, Mariano" userId="790ddd12-d095-4063-9590-047d0ef1fce2" providerId="ADAL" clId="{CCBA6F51-92DE-43A8-901F-B14A75114952}" dt="2026-05-18T02:57:01.019" v="2845" actId="20577"/>
        <pc:sldMkLst>
          <pc:docMk/>
          <pc:sldMk cId="2947730990" sldId="280"/>
        </pc:sldMkLst>
        <pc:spChg chg="add mod">
          <ac:chgData name="Devita, Mariano" userId="790ddd12-d095-4063-9590-047d0ef1fce2" providerId="ADAL" clId="{CCBA6F51-92DE-43A8-901F-B14A75114952}" dt="2026-05-18T02:45:41.227" v="2662" actId="1076"/>
          <ac:spMkLst>
            <pc:docMk/>
            <pc:sldMk cId="2947730990" sldId="280"/>
            <ac:spMk id="2" creationId="{31721AEE-B16E-2D6B-79F6-EABB022B98FA}"/>
          </ac:spMkLst>
        </pc:spChg>
        <pc:spChg chg="add mod">
          <ac:chgData name="Devita, Mariano" userId="790ddd12-d095-4063-9590-047d0ef1fce2" providerId="ADAL" clId="{CCBA6F51-92DE-43A8-901F-B14A75114952}" dt="2026-05-18T02:45:41.227" v="2662" actId="1076"/>
          <ac:spMkLst>
            <pc:docMk/>
            <pc:sldMk cId="2947730990" sldId="280"/>
            <ac:spMk id="3" creationId="{77BB3092-8880-B37A-B424-51EEF340EDD3}"/>
          </ac:spMkLst>
        </pc:spChg>
        <pc:spChg chg="add mod">
          <ac:chgData name="Devita, Mariano" userId="790ddd12-d095-4063-9590-047d0ef1fce2" providerId="ADAL" clId="{CCBA6F51-92DE-43A8-901F-B14A75114952}" dt="2026-05-18T02:45:41.227" v="2662" actId="1076"/>
          <ac:spMkLst>
            <pc:docMk/>
            <pc:sldMk cId="2947730990" sldId="280"/>
            <ac:spMk id="4" creationId="{87E37FAB-3CD4-A970-FF11-7C9C03D6A096}"/>
          </ac:spMkLst>
        </pc:spChg>
        <pc:spChg chg="mod">
          <ac:chgData name="Devita, Mariano" userId="790ddd12-d095-4063-9590-047d0ef1fce2" providerId="ADAL" clId="{CCBA6F51-92DE-43A8-901F-B14A75114952}" dt="2026-05-18T02:33:24.083" v="2273" actId="20577"/>
          <ac:spMkLst>
            <pc:docMk/>
            <pc:sldMk cId="2947730990" sldId="280"/>
            <ac:spMk id="6" creationId="{4F15A1D6-7761-6B71-24CD-ACA147A61390}"/>
          </ac:spMkLst>
        </pc:spChg>
        <pc:spChg chg="add mod">
          <ac:chgData name="Devita, Mariano" userId="790ddd12-d095-4063-9590-047d0ef1fce2" providerId="ADAL" clId="{CCBA6F51-92DE-43A8-901F-B14A75114952}" dt="2026-05-18T02:46:07.372" v="2663" actId="1076"/>
          <ac:spMkLst>
            <pc:docMk/>
            <pc:sldMk cId="2947730990" sldId="280"/>
            <ac:spMk id="8" creationId="{3D446E25-26D7-0C3A-533F-59E2FE193B8F}"/>
          </ac:spMkLst>
        </pc:spChg>
        <pc:spChg chg="add mod">
          <ac:chgData name="Devita, Mariano" userId="790ddd12-d095-4063-9590-047d0ef1fce2" providerId="ADAL" clId="{CCBA6F51-92DE-43A8-901F-B14A75114952}" dt="2026-05-18T02:46:48.188" v="2691" actId="20577"/>
          <ac:spMkLst>
            <pc:docMk/>
            <pc:sldMk cId="2947730990" sldId="280"/>
            <ac:spMk id="9" creationId="{654558D4-9DA6-EC8B-A953-7ED8B47E7863}"/>
          </ac:spMkLst>
        </pc:spChg>
        <pc:spChg chg="add mod">
          <ac:chgData name="Devita, Mariano" userId="790ddd12-d095-4063-9590-047d0ef1fce2" providerId="ADAL" clId="{CCBA6F51-92DE-43A8-901F-B14A75114952}" dt="2026-05-18T02:57:01.019" v="2845" actId="20577"/>
          <ac:spMkLst>
            <pc:docMk/>
            <pc:sldMk cId="2947730990" sldId="280"/>
            <ac:spMk id="11" creationId="{24EDFE19-600C-3FD8-93F4-146F5C8A4CED}"/>
          </ac:spMkLst>
        </pc:spChg>
      </pc:sldChg>
      <pc:sldChg chg="addSp delSp modSp add mod ord">
        <pc:chgData name="Devita, Mariano" userId="790ddd12-d095-4063-9590-047d0ef1fce2" providerId="ADAL" clId="{CCBA6F51-92DE-43A8-901F-B14A75114952}" dt="2026-05-18T02:44:34.271" v="2652"/>
        <pc:sldMkLst>
          <pc:docMk/>
          <pc:sldMk cId="548260132" sldId="281"/>
        </pc:sldMkLst>
        <pc:spChg chg="mod">
          <ac:chgData name="Devita, Mariano" userId="790ddd12-d095-4063-9590-047d0ef1fce2" providerId="ADAL" clId="{CCBA6F51-92DE-43A8-901F-B14A75114952}" dt="2026-05-18T02:38:20.102" v="2435" actId="1076"/>
          <ac:spMkLst>
            <pc:docMk/>
            <pc:sldMk cId="548260132" sldId="281"/>
            <ac:spMk id="2" creationId="{A5DB1CDE-36BF-0973-10A2-405E5E641860}"/>
          </ac:spMkLst>
        </pc:spChg>
        <pc:spChg chg="del">
          <ac:chgData name="Devita, Mariano" userId="790ddd12-d095-4063-9590-047d0ef1fce2" providerId="ADAL" clId="{CCBA6F51-92DE-43A8-901F-B14A75114952}" dt="2026-05-18T02:38:47.808" v="2439" actId="478"/>
          <ac:spMkLst>
            <pc:docMk/>
            <pc:sldMk cId="548260132" sldId="281"/>
            <ac:spMk id="3" creationId="{26866904-666A-41DA-6ECE-D9D0F0FB8C40}"/>
          </ac:spMkLst>
        </pc:spChg>
        <pc:spChg chg="del">
          <ac:chgData name="Devita, Mariano" userId="790ddd12-d095-4063-9590-047d0ef1fce2" providerId="ADAL" clId="{CCBA6F51-92DE-43A8-901F-B14A75114952}" dt="2026-05-18T02:42:39.680" v="2576" actId="478"/>
          <ac:spMkLst>
            <pc:docMk/>
            <pc:sldMk cId="548260132" sldId="281"/>
            <ac:spMk id="4" creationId="{E952A301-9DED-1259-E2F6-492FB2029AA0}"/>
          </ac:spMkLst>
        </pc:spChg>
        <pc:spChg chg="mod">
          <ac:chgData name="Devita, Mariano" userId="790ddd12-d095-4063-9590-047d0ef1fce2" providerId="ADAL" clId="{CCBA6F51-92DE-43A8-901F-B14A75114952}" dt="2026-05-18T02:38:32.142" v="2436" actId="14100"/>
          <ac:spMkLst>
            <pc:docMk/>
            <pc:sldMk cId="548260132" sldId="281"/>
            <ac:spMk id="6" creationId="{0CA2DB82-345E-5C25-2721-4EF5EA3E3A33}"/>
          </ac:spMkLst>
        </pc:spChg>
        <pc:spChg chg="del">
          <ac:chgData name="Devita, Mariano" userId="790ddd12-d095-4063-9590-047d0ef1fce2" providerId="ADAL" clId="{CCBA6F51-92DE-43A8-901F-B14A75114952}" dt="2026-05-18T02:38:47.808" v="2439" actId="478"/>
          <ac:spMkLst>
            <pc:docMk/>
            <pc:sldMk cId="548260132" sldId="281"/>
            <ac:spMk id="8" creationId="{096A9F56-2F16-F9D0-DBBF-245D4F2067C0}"/>
          </ac:spMkLst>
        </pc:spChg>
        <pc:spChg chg="add mod">
          <ac:chgData name="Devita, Mariano" userId="790ddd12-d095-4063-9590-047d0ef1fce2" providerId="ADAL" clId="{CCBA6F51-92DE-43A8-901F-B14A75114952}" dt="2026-05-18T02:44:34.271" v="2652"/>
          <ac:spMkLst>
            <pc:docMk/>
            <pc:sldMk cId="548260132" sldId="281"/>
            <ac:spMk id="11" creationId="{1381FA0E-54FD-FC30-64AB-6CEC15C46155}"/>
          </ac:spMkLst>
        </pc:spChg>
        <pc:spChg chg="add del mod">
          <ac:chgData name="Devita, Mariano" userId="790ddd12-d095-4063-9590-047d0ef1fce2" providerId="ADAL" clId="{CCBA6F51-92DE-43A8-901F-B14A75114952}" dt="2026-05-18T02:44:19.438" v="2650" actId="21"/>
          <ac:spMkLst>
            <pc:docMk/>
            <pc:sldMk cId="548260132" sldId="281"/>
            <ac:spMk id="12" creationId="{C7EC56C4-DEC7-AE27-F60C-51EA3FF0BC5B}"/>
          </ac:spMkLst>
        </pc:spChg>
        <pc:spChg chg="add mod">
          <ac:chgData name="Devita, Mariano" userId="790ddd12-d095-4063-9590-047d0ef1fce2" providerId="ADAL" clId="{CCBA6F51-92DE-43A8-901F-B14A75114952}" dt="2026-05-18T02:44:23.050" v="2651"/>
          <ac:spMkLst>
            <pc:docMk/>
            <pc:sldMk cId="548260132" sldId="281"/>
            <ac:spMk id="13" creationId="{C7EC56C4-DEC7-AE27-F60C-51EA3FF0BC5B}"/>
          </ac:spMkLst>
        </pc:spChg>
      </pc:sldChg>
      <pc:sldChg chg="del">
        <pc:chgData name="Devita, Mariano" userId="790ddd12-d095-4063-9590-047d0ef1fce2" providerId="ADAL" clId="{CCBA6F51-92DE-43A8-901F-B14A75114952}" dt="2026-05-17T23:54:38.624" v="2137" actId="47"/>
        <pc:sldMkLst>
          <pc:docMk/>
          <pc:sldMk cId="2557100224" sldId="281"/>
        </pc:sldMkLst>
      </pc:sldChg>
      <pc:sldChg chg="addSp delSp modSp add mod">
        <pc:chgData name="Devita, Mariano" userId="790ddd12-d095-4063-9590-047d0ef1fce2" providerId="ADAL" clId="{CCBA6F51-92DE-43A8-901F-B14A75114952}" dt="2026-05-18T02:59:18.306" v="2892" actId="20577"/>
        <pc:sldMkLst>
          <pc:docMk/>
          <pc:sldMk cId="1546354020" sldId="282"/>
        </pc:sldMkLst>
        <pc:spChg chg="mod">
          <ac:chgData name="Devita, Mariano" userId="790ddd12-d095-4063-9590-047d0ef1fce2" providerId="ADAL" clId="{CCBA6F51-92DE-43A8-901F-B14A75114952}" dt="2026-05-18T02:47:16.900" v="2698" actId="20577"/>
          <ac:spMkLst>
            <pc:docMk/>
            <pc:sldMk cId="1546354020" sldId="282"/>
            <ac:spMk id="2" creationId="{0D816F67-A19F-AE46-7504-5EFDA7031BBA}"/>
          </ac:spMkLst>
        </pc:spChg>
        <pc:spChg chg="del">
          <ac:chgData name="Devita, Mariano" userId="790ddd12-d095-4063-9590-047d0ef1fce2" providerId="ADAL" clId="{CCBA6F51-92DE-43A8-901F-B14A75114952}" dt="2026-05-18T02:47:20.382" v="2699" actId="478"/>
          <ac:spMkLst>
            <pc:docMk/>
            <pc:sldMk cId="1546354020" sldId="282"/>
            <ac:spMk id="3" creationId="{1117700F-5B44-2C48-6C7A-5BAA65FC838E}"/>
          </ac:spMkLst>
        </pc:spChg>
        <pc:spChg chg="del">
          <ac:chgData name="Devita, Mariano" userId="790ddd12-d095-4063-9590-047d0ef1fce2" providerId="ADAL" clId="{CCBA6F51-92DE-43A8-901F-B14A75114952}" dt="2026-05-18T02:49:33.457" v="2739" actId="478"/>
          <ac:spMkLst>
            <pc:docMk/>
            <pc:sldMk cId="1546354020" sldId="282"/>
            <ac:spMk id="4" creationId="{EDCBD94D-D3CF-0A8F-D9F9-388985462EEA}"/>
          </ac:spMkLst>
        </pc:spChg>
        <pc:spChg chg="del">
          <ac:chgData name="Devita, Mariano" userId="790ddd12-d095-4063-9590-047d0ef1fce2" providerId="ADAL" clId="{CCBA6F51-92DE-43A8-901F-B14A75114952}" dt="2026-05-18T02:49:35.493" v="2740" actId="478"/>
          <ac:spMkLst>
            <pc:docMk/>
            <pc:sldMk cId="1546354020" sldId="282"/>
            <ac:spMk id="8" creationId="{A027A305-5103-F055-A95A-1C4DC4F41C89}"/>
          </ac:spMkLst>
        </pc:spChg>
        <pc:spChg chg="del">
          <ac:chgData name="Devita, Mariano" userId="790ddd12-d095-4063-9590-047d0ef1fce2" providerId="ADAL" clId="{CCBA6F51-92DE-43A8-901F-B14A75114952}" dt="2026-05-18T02:49:33.457" v="2739" actId="478"/>
          <ac:spMkLst>
            <pc:docMk/>
            <pc:sldMk cId="1546354020" sldId="282"/>
            <ac:spMk id="9" creationId="{8B76B1FE-3024-7CC3-3147-7F922A6C0AF8}"/>
          </ac:spMkLst>
        </pc:spChg>
        <pc:spChg chg="add mod">
          <ac:chgData name="Devita, Mariano" userId="790ddd12-d095-4063-9590-047d0ef1fce2" providerId="ADAL" clId="{CCBA6F51-92DE-43A8-901F-B14A75114952}" dt="2026-05-18T02:49:47.552" v="2742" actId="1076"/>
          <ac:spMkLst>
            <pc:docMk/>
            <pc:sldMk cId="1546354020" sldId="282"/>
            <ac:spMk id="11" creationId="{F1276469-98A2-43BF-62AC-534C35D8AA8E}"/>
          </ac:spMkLst>
        </pc:spChg>
        <pc:spChg chg="add mod">
          <ac:chgData name="Devita, Mariano" userId="790ddd12-d095-4063-9590-047d0ef1fce2" providerId="ADAL" clId="{CCBA6F51-92DE-43A8-901F-B14A75114952}" dt="2026-05-18T02:59:18.306" v="2892" actId="20577"/>
          <ac:spMkLst>
            <pc:docMk/>
            <pc:sldMk cId="1546354020" sldId="282"/>
            <ac:spMk id="12" creationId="{E2CC5FF4-F037-2531-EB90-D6D9F3949F88}"/>
          </ac:spMkLst>
        </pc:spChg>
      </pc:sldChg>
      <pc:sldChg chg="del">
        <pc:chgData name="Devita, Mariano" userId="790ddd12-d095-4063-9590-047d0ef1fce2" providerId="ADAL" clId="{CCBA6F51-92DE-43A8-901F-B14A75114952}" dt="2026-05-17T23:54:38.624" v="2137" actId="47"/>
        <pc:sldMkLst>
          <pc:docMk/>
          <pc:sldMk cId="649734303" sldId="283"/>
        </pc:sldMkLst>
      </pc:sldChg>
      <pc:sldChg chg="del">
        <pc:chgData name="Devita, Mariano" userId="790ddd12-d095-4063-9590-047d0ef1fce2" providerId="ADAL" clId="{CCBA6F51-92DE-43A8-901F-B14A75114952}" dt="2026-05-17T23:54:38.624" v="2137" actId="47"/>
        <pc:sldMkLst>
          <pc:docMk/>
          <pc:sldMk cId="946661949" sldId="284"/>
        </pc:sldMkLst>
      </pc:sldChg>
      <pc:sldChg chg="del">
        <pc:chgData name="Devita, Mariano" userId="790ddd12-d095-4063-9590-047d0ef1fce2" providerId="ADAL" clId="{CCBA6F51-92DE-43A8-901F-B14A75114952}" dt="2026-05-17T23:54:38.624" v="2137" actId="47"/>
        <pc:sldMkLst>
          <pc:docMk/>
          <pc:sldMk cId="1682099021" sldId="285"/>
        </pc:sldMkLst>
      </pc:sldChg>
      <pc:sldChg chg="del">
        <pc:chgData name="Devita, Mariano" userId="790ddd12-d095-4063-9590-047d0ef1fce2" providerId="ADAL" clId="{CCBA6F51-92DE-43A8-901F-B14A75114952}" dt="2026-05-17T23:53:11.768" v="2098" actId="47"/>
        <pc:sldMkLst>
          <pc:docMk/>
          <pc:sldMk cId="2690471110" sldId="286"/>
        </pc:sldMkLst>
      </pc:sldChg>
      <pc:sldChg chg="modSp del mod">
        <pc:chgData name="Devita, Mariano" userId="790ddd12-d095-4063-9590-047d0ef1fce2" providerId="ADAL" clId="{CCBA6F51-92DE-43A8-901F-B14A75114952}" dt="2026-05-17T23:53:11.768" v="2098" actId="47"/>
        <pc:sldMkLst>
          <pc:docMk/>
          <pc:sldMk cId="1659522194" sldId="287"/>
        </pc:sldMkLst>
      </pc:sldChg>
      <pc:sldChg chg="addSp delSp modSp add del mod ord">
        <pc:chgData name="Devita, Mariano" userId="790ddd12-d095-4063-9590-047d0ef1fce2" providerId="ADAL" clId="{CCBA6F51-92DE-43A8-901F-B14A75114952}" dt="2026-05-17T23:54:38.624" v="2137" actId="47"/>
        <pc:sldMkLst>
          <pc:docMk/>
          <pc:sldMk cId="1078624865" sldId="288"/>
        </pc:sldMkLst>
      </pc:sldChg>
      <pc:sldChg chg="addSp delSp modSp add del mod">
        <pc:chgData name="Devita, Mariano" userId="790ddd12-d095-4063-9590-047d0ef1fce2" providerId="ADAL" clId="{CCBA6F51-92DE-43A8-901F-B14A75114952}" dt="2026-05-17T23:54:38.624" v="2137" actId="47"/>
        <pc:sldMkLst>
          <pc:docMk/>
          <pc:sldMk cId="1865262064" sldId="289"/>
        </pc:sldMkLst>
      </pc:sldChg>
      <pc:sldChg chg="addSp delSp modSp add del mod">
        <pc:chgData name="Devita, Mariano" userId="790ddd12-d095-4063-9590-047d0ef1fce2" providerId="ADAL" clId="{CCBA6F51-92DE-43A8-901F-B14A75114952}" dt="2026-05-17T23:54:38.624" v="2137" actId="47"/>
        <pc:sldMkLst>
          <pc:docMk/>
          <pc:sldMk cId="3367127760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23384-5EE5-4CB5-9D5D-FCE48CF34B54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D6F28-6B8B-4B26-A2BC-836610540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1856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54296-8FBD-EBF0-ADBA-D55FD049E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0159B8A-3C3B-5D23-7D68-76663679C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95F134-B8D0-4EF6-7151-1E9B33BD3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C0F267-00A8-2928-317D-47964B85F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66992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2975D-D717-3760-6D32-3D9AFD30C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848D33-B582-9B3B-8716-D7D39F6F8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36D10F-F285-3979-AB55-791D524AB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D62F73-15BF-3D96-B4C0-D817A201D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8358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7D2D-FCA3-F1BB-A37E-130C6254E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0991EEC-B86B-C4CB-6FF4-C57780F5F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F5BB008-10B5-D30E-3A43-07CC88504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736D86-612B-2693-E8C3-806F653D5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3580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1A017-2B6C-C802-5630-4E76BB151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520BAE3-7FFE-6A47-CC26-1CA92F783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0440C0E-FD72-BE4B-592E-CD2C7337F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9B03A3-1628-D586-94BF-3C53773FE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6802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C7A6F-97DC-1CDE-72C4-0E889B1EC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20497B-98EA-AC80-12DE-AB111F409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F57F236-C486-CCEF-D71A-615153C48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5C6243-0A6E-FFC5-091E-8761554D3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3274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11F07-7436-1B9D-D666-D36D15F05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3324631-0EAA-1A33-393F-F634DBC69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511692-355E-6D82-1C6C-1B3355B72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575DDD-7040-C5B1-DC57-795BAABF0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49309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8B238-8A05-5523-E599-DB4EF319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6E4744E-1429-FEFA-2F29-2819583BA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4B51224-D8C7-8527-4FB2-8BA9E1A0D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D72BB3-F413-98E1-EB0A-95FF422BC8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4984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2898-8B53-D304-FE17-5B4C84CB2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119467-3DB6-4960-F6C4-E30AE587F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ECD739D-6489-9A5E-8F9C-221FDAD90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C186A9-A744-CE06-2B07-211855CBC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3039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DE661-288A-6045-4FC7-EA19EF677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51B734-2FA5-8D58-F813-AA1DC80A7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C08080C-B66A-0907-4678-C3DE42F14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696681-8497-839D-D24B-377A30A52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54314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34B45-64FF-CEFE-55D4-1162733B1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DBA821C-261E-CB11-3523-61C0D6683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F62CF0C-BA33-D2ED-5798-5610E4EE0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E5BC82-3F26-440F-7921-3AD158A7C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92735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94B0-A909-6CF3-F5A5-E6390BDA6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8AA5686-97E3-C0F5-6F2D-7E1494496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A001FAC-D25B-1FC6-DD1F-E4FB3DC03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CB642D-051D-BD50-7747-99C2E7BA0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75685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D6940-2C6E-C3BD-44D8-C1CD456D1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04CB9B-0A1F-B10A-ED2E-F651AC943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7DD6EB-EAAA-E927-4FA6-B8E04BD54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71AA62-926E-A79D-2E58-8DFD71C3E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83205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29098-3633-36AC-32CC-3E7DBD876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C4DF40D-E75B-6ADD-08A8-EE61C55BE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513B94-90C6-6ACD-4AFB-C93397607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F25DAC-F3EB-BB8E-922D-24911FE9C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19258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1D969-CD09-CCB2-376F-DA74FDD99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446E21-6DA1-3C6D-8263-4EC2E381E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910B5D1-ED0F-0777-078A-423E1FADE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431C92-A2B3-4F3A-9946-2E11A21F2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50406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1C49D-12DA-9844-85B9-1D7286474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31E6C0-E104-462A-EBCB-CFCCD4FA1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3974781-7188-843B-7108-8365A6523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22C137-6F22-1171-1A83-99CF0B068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16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9679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667FB-AE14-6B2F-C4A3-CEA65E771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811F76-3353-2F2C-047C-C3B4D769D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978FD9-C121-1D6B-768A-823011896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9A6F4D-3133-96D2-4493-F006AD3DF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17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85451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9777D-C8DE-484D-870D-541D32711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D4297E-FDBF-5DDD-621C-15284BD4C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CD00512-28CC-2F5C-DD65-77CA65C55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AF9FE9-FDDA-13E1-2876-4C68D1F85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894047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ADD2-F666-9DBF-AEEC-948D3E0F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5FAA349-0868-6970-B0CA-FBFF78AAE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95D25C-C728-E226-C431-BFA2A9991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65FD6E-9315-EE87-8A72-D87E30F86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19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6373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2097B-E52D-FFDE-7C06-B0236B29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F38143C-7A4B-440A-8BA6-A5B0A822B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7CA2642-B30E-E60A-6843-022AF43A4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83F93F-9E2E-64C0-28A7-8ACD4B0D6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20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79446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54D9-1D64-EE54-1EA1-530731F32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55FA599-642D-7C53-1ABD-8932C089C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48810B6-152A-FD7C-8FD0-FE8A95336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E83BC7-A4A8-88CF-A345-695A8551E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D6F28-6B8B-4B26-A2BC-83661054027C}" type="slidenum">
              <a:rPr lang="es-AR" smtClean="0"/>
              <a:t>21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7859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EC28A-FE7E-3F02-0D9C-7D7BAB16F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D036A2-4B85-BDC7-AE89-E19F3EAE9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959D2F-471D-B8BA-BAC3-16933C271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D385-4FAF-4E4E-BA82-36905E5B7CC6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B78831-6208-AB73-F309-C88BF308E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2033EF-BBB6-C09B-4FC6-A0BE9E1E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46AF-F29B-4072-BFC1-F830832FF4C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9074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FE2A1E-341D-A5DA-9417-6D6A54E6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368ECA-D459-B9A1-B4C2-140F8ADFE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E543A-4174-C7EC-3FAB-D7757453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D385-4FAF-4E4E-BA82-36905E5B7CC6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0FE798-248D-E18A-4168-B29C249C3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C9DA81-F207-9597-C7D4-9A16407A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46AF-F29B-4072-BFC1-F830832FF4C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5652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65763-9293-2E5F-DF38-02E2E06D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6AEED9-0FDB-9523-3868-A47EEE972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FE00A3-C711-CEB5-728F-A3723D2F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D385-4FAF-4E4E-BA82-36905E5B7CC6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3FCF2D-BFF5-DD20-AFE5-E77F4103C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40EA85-59D8-B812-5337-EAF250E4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46AF-F29B-4072-BFC1-F830832FF4C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395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11D9F-C745-EC47-CA9B-624673906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5FCAA3-E966-5B4E-DDF4-8F1900C80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42DCE2-4256-143D-8DEE-35C97BAE4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8E6FF2-B83A-A2F2-BB25-0A3FF91E8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D385-4FAF-4E4E-BA82-36905E5B7CC6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31BCAA-80FD-D553-AF31-78C9B7AD0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F5D1C8-A848-DD72-494C-90C74EF6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46AF-F29B-4072-BFC1-F830832FF4C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1800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A957B-E46E-E2E0-63E8-87F63D42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4D6FB9-1C42-407B-11F4-69AAEEF2F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9C4FE5-38F4-B512-0453-E3B1E8D9E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B9677D4-090B-EA12-2A45-3D5439734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0A7254D-F23D-248A-9D9E-9C51EBC62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BBE3A72-E313-7388-3A7E-4C9D5B25C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D385-4FAF-4E4E-BA82-36905E5B7CC6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9BC6961-4418-27A5-615D-B66632A6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3CABF86-8C66-CB3B-1D6C-0AC7717CD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46AF-F29B-4072-BFC1-F830832FF4C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857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81417-3911-A09B-1E43-C5FDA6B7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9BA087-DCF5-B057-3EAC-D94428AE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D385-4FAF-4E4E-BA82-36905E5B7CC6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0F63AFE-6442-5647-A49E-FA49ADA7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B0DF9D-B59B-3442-82E1-DB4E9796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46AF-F29B-4072-BFC1-F830832FF4C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3797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26301E-C340-8278-416A-E391DFCC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D385-4FAF-4E4E-BA82-36905E5B7CC6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9ACC0-4604-20A5-2BDD-7D265627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1BD4EE-E15F-0E0A-9161-AA0D300D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46AF-F29B-4072-BFC1-F830832FF4C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80695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67CD6-5BD0-9CD0-6C81-B868C5623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77DA56-72E5-7BE3-AF8A-4F1AA240F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4F8FB7-6554-8FB8-5C23-7629AF56F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62C2D1-EF23-2995-BC0C-60A0D21AC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D385-4FAF-4E4E-BA82-36905E5B7CC6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3613AA-B232-9D96-0C36-4051789C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570AFD-181F-08C7-70CF-DFF87875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46AF-F29B-4072-BFC1-F830832FF4C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2717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89594-B0E5-CC9B-9C64-74D974E55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FD61E3C-22BE-6B1E-2940-7D1A8EFF7D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5093CF-4111-4C20-E8B3-EF1EE96F2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AD0F78-D3D0-EDB2-3585-605C56BCB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D385-4FAF-4E4E-BA82-36905E5B7CC6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074540-9F05-C672-76C8-59169249A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DB977B-CC49-AEA1-1B4E-5CE96EEE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46AF-F29B-4072-BFC1-F830832FF4C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6312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6F5A1-19FA-4C1B-BCA0-E4C0B352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BD73A4-1E79-6FC3-A4C0-F094F8BA2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D1401-4604-04FB-C9AB-35DA7C573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D385-4FAF-4E4E-BA82-36905E5B7CC6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FDF17B-4077-49EE-F426-8767DA9D0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C56C4A-E111-F5DC-D333-79286364F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46AF-F29B-4072-BFC1-F830832FF4C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657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D3EED01-02BF-8EDB-F8AD-19E2AC19C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757620-D0E2-5A24-7121-29958E005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61C011-85EC-1883-0949-C24D8C87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D385-4FAF-4E4E-BA82-36905E5B7CC6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66744F-AC74-F6F6-22E7-30469F154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EDCCA4-3E09-FE90-94A8-6125CC3E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46AF-F29B-4072-BFC1-F830832FF4C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5965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769E58-255B-3C8D-BBBD-94BD18D4C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AE9FA9-9D74-33E8-49F8-65EEC8E6E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232F81-9F2E-BC49-68A9-877B13735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5D385-4FAF-4E4E-BA82-36905E5B7CC6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C7078C-C3D8-14C0-4017-59A410B2D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CB9734-5701-2561-F450-C4BF3136E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646AF-F29B-4072-BFC1-F830832FF4C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88227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6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5" Type="http://schemas.openxmlformats.org/officeDocument/2006/relationships/image" Target="../media/image412.png"/><Relationship Id="rId4" Type="http://schemas.openxmlformats.org/officeDocument/2006/relationships/image" Target="../media/image3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8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6A01A38-C9E3-F289-70E2-E302B9B527B2}"/>
              </a:ext>
            </a:extLst>
          </p:cNvPr>
          <p:cNvSpPr txBox="1"/>
          <p:nvPr/>
        </p:nvSpPr>
        <p:spPr>
          <a:xfrm>
            <a:off x="2206409" y="2274838"/>
            <a:ext cx="777918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5400" dirty="0"/>
              <a:t>Dinero, crédito y bancos</a:t>
            </a:r>
          </a:p>
          <a:p>
            <a:r>
              <a:rPr lang="es-AR" sz="2400" dirty="0"/>
              <a:t>Cátedra Lucio Simpson</a:t>
            </a:r>
          </a:p>
          <a:p>
            <a:endParaRPr lang="es-AR" sz="4800" dirty="0"/>
          </a:p>
          <a:p>
            <a:endParaRPr lang="es-AR" sz="4800" dirty="0"/>
          </a:p>
          <a:p>
            <a:endParaRPr lang="es-AR" sz="4800" dirty="0"/>
          </a:p>
          <a:p>
            <a:r>
              <a:rPr lang="es-AR" sz="2400" dirty="0"/>
              <a:t>Mariano Devita</a:t>
            </a:r>
          </a:p>
          <a:p>
            <a:r>
              <a:rPr lang="es-AR" sz="2400" dirty="0"/>
              <a:t>lemarianodevita@gmail.com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9C1B97CD-F2E8-77E0-828C-FB01B22818FD}"/>
              </a:ext>
            </a:extLst>
          </p:cNvPr>
          <p:cNvCxnSpPr>
            <a:cxnSpLocks/>
          </p:cNvCxnSpPr>
          <p:nvPr/>
        </p:nvCxnSpPr>
        <p:spPr>
          <a:xfrm>
            <a:off x="1947398" y="2524957"/>
            <a:ext cx="0" cy="90404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685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F9E4D-0990-4056-288B-15E9192B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BC0F496-9175-4328-D785-C92E42492ABC}"/>
              </a:ext>
            </a:extLst>
          </p:cNvPr>
          <p:cNvSpPr txBox="1"/>
          <p:nvPr/>
        </p:nvSpPr>
        <p:spPr>
          <a:xfrm>
            <a:off x="404348" y="1152051"/>
            <a:ext cx="4521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Balance de un banco central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DE3ECC-3D44-BB9C-8457-47D94E90A829}"/>
              </a:ext>
            </a:extLst>
          </p:cNvPr>
          <p:cNvSpPr txBox="1"/>
          <p:nvPr/>
        </p:nvSpPr>
        <p:spPr>
          <a:xfrm>
            <a:off x="2478074" y="2606040"/>
            <a:ext cx="33060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ptos Serif" panose="02020604070405020304" pitchFamily="18" charset="0"/>
              <a:buChar char="─"/>
            </a:pPr>
            <a:r>
              <a:rPr lang="es-AR" dirty="0"/>
              <a:t>Reservas internacionales</a:t>
            </a:r>
          </a:p>
          <a:p>
            <a:pPr marL="285750" indent="-285750">
              <a:buFont typeface="Aptos Serif" panose="02020604070405020304" pitchFamily="18" charset="0"/>
              <a:buChar char="─"/>
            </a:pPr>
            <a:endParaRPr lang="es-AR" dirty="0"/>
          </a:p>
          <a:p>
            <a:pPr marL="285750" indent="-285750">
              <a:buFont typeface="Aptos Serif" panose="02020604070405020304" pitchFamily="18" charset="0"/>
              <a:buChar char="─"/>
            </a:pPr>
            <a:r>
              <a:rPr lang="es-AR" dirty="0"/>
              <a:t>Títulos públicos</a:t>
            </a:r>
          </a:p>
          <a:p>
            <a:pPr marL="285750" indent="-285750">
              <a:buFont typeface="Aptos Serif" panose="02020604070405020304" pitchFamily="18" charset="0"/>
              <a:buChar char="─"/>
            </a:pPr>
            <a:r>
              <a:rPr lang="es-AR" dirty="0"/>
              <a:t>Adelantos transitorios</a:t>
            </a:r>
          </a:p>
          <a:p>
            <a:pPr marL="285750" indent="-285750">
              <a:buFont typeface="Aptos Serif" panose="02020604070405020304" pitchFamily="18" charset="0"/>
              <a:buChar char="─"/>
            </a:pPr>
            <a:r>
              <a:rPr lang="es-AR" dirty="0"/>
              <a:t>Crédito al sector financiero</a:t>
            </a:r>
          </a:p>
          <a:p>
            <a:pPr marL="285750" indent="-285750">
              <a:buFont typeface="Aptos Serif" panose="02020604070405020304" pitchFamily="18" charset="0"/>
              <a:buChar char="─"/>
            </a:pPr>
            <a:r>
              <a:rPr lang="es-AR" dirty="0"/>
              <a:t>Pases activos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3678043-2F32-6582-D59F-E9059AD0EF13}"/>
                  </a:ext>
                </a:extLst>
              </p:cNvPr>
              <p:cNvSpPr txBox="1"/>
              <p:nvPr/>
            </p:nvSpPr>
            <p:spPr>
              <a:xfrm>
                <a:off x="6227112" y="2606040"/>
                <a:ext cx="3271216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─"/>
                </a:pPr>
                <a:r>
                  <a:rPr lang="es-AR" dirty="0"/>
                  <a:t>Circulación monetaria (</a:t>
                </a:r>
                <a14:m>
                  <m:oMath xmlns:m="http://schemas.openxmlformats.org/officeDocument/2006/math">
                    <m:r>
                      <a:rPr lang="es-AR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s-AR" dirty="0"/>
                  <a:t>)</a:t>
                </a:r>
              </a:p>
              <a:p>
                <a:pPr marL="285750" indent="-285750">
                  <a:buFontTx/>
                  <a:buChar char="─"/>
                </a:pPr>
                <a:r>
                  <a:rPr lang="es-AR" dirty="0"/>
                  <a:t>Depósitos del sector financiero (</a:t>
                </a:r>
                <a14:m>
                  <m:oMath xmlns:m="http://schemas.openxmlformats.org/officeDocument/2006/math">
                    <m:r>
                      <a:rPr lang="es-AR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AR" dirty="0"/>
                  <a:t>)</a:t>
                </a:r>
              </a:p>
              <a:p>
                <a:pPr marL="285750" indent="-285750">
                  <a:buFontTx/>
                  <a:buChar char="─"/>
                </a:pPr>
                <a:endParaRPr lang="es-AR" dirty="0"/>
              </a:p>
              <a:p>
                <a:pPr marL="285750" indent="-285750">
                  <a:buFontTx/>
                  <a:buChar char="─"/>
                </a:pPr>
                <a:r>
                  <a:rPr lang="es-AR" dirty="0"/>
                  <a:t>Títulos del BC (LEBAC, </a:t>
                </a:r>
                <a:r>
                  <a:rPr lang="es-AR" dirty="0" err="1"/>
                  <a:t>Leliq</a:t>
                </a:r>
                <a:r>
                  <a:rPr lang="es-AR" dirty="0"/>
                  <a:t>, etc.)</a:t>
                </a:r>
              </a:p>
              <a:p>
                <a:pPr marL="285750" indent="-285750">
                  <a:buFontTx/>
                  <a:buChar char="─"/>
                </a:pPr>
                <a:endParaRPr lang="es-AR" dirty="0"/>
              </a:p>
              <a:p>
                <a:pPr marL="285750" indent="-285750">
                  <a:buFontTx/>
                  <a:buChar char="─"/>
                </a:pPr>
                <a:r>
                  <a:rPr lang="es-AR" dirty="0"/>
                  <a:t>Depósitos del Gob. </a:t>
                </a:r>
                <a:r>
                  <a:rPr lang="es-AR" dirty="0" err="1"/>
                  <a:t>Nac</a:t>
                </a:r>
                <a:r>
                  <a:rPr lang="es-AR" dirty="0"/>
                  <a:t>.</a:t>
                </a:r>
              </a:p>
              <a:p>
                <a:pPr marL="285750" indent="-285750">
                  <a:buFontTx/>
                  <a:buChar char="─"/>
                </a:pPr>
                <a:r>
                  <a:rPr lang="es-AR" dirty="0"/>
                  <a:t>Pases pasivos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3678043-2F32-6582-D59F-E9059AD0E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112" y="2606040"/>
                <a:ext cx="3271216" cy="2585323"/>
              </a:xfrm>
              <a:prstGeom prst="rect">
                <a:avLst/>
              </a:prstGeom>
              <a:blipFill>
                <a:blip r:embed="rId3"/>
                <a:stretch>
                  <a:fillRect l="-1679" t="-1415" b="-306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578BD8C-3759-F045-843B-685D9B4BA0FD}"/>
              </a:ext>
            </a:extLst>
          </p:cNvPr>
          <p:cNvCxnSpPr>
            <a:cxnSpLocks/>
          </p:cNvCxnSpPr>
          <p:nvPr/>
        </p:nvCxnSpPr>
        <p:spPr>
          <a:xfrm>
            <a:off x="6101384" y="2333298"/>
            <a:ext cx="0" cy="32674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FD4D165-2831-5C55-6A7D-20E1774E93F2}"/>
              </a:ext>
            </a:extLst>
          </p:cNvPr>
          <p:cNvCxnSpPr>
            <a:cxnSpLocks/>
          </p:cNvCxnSpPr>
          <p:nvPr/>
        </p:nvCxnSpPr>
        <p:spPr>
          <a:xfrm>
            <a:off x="2478074" y="2333298"/>
            <a:ext cx="72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853F82A-7B46-8D62-2E01-2CCD91F8A961}"/>
              </a:ext>
            </a:extLst>
          </p:cNvPr>
          <p:cNvSpPr txBox="1"/>
          <p:nvPr/>
        </p:nvSpPr>
        <p:spPr>
          <a:xfrm>
            <a:off x="3413362" y="1728877"/>
            <a:ext cx="1146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ACTIVOS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A0E638E-D258-DBDF-62CD-6E58AF1E9611}"/>
              </a:ext>
            </a:extLst>
          </p:cNvPr>
          <p:cNvSpPr txBox="1"/>
          <p:nvPr/>
        </p:nvSpPr>
        <p:spPr>
          <a:xfrm>
            <a:off x="7499859" y="1728877"/>
            <a:ext cx="111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PASIVOS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293BDE5-A791-14AF-ED5D-A31DFF1D5E0C}"/>
              </a:ext>
            </a:extLst>
          </p:cNvPr>
          <p:cNvGrpSpPr/>
          <p:nvPr/>
        </p:nvGrpSpPr>
        <p:grpSpPr>
          <a:xfrm>
            <a:off x="301478" y="101545"/>
            <a:ext cx="2077770" cy="461665"/>
            <a:chOff x="301478" y="101545"/>
            <a:chExt cx="2077770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21A7077B-CF95-DA12-2073-FC8149D7C299}"/>
                </a:ext>
              </a:extLst>
            </p:cNvPr>
            <p:cNvSpPr txBox="1"/>
            <p:nvPr/>
          </p:nvSpPr>
          <p:spPr>
            <a:xfrm>
              <a:off x="404348" y="101545"/>
              <a:ext cx="19749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Introducción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FC3217B8-F263-DA61-8EAE-55CCACEA5AAE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5D91376-166F-1691-C2D8-71563AA94C5D}"/>
                  </a:ext>
                </a:extLst>
              </p:cNvPr>
              <p:cNvSpPr txBox="1"/>
              <p:nvPr/>
            </p:nvSpPr>
            <p:spPr>
              <a:xfrm>
                <a:off x="9372603" y="2863393"/>
                <a:ext cx="16131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s-AR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AR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AR" i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5D91376-166F-1691-C2D8-71563AA94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603" y="2863393"/>
                <a:ext cx="16131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errar llave 10">
            <a:extLst>
              <a:ext uri="{FF2B5EF4-FFF2-40B4-BE49-F238E27FC236}">
                <a16:creationId xmlns:a16="http://schemas.microsoft.com/office/drawing/2014/main" id="{1D0DC0F4-400A-C672-645A-B072914A3E9F}"/>
              </a:ext>
            </a:extLst>
          </p:cNvPr>
          <p:cNvSpPr/>
          <p:nvPr/>
        </p:nvSpPr>
        <p:spPr>
          <a:xfrm>
            <a:off x="9372603" y="2594610"/>
            <a:ext cx="125726" cy="90689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42345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6FB4-F00A-179B-3D5A-366030F52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D57B28B2-FDB7-8A27-C580-82E952759C04}"/>
                  </a:ext>
                </a:extLst>
              </p:cNvPr>
              <p:cNvSpPr txBox="1"/>
              <p:nvPr/>
            </p:nvSpPr>
            <p:spPr>
              <a:xfrm>
                <a:off x="6524294" y="2606040"/>
                <a:ext cx="307041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─"/>
                </a:pPr>
                <a:r>
                  <a:rPr lang="es-AR" dirty="0"/>
                  <a:t>Depósitos (</a:t>
                </a:r>
                <a14:m>
                  <m:oMath xmlns:m="http://schemas.openxmlformats.org/officeDocument/2006/math">
                    <m:r>
                      <a:rPr lang="es-AR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s-AR" dirty="0"/>
                  <a:t>)</a:t>
                </a:r>
              </a:p>
              <a:p>
                <a:pPr marL="285750" indent="-285750">
                  <a:buFontTx/>
                  <a:buChar char="─"/>
                </a:pPr>
                <a:endParaRPr lang="es-AR" dirty="0"/>
              </a:p>
              <a:p>
                <a:pPr marL="285750" indent="-285750">
                  <a:buFontTx/>
                  <a:buChar char="─"/>
                </a:pPr>
                <a:r>
                  <a:rPr lang="es-AR" dirty="0"/>
                  <a:t>Pases activos</a:t>
                </a:r>
              </a:p>
              <a:p>
                <a:pPr marL="285750" indent="-285750">
                  <a:buFontTx/>
                  <a:buChar char="─"/>
                </a:pPr>
                <a:r>
                  <a:rPr lang="es-AR" dirty="0"/>
                  <a:t>Créditos del BC</a:t>
                </a: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D57B28B2-FDB7-8A27-C580-82E952759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294" y="2606040"/>
                <a:ext cx="3070410" cy="1200329"/>
              </a:xfrm>
              <a:prstGeom prst="rect">
                <a:avLst/>
              </a:prstGeom>
              <a:blipFill>
                <a:blip r:embed="rId3"/>
                <a:stretch>
                  <a:fillRect l="-1786" t="-3061" b="-816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549B82F-1F45-168B-2E89-1AA207F8C68D}"/>
                  </a:ext>
                </a:extLst>
              </p:cNvPr>
              <p:cNvSpPr txBox="1"/>
              <p:nvPr/>
            </p:nvSpPr>
            <p:spPr>
              <a:xfrm>
                <a:off x="2478074" y="2606040"/>
                <a:ext cx="3234475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ptos Serif" panose="02020604070405020304" pitchFamily="18" charset="0"/>
                  <a:buChar char="─"/>
                </a:pPr>
                <a:r>
                  <a:rPr lang="es-AR" dirty="0"/>
                  <a:t>Circulación monetaria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AR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s-AR" dirty="0"/>
                  <a:t>)</a:t>
                </a:r>
              </a:p>
              <a:p>
                <a:pPr marL="285750" indent="-285750">
                  <a:buFont typeface="Aptos Serif" panose="02020604070405020304" pitchFamily="18" charset="0"/>
                  <a:buChar char="─"/>
                </a:pPr>
                <a:r>
                  <a:rPr lang="es-AR" dirty="0"/>
                  <a:t>Depósitos en BC (</a:t>
                </a:r>
                <a14:m>
                  <m:oMath xmlns:m="http://schemas.openxmlformats.org/officeDocument/2006/math">
                    <m:r>
                      <a:rPr lang="es-AR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AR" dirty="0"/>
                  <a:t>)</a:t>
                </a:r>
              </a:p>
              <a:p>
                <a:pPr marL="285750" indent="-285750">
                  <a:buFont typeface="Aptos Serif" panose="02020604070405020304" pitchFamily="18" charset="0"/>
                  <a:buChar char="─"/>
                </a:pPr>
                <a:endParaRPr lang="es-AR" dirty="0"/>
              </a:p>
              <a:p>
                <a:pPr marL="285750" indent="-285750">
                  <a:buFont typeface="Aptos Serif" panose="02020604070405020304" pitchFamily="18" charset="0"/>
                  <a:buChar char="─"/>
                </a:pPr>
                <a:r>
                  <a:rPr lang="es-AR" dirty="0"/>
                  <a:t>Préstamos</a:t>
                </a:r>
              </a:p>
              <a:p>
                <a:pPr marL="285750" indent="-285750">
                  <a:buFont typeface="Aptos Serif" panose="02020604070405020304" pitchFamily="18" charset="0"/>
                  <a:buChar char="─"/>
                </a:pPr>
                <a:r>
                  <a:rPr lang="es-AR" dirty="0"/>
                  <a:t>Títulos públicos</a:t>
                </a:r>
              </a:p>
              <a:p>
                <a:pPr marL="285750" indent="-285750">
                  <a:buFont typeface="Aptos Serif" panose="02020604070405020304" pitchFamily="18" charset="0"/>
                  <a:buChar char="─"/>
                </a:pPr>
                <a:r>
                  <a:rPr lang="es-AR" dirty="0"/>
                  <a:t>Títulos del BC</a:t>
                </a:r>
              </a:p>
              <a:p>
                <a:pPr marL="285750" indent="-285750">
                  <a:buFont typeface="Aptos Serif" panose="02020604070405020304" pitchFamily="18" charset="0"/>
                  <a:buChar char="─"/>
                </a:pPr>
                <a:r>
                  <a:rPr lang="es-AR" dirty="0"/>
                  <a:t>Pases pasivos</a:t>
                </a:r>
              </a:p>
              <a:p>
                <a:pPr marL="285750" indent="-285750">
                  <a:buFont typeface="Aptos Serif" panose="02020604070405020304" pitchFamily="18" charset="0"/>
                  <a:buChar char="─"/>
                </a:pPr>
                <a:r>
                  <a:rPr lang="es-AR" dirty="0"/>
                  <a:t>Otras monedas</a:t>
                </a: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549B82F-1F45-168B-2E89-1AA207F8C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074" y="2606040"/>
                <a:ext cx="3234475" cy="2308324"/>
              </a:xfrm>
              <a:prstGeom prst="rect">
                <a:avLst/>
              </a:prstGeom>
              <a:blipFill>
                <a:blip r:embed="rId4"/>
                <a:stretch>
                  <a:fillRect l="-1698" t="-1587" r="-566" b="-370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E8D4528B-64AB-59A5-59D9-99E794ECE557}"/>
              </a:ext>
            </a:extLst>
          </p:cNvPr>
          <p:cNvSpPr txBox="1"/>
          <p:nvPr/>
        </p:nvSpPr>
        <p:spPr>
          <a:xfrm>
            <a:off x="404348" y="1152051"/>
            <a:ext cx="3303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Balance de los bancos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6D66C9B-984C-7189-D6AC-E489720333D6}"/>
              </a:ext>
            </a:extLst>
          </p:cNvPr>
          <p:cNvCxnSpPr>
            <a:cxnSpLocks/>
          </p:cNvCxnSpPr>
          <p:nvPr/>
        </p:nvCxnSpPr>
        <p:spPr>
          <a:xfrm>
            <a:off x="6101384" y="2333298"/>
            <a:ext cx="0" cy="326740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315F004-298A-4C4A-24E3-B3E0A7942BFD}"/>
              </a:ext>
            </a:extLst>
          </p:cNvPr>
          <p:cNvCxnSpPr>
            <a:cxnSpLocks/>
          </p:cNvCxnSpPr>
          <p:nvPr/>
        </p:nvCxnSpPr>
        <p:spPr>
          <a:xfrm>
            <a:off x="2478074" y="2333298"/>
            <a:ext cx="7200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DF99D70-A07C-657A-A4BA-D7E01D9FE58F}"/>
              </a:ext>
            </a:extLst>
          </p:cNvPr>
          <p:cNvSpPr txBox="1"/>
          <p:nvPr/>
        </p:nvSpPr>
        <p:spPr>
          <a:xfrm>
            <a:off x="3413362" y="1728877"/>
            <a:ext cx="1146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ACTIVOS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5082B3D-51A7-354A-D56D-AA09FFF33D5C}"/>
              </a:ext>
            </a:extLst>
          </p:cNvPr>
          <p:cNvSpPr txBox="1"/>
          <p:nvPr/>
        </p:nvSpPr>
        <p:spPr>
          <a:xfrm>
            <a:off x="7499859" y="1728877"/>
            <a:ext cx="111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PASIVOS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AB85E194-7CD4-FB96-70EB-88023ADFE4FD}"/>
              </a:ext>
            </a:extLst>
          </p:cNvPr>
          <p:cNvGrpSpPr/>
          <p:nvPr/>
        </p:nvGrpSpPr>
        <p:grpSpPr>
          <a:xfrm>
            <a:off x="301478" y="101545"/>
            <a:ext cx="2077770" cy="461665"/>
            <a:chOff x="301478" y="101545"/>
            <a:chExt cx="2077770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9D51A74-97D0-E09A-53B5-685CCDF85E2F}"/>
                </a:ext>
              </a:extLst>
            </p:cNvPr>
            <p:cNvSpPr txBox="1"/>
            <p:nvPr/>
          </p:nvSpPr>
          <p:spPr>
            <a:xfrm>
              <a:off x="404348" y="101545"/>
              <a:ext cx="19749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Introducción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1A51B9B4-CE5A-2792-5168-C181A01076CD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469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BA066-A4CA-0C8A-95D6-7FABFA48B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6261F95-8C6F-D4F4-9E64-572C373A6702}"/>
                  </a:ext>
                </a:extLst>
              </p:cNvPr>
              <p:cNvSpPr txBox="1"/>
              <p:nvPr/>
            </p:nvSpPr>
            <p:spPr>
              <a:xfrm>
                <a:off x="2496000" y="2606039"/>
                <a:ext cx="3236079" cy="1779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ptos Serif" panose="02020604070405020304" pitchFamily="18" charset="0"/>
                  <a:buChar char="─"/>
                </a:pPr>
                <a:r>
                  <a:rPr lang="es-AR" dirty="0"/>
                  <a:t>Circulación monetaria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A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AR" dirty="0"/>
                  <a:t>)</a:t>
                </a:r>
              </a:p>
              <a:p>
                <a:pPr marL="285750" indent="-285750">
                  <a:buFont typeface="Aptos Serif" panose="02020604070405020304" pitchFamily="18" charset="0"/>
                  <a:buChar char="─"/>
                </a:pPr>
                <a:r>
                  <a:rPr lang="es-AR" dirty="0"/>
                  <a:t>Depósitos (</a:t>
                </a:r>
                <a14:m>
                  <m:oMath xmlns:m="http://schemas.openxmlformats.org/officeDocument/2006/math">
                    <m:r>
                      <a:rPr lang="es-AR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s-AR" dirty="0"/>
                  <a:t>)</a:t>
                </a:r>
              </a:p>
              <a:p>
                <a:pPr marL="285750" indent="-285750">
                  <a:buFont typeface="Aptos Serif" panose="02020604070405020304" pitchFamily="18" charset="0"/>
                  <a:buChar char="─"/>
                </a:pPr>
                <a:endParaRPr lang="es-AR" dirty="0"/>
              </a:p>
              <a:p>
                <a:pPr marL="285750" indent="-285750">
                  <a:buFont typeface="Aptos Serif" panose="02020604070405020304" pitchFamily="18" charset="0"/>
                  <a:buChar char="─"/>
                </a:pPr>
                <a:r>
                  <a:rPr lang="es-AR" dirty="0"/>
                  <a:t>Títulos públicos</a:t>
                </a:r>
              </a:p>
              <a:p>
                <a:pPr marL="285750" indent="-285750">
                  <a:buFont typeface="Aptos Serif" panose="02020604070405020304" pitchFamily="18" charset="0"/>
                  <a:buChar char="─"/>
                </a:pPr>
                <a:r>
                  <a:rPr lang="es-AR" dirty="0"/>
                  <a:t>Títulos privados</a:t>
                </a:r>
              </a:p>
              <a:p>
                <a:pPr marL="285750" indent="-285750">
                  <a:buFont typeface="Aptos Serif" panose="02020604070405020304" pitchFamily="18" charset="0"/>
                  <a:buChar char="─"/>
                </a:pPr>
                <a:r>
                  <a:rPr lang="es-AR" dirty="0"/>
                  <a:t>Otras monedas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6261F95-8C6F-D4F4-9E64-572C373A6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000" y="2606039"/>
                <a:ext cx="3236079" cy="1779013"/>
              </a:xfrm>
              <a:prstGeom prst="rect">
                <a:avLst/>
              </a:prstGeom>
              <a:blipFill>
                <a:blip r:embed="rId3"/>
                <a:stretch>
                  <a:fillRect l="-1695" t="-1370" r="-565" b="-479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D1270FB9-FD15-B97E-FFCD-2F439667BF85}"/>
              </a:ext>
            </a:extLst>
          </p:cNvPr>
          <p:cNvSpPr txBox="1"/>
          <p:nvPr/>
        </p:nvSpPr>
        <p:spPr>
          <a:xfrm>
            <a:off x="6542220" y="2606039"/>
            <a:ext cx="30704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ptos Serif" panose="02020604070405020304" pitchFamily="18" charset="0"/>
              <a:buChar char="─"/>
            </a:pPr>
            <a:r>
              <a:rPr lang="es-AR" dirty="0"/>
              <a:t>Préstamos</a:t>
            </a:r>
          </a:p>
          <a:p>
            <a:pPr marL="285750" indent="-285750">
              <a:buFont typeface="Aptos Serif" panose="02020604070405020304" pitchFamily="18" charset="0"/>
              <a:buChar char="─"/>
            </a:pPr>
            <a:endParaRPr lang="es-AR" dirty="0"/>
          </a:p>
          <a:p>
            <a:pPr marL="285750" indent="-285750">
              <a:buFont typeface="Aptos Serif" panose="02020604070405020304" pitchFamily="18" charset="0"/>
              <a:buChar char="─"/>
            </a:pPr>
            <a:r>
              <a:rPr lang="es-AR" dirty="0"/>
              <a:t>Adelantos transitorios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7B6D28B-3451-4598-D60A-9F33AB0DB720}"/>
              </a:ext>
            </a:extLst>
          </p:cNvPr>
          <p:cNvSpPr txBox="1"/>
          <p:nvPr/>
        </p:nvSpPr>
        <p:spPr>
          <a:xfrm>
            <a:off x="404348" y="1152051"/>
            <a:ext cx="5082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Balance de los depositantes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9A03424-B3AA-A18E-CBBE-0DA54D0A6515}"/>
              </a:ext>
            </a:extLst>
          </p:cNvPr>
          <p:cNvCxnSpPr>
            <a:cxnSpLocks/>
          </p:cNvCxnSpPr>
          <p:nvPr/>
        </p:nvCxnSpPr>
        <p:spPr>
          <a:xfrm>
            <a:off x="6101384" y="2333298"/>
            <a:ext cx="0" cy="326740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9B86098-6568-E8D5-1CB5-728231C6DF45}"/>
              </a:ext>
            </a:extLst>
          </p:cNvPr>
          <p:cNvCxnSpPr>
            <a:cxnSpLocks/>
          </p:cNvCxnSpPr>
          <p:nvPr/>
        </p:nvCxnSpPr>
        <p:spPr>
          <a:xfrm>
            <a:off x="2478074" y="2333298"/>
            <a:ext cx="72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3A95028-D6D3-05C2-BFD9-19684F5B8FC2}"/>
              </a:ext>
            </a:extLst>
          </p:cNvPr>
          <p:cNvSpPr txBox="1"/>
          <p:nvPr/>
        </p:nvSpPr>
        <p:spPr>
          <a:xfrm>
            <a:off x="3413362" y="1728877"/>
            <a:ext cx="1146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ACTIVOS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83B9A1A-4C51-0DA6-67BF-C76F048476E8}"/>
              </a:ext>
            </a:extLst>
          </p:cNvPr>
          <p:cNvSpPr txBox="1"/>
          <p:nvPr/>
        </p:nvSpPr>
        <p:spPr>
          <a:xfrm>
            <a:off x="7499859" y="1728877"/>
            <a:ext cx="111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PASIVOS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14A64335-852D-9DAF-F39C-426A17E2E0C1}"/>
              </a:ext>
            </a:extLst>
          </p:cNvPr>
          <p:cNvGrpSpPr/>
          <p:nvPr/>
        </p:nvGrpSpPr>
        <p:grpSpPr>
          <a:xfrm>
            <a:off x="301478" y="101545"/>
            <a:ext cx="2077770" cy="461665"/>
            <a:chOff x="301478" y="101545"/>
            <a:chExt cx="2077770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85370E15-CD3E-C875-ACC6-E9351F8ED2EC}"/>
                </a:ext>
              </a:extLst>
            </p:cNvPr>
            <p:cNvSpPr txBox="1"/>
            <p:nvPr/>
          </p:nvSpPr>
          <p:spPr>
            <a:xfrm>
              <a:off x="404348" y="101545"/>
              <a:ext cx="19749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Introducción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F893D4B2-10C4-1D88-B946-EFE6EE1A5559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4BB5129-DFBA-3174-2473-F8A67D3B24FD}"/>
                  </a:ext>
                </a:extLst>
              </p:cNvPr>
              <p:cNvSpPr txBox="1"/>
              <p:nvPr/>
            </p:nvSpPr>
            <p:spPr>
              <a:xfrm>
                <a:off x="4377233" y="6021886"/>
                <a:ext cx="3122626" cy="390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s-A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AR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s-AR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AR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AR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AR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s-AR" i="1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4BB5129-DFBA-3174-2473-F8A67D3B2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233" y="6021886"/>
                <a:ext cx="3122626" cy="390729"/>
              </a:xfrm>
              <a:prstGeom prst="rect">
                <a:avLst/>
              </a:prstGeom>
              <a:blipFill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4889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C549-92B7-8F02-5375-E18B4EF4B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F7A9071D-FC96-B608-A4F6-88FAC579EDA8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3D62863-7424-B832-7414-8B70CB9F9409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1FC2BE48-442E-D318-08CF-D7A7DB1F1A06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378AAC76-B09D-DC9A-07BD-8076DFAB2BAE}"/>
              </a:ext>
            </a:extLst>
          </p:cNvPr>
          <p:cNvSpPr txBox="1"/>
          <p:nvPr/>
        </p:nvSpPr>
        <p:spPr>
          <a:xfrm>
            <a:off x="404348" y="807922"/>
            <a:ext cx="2821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Modelo de Solow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FC4202E-3C7D-DCF2-B330-4B24400AA5EB}"/>
                  </a:ext>
                </a:extLst>
              </p:cNvPr>
              <p:cNvSpPr txBox="1"/>
              <p:nvPr/>
            </p:nvSpPr>
            <p:spPr>
              <a:xfrm>
                <a:off x="5282828" y="1962027"/>
                <a:ext cx="16263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FC4202E-3C7D-DCF2-B330-4B24400AA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828" y="1962027"/>
                <a:ext cx="1626343" cy="369332"/>
              </a:xfrm>
              <a:prstGeom prst="rect">
                <a:avLst/>
              </a:prstGeom>
              <a:blipFill>
                <a:blip r:embed="rId3"/>
                <a:stretch>
                  <a:fillRect l="-4135" t="-1667" r="-6391" b="-3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FF5C4319-6877-6A67-76F2-62C17594318D}"/>
              </a:ext>
            </a:extLst>
          </p:cNvPr>
          <p:cNvSpPr txBox="1"/>
          <p:nvPr/>
        </p:nvSpPr>
        <p:spPr>
          <a:xfrm>
            <a:off x="404348" y="1329822"/>
            <a:ext cx="8130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Función de producción con </a:t>
            </a:r>
            <a:r>
              <a:rPr lang="es-AR" sz="2400" dirty="0" err="1"/>
              <a:t>rend</a:t>
            </a:r>
            <a:r>
              <a:rPr lang="es-AR" sz="2400" dirty="0"/>
              <a:t>. Constantes de escala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072CEF7-54A7-9B19-E100-8940F3EC0F5D}"/>
                  </a:ext>
                </a:extLst>
              </p:cNvPr>
              <p:cNvSpPr txBox="1"/>
              <p:nvPr/>
            </p:nvSpPr>
            <p:spPr>
              <a:xfrm>
                <a:off x="5424790" y="3134104"/>
                <a:ext cx="1575239" cy="380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072CEF7-54A7-9B19-E100-8940F3EC0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790" y="3134104"/>
                <a:ext cx="1575239" cy="380873"/>
              </a:xfrm>
              <a:prstGeom prst="rect">
                <a:avLst/>
              </a:prstGeom>
              <a:blipFill>
                <a:blip r:embed="rId4"/>
                <a:stretch>
                  <a:fillRect l="-4264" t="-15873" r="-3876" b="-634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562737B-6CC1-03F7-299C-D00176879716}"/>
                  </a:ext>
                </a:extLst>
              </p:cNvPr>
              <p:cNvSpPr txBox="1"/>
              <p:nvPr/>
            </p:nvSpPr>
            <p:spPr>
              <a:xfrm>
                <a:off x="404348" y="2501899"/>
                <a:ext cx="81300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2400" dirty="0"/>
                  <a:t>Ecuación de movimiento del </a:t>
                </a:r>
                <a14:m>
                  <m:oMath xmlns:m="http://schemas.openxmlformats.org/officeDocument/2006/math">
                    <m:r>
                      <a:rPr lang="es-AR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AR" sz="24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562737B-6CC1-03F7-299C-D00176879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48" y="2501899"/>
                <a:ext cx="8130052" cy="461665"/>
              </a:xfrm>
              <a:prstGeom prst="rect">
                <a:avLst/>
              </a:prstGeom>
              <a:blipFill>
                <a:blip r:embed="rId5"/>
                <a:stretch>
                  <a:fillRect l="-1124" t="-10526" b="-2894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5882FF4-F977-DBCF-23B9-13F6B971DF3B}"/>
                  </a:ext>
                </a:extLst>
              </p:cNvPr>
              <p:cNvSpPr txBox="1"/>
              <p:nvPr/>
            </p:nvSpPr>
            <p:spPr>
              <a:xfrm>
                <a:off x="4793783" y="3894437"/>
                <a:ext cx="2881238" cy="380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𝑠𝑌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5882FF4-F977-DBCF-23B9-13F6B971D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83" y="3894437"/>
                <a:ext cx="2881238" cy="380873"/>
              </a:xfrm>
              <a:prstGeom prst="rect">
                <a:avLst/>
              </a:prstGeom>
              <a:blipFill>
                <a:blip r:embed="rId6"/>
                <a:stretch>
                  <a:fillRect l="-1903" t="-17742" r="-1691" b="-806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C897AD0-808F-BDC3-F6DA-73115661169B}"/>
                  </a:ext>
                </a:extLst>
              </p:cNvPr>
              <p:cNvSpPr txBox="1"/>
              <p:nvPr/>
            </p:nvSpPr>
            <p:spPr>
              <a:xfrm>
                <a:off x="4960719" y="4654770"/>
                <a:ext cx="2554930" cy="380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𝑠𝐹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C897AD0-808F-BDC3-F6DA-731156611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719" y="4654770"/>
                <a:ext cx="2554930" cy="380873"/>
              </a:xfrm>
              <a:prstGeom prst="rect">
                <a:avLst/>
              </a:prstGeom>
              <a:blipFill>
                <a:blip r:embed="rId7"/>
                <a:stretch>
                  <a:fillRect l="-2387" t="-17742" r="-3819" b="-3387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D8AD1777-7524-02E0-C384-E0323457C7B9}"/>
                  </a:ext>
                </a:extLst>
              </p:cNvPr>
              <p:cNvSpPr txBox="1"/>
              <p:nvPr/>
            </p:nvSpPr>
            <p:spPr>
              <a:xfrm>
                <a:off x="404348" y="5297345"/>
                <a:ext cx="81300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2400" dirty="0"/>
                  <a:t>Ecuación de movimiento del </a:t>
                </a:r>
                <a14:m>
                  <m:oMath xmlns:m="http://schemas.openxmlformats.org/officeDocument/2006/math">
                    <m:r>
                      <a:rPr lang="es-AR" sz="2400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s-AR" sz="2400" i="1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D8AD1777-7524-02E0-C384-E0323457C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48" y="5297345"/>
                <a:ext cx="8130052" cy="461665"/>
              </a:xfrm>
              <a:prstGeom prst="rect">
                <a:avLst/>
              </a:prstGeom>
              <a:blipFill>
                <a:blip r:embed="rId8"/>
                <a:stretch>
                  <a:fillRect l="-1124" t="-10526" b="-2894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357798F-EF39-B06C-0FEF-0B9E970B4604}"/>
                  </a:ext>
                </a:extLst>
              </p:cNvPr>
              <p:cNvSpPr txBox="1"/>
              <p:nvPr/>
            </p:nvSpPr>
            <p:spPr>
              <a:xfrm>
                <a:off x="5744300" y="5867241"/>
                <a:ext cx="980204" cy="380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𝑛𝐿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357798F-EF39-B06C-0FEF-0B9E970B4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300" y="5867241"/>
                <a:ext cx="980204" cy="380873"/>
              </a:xfrm>
              <a:prstGeom prst="rect">
                <a:avLst/>
              </a:prstGeom>
              <a:blipFill>
                <a:blip r:embed="rId9"/>
                <a:stretch>
                  <a:fillRect l="-6832" t="-15873" r="-7453" b="-634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4446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9FD9A-BA40-15A4-D01F-F3A6B365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ED03D6A-D554-5759-60BD-E3D9F140DBF1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28107E15-802C-3BDE-B79F-526346962499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5693B7E2-E3BA-1881-1FCD-85955A6D980C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7E834A5A-F512-5D17-C322-6DD193DAFBAA}"/>
              </a:ext>
            </a:extLst>
          </p:cNvPr>
          <p:cNvSpPr txBox="1"/>
          <p:nvPr/>
        </p:nvSpPr>
        <p:spPr>
          <a:xfrm>
            <a:off x="404348" y="807922"/>
            <a:ext cx="2821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Modelo de Solow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C39A100-5A36-502A-FEC2-95C64C8FA17D}"/>
                  </a:ext>
                </a:extLst>
              </p:cNvPr>
              <p:cNvSpPr txBox="1"/>
              <p:nvPr/>
            </p:nvSpPr>
            <p:spPr>
              <a:xfrm>
                <a:off x="4396146" y="1937773"/>
                <a:ext cx="4204291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)≡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C39A100-5A36-502A-FEC2-95C64C8FA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146" y="1937773"/>
                <a:ext cx="4204291" cy="829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1D72951F-73C4-D5A2-2964-F2D5730E6CAD}"/>
              </a:ext>
            </a:extLst>
          </p:cNvPr>
          <p:cNvSpPr txBox="1"/>
          <p:nvPr/>
        </p:nvSpPr>
        <p:spPr>
          <a:xfrm>
            <a:off x="404348" y="1329822"/>
            <a:ext cx="8130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Función de producción con </a:t>
            </a:r>
            <a:r>
              <a:rPr lang="es-AR" sz="2400" dirty="0" err="1"/>
              <a:t>rend</a:t>
            </a:r>
            <a:r>
              <a:rPr lang="es-AR" sz="2400" dirty="0"/>
              <a:t>. Constantes de escala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A9CE0DF-3AD6-DEE8-DB3B-DBD6AE452E29}"/>
                  </a:ext>
                </a:extLst>
              </p:cNvPr>
              <p:cNvSpPr txBox="1"/>
              <p:nvPr/>
            </p:nvSpPr>
            <p:spPr>
              <a:xfrm>
                <a:off x="331120" y="2767616"/>
                <a:ext cx="81300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2400" dirty="0"/>
                  <a:t>Ecuación de movimiento del </a:t>
                </a:r>
                <a14:m>
                  <m:oMath xmlns:m="http://schemas.openxmlformats.org/officeDocument/2006/math">
                    <m:r>
                      <a:rPr lang="es-AR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AR" sz="24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A9CE0DF-3AD6-DEE8-DB3B-DBD6AE452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20" y="2767616"/>
                <a:ext cx="8130052" cy="461665"/>
              </a:xfrm>
              <a:prstGeom prst="rect">
                <a:avLst/>
              </a:prstGeom>
              <a:blipFill>
                <a:blip r:embed="rId4"/>
                <a:stretch>
                  <a:fillRect l="-1124" t="-10526" b="-2894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C7431F1-431C-788E-CF0B-997BBADA7D2C}"/>
                  </a:ext>
                </a:extLst>
              </p:cNvPr>
              <p:cNvSpPr txBox="1"/>
              <p:nvPr/>
            </p:nvSpPr>
            <p:spPr>
              <a:xfrm>
                <a:off x="5418091" y="3368065"/>
                <a:ext cx="2160400" cy="7513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num>
                        <m:den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C7431F1-431C-788E-CF0B-997BBADA7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091" y="3368065"/>
                <a:ext cx="2160400" cy="7513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EB16493-8F98-6A85-67E0-13F9A7B3BC7A}"/>
                  </a:ext>
                </a:extLst>
              </p:cNvPr>
              <p:cNvSpPr txBox="1"/>
              <p:nvPr/>
            </p:nvSpPr>
            <p:spPr>
              <a:xfrm>
                <a:off x="5172640" y="4373988"/>
                <a:ext cx="2091760" cy="843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A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  <m:acc>
                            <m:accPr>
                              <m:chr m:val="̇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EB16493-8F98-6A85-67E0-13F9A7B3B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640" y="4373988"/>
                <a:ext cx="2091760" cy="8436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E42BBDE-1BC3-0307-81E5-2C8A6AAA0F5F}"/>
                  </a:ext>
                </a:extLst>
              </p:cNvPr>
              <p:cNvSpPr txBox="1"/>
              <p:nvPr/>
            </p:nvSpPr>
            <p:spPr>
              <a:xfrm>
                <a:off x="1167374" y="3861601"/>
                <a:ext cx="1295400" cy="781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s-A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s-A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E42BBDE-1BC3-0307-81E5-2C8A6AAA0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74" y="3861601"/>
                <a:ext cx="1295400" cy="7813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B83B854-8B6F-5A58-B0CD-8E2A7C55053A}"/>
                  </a:ext>
                </a:extLst>
              </p:cNvPr>
              <p:cNvSpPr txBox="1"/>
              <p:nvPr/>
            </p:nvSpPr>
            <p:spPr>
              <a:xfrm>
                <a:off x="2196074" y="5433687"/>
                <a:ext cx="3679260" cy="843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num>
                        <m:den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num>
                        <m:den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num>
                        <m:den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𝑘𝑛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B83B854-8B6F-5A58-B0CD-8E2A7C550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074" y="5433687"/>
                <a:ext cx="3679260" cy="8436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A1923DD3-BBFC-3670-4AB7-D20C5436F7BF}"/>
                  </a:ext>
                </a:extLst>
              </p:cNvPr>
              <p:cNvSpPr txBox="1"/>
              <p:nvPr/>
            </p:nvSpPr>
            <p:spPr>
              <a:xfrm>
                <a:off x="8022660" y="5433687"/>
                <a:ext cx="2162740" cy="843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AR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𝑘𝑛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num>
                        <m:den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A1923DD3-BBFC-3670-4AB7-D20C5436F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660" y="5433687"/>
                <a:ext cx="2162740" cy="84369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CE6F2D63-AE8E-77ED-64F1-F09B23DBE045}"/>
                  </a:ext>
                </a:extLst>
              </p:cNvPr>
              <p:cNvSpPr txBox="1"/>
              <p:nvPr/>
            </p:nvSpPr>
            <p:spPr>
              <a:xfrm>
                <a:off x="6517789" y="5670867"/>
                <a:ext cx="4312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CE6F2D63-AE8E-77ED-64F1-F09B23DBE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789" y="5670867"/>
                <a:ext cx="431208" cy="369332"/>
              </a:xfrm>
              <a:prstGeom prst="rect">
                <a:avLst/>
              </a:prstGeom>
              <a:blipFill>
                <a:blip r:embed="rId10"/>
                <a:stretch>
                  <a:fillRect l="-11268" r="-1267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491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0E23D-5E8E-4C8F-6CDA-02CABC6E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02379395-671C-1E47-4648-90DDED190E5E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4A3688CB-EF6A-283A-2AD2-E7983FDF1BA3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A2FE4D83-7D39-B7D0-ECBC-A80CE7801C6D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F1D3CCEB-DA88-5D38-E38A-313F517EDD64}"/>
              </a:ext>
            </a:extLst>
          </p:cNvPr>
          <p:cNvSpPr txBox="1"/>
          <p:nvPr/>
        </p:nvSpPr>
        <p:spPr>
          <a:xfrm>
            <a:off x="404348" y="807922"/>
            <a:ext cx="2821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Modelo de Solow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2F43890-6E60-186A-A3CC-032BA4E12229}"/>
                  </a:ext>
                </a:extLst>
              </p:cNvPr>
              <p:cNvSpPr txBox="1"/>
              <p:nvPr/>
            </p:nvSpPr>
            <p:spPr>
              <a:xfrm>
                <a:off x="4396146" y="1937773"/>
                <a:ext cx="4204291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)≡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2F43890-6E60-186A-A3CC-032BA4E12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146" y="1937773"/>
                <a:ext cx="4204291" cy="829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A426FC5F-6EE7-FE5F-37BC-57778976949F}"/>
              </a:ext>
            </a:extLst>
          </p:cNvPr>
          <p:cNvSpPr txBox="1"/>
          <p:nvPr/>
        </p:nvSpPr>
        <p:spPr>
          <a:xfrm>
            <a:off x="404348" y="1329822"/>
            <a:ext cx="8130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Función de producción con </a:t>
            </a:r>
            <a:r>
              <a:rPr lang="es-AR" sz="2400" dirty="0" err="1"/>
              <a:t>rend</a:t>
            </a:r>
            <a:r>
              <a:rPr lang="es-AR" sz="2400" dirty="0"/>
              <a:t>. Constantes de escala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A0B52B97-8814-F31F-203D-CB9A629ADAF5}"/>
                  </a:ext>
                </a:extLst>
              </p:cNvPr>
              <p:cNvSpPr txBox="1"/>
              <p:nvPr/>
            </p:nvSpPr>
            <p:spPr>
              <a:xfrm>
                <a:off x="331120" y="2767616"/>
                <a:ext cx="81300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2400" dirty="0"/>
                  <a:t>Ecuación de movimiento del </a:t>
                </a:r>
                <a14:m>
                  <m:oMath xmlns:m="http://schemas.openxmlformats.org/officeDocument/2006/math">
                    <m:r>
                      <a:rPr lang="es-AR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AR" sz="24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A0B52B97-8814-F31F-203D-CB9A629AD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20" y="2767616"/>
                <a:ext cx="8130052" cy="461665"/>
              </a:xfrm>
              <a:prstGeom prst="rect">
                <a:avLst/>
              </a:prstGeom>
              <a:blipFill>
                <a:blip r:embed="rId4"/>
                <a:stretch>
                  <a:fillRect l="-1124" t="-10526" b="-2894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98E34E3-984A-17DA-0CEF-A7752CE388FB}"/>
                  </a:ext>
                </a:extLst>
              </p:cNvPr>
              <p:cNvSpPr txBox="1"/>
              <p:nvPr/>
            </p:nvSpPr>
            <p:spPr>
              <a:xfrm>
                <a:off x="5081877" y="3470917"/>
                <a:ext cx="2832827" cy="3906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AR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𝑘𝑛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𝑠𝑓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98E34E3-984A-17DA-0CEF-A7752CE38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877" y="3470917"/>
                <a:ext cx="2832827" cy="390684"/>
              </a:xfrm>
              <a:prstGeom prst="rect">
                <a:avLst/>
              </a:prstGeom>
              <a:blipFill>
                <a:blip r:embed="rId5"/>
                <a:stretch>
                  <a:fillRect l="-2155" t="-15625" r="-3448" b="-3281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39A9AD5-CAC9-15F2-14A8-DAAC33EF2B23}"/>
                  </a:ext>
                </a:extLst>
              </p:cNvPr>
              <p:cNvSpPr txBox="1"/>
              <p:nvPr/>
            </p:nvSpPr>
            <p:spPr>
              <a:xfrm>
                <a:off x="5032568" y="4213539"/>
                <a:ext cx="2931444" cy="3906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𝑠𝑓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)−(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39A9AD5-CAC9-15F2-14A8-DAAC33EF2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568" y="4213539"/>
                <a:ext cx="2931444" cy="390684"/>
              </a:xfrm>
              <a:prstGeom prst="rect">
                <a:avLst/>
              </a:prstGeom>
              <a:blipFill>
                <a:blip r:embed="rId6"/>
                <a:stretch>
                  <a:fillRect l="-2083" t="-15625" r="-2083" b="-3281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09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2D209-FB03-3897-B490-B4CD9801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0B7486D8-CA1B-FDF8-C87C-BD77062FADD3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1B465E09-8D92-BA17-7A2B-A7EE11DAA96F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5B975959-C79E-8C8A-2280-429911867945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72A2F2E2-0F4B-C166-0112-994231925029}"/>
              </a:ext>
            </a:extLst>
          </p:cNvPr>
          <p:cNvSpPr txBox="1"/>
          <p:nvPr/>
        </p:nvSpPr>
        <p:spPr>
          <a:xfrm>
            <a:off x="404348" y="807922"/>
            <a:ext cx="2821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Modelo de Solow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27B099B-CC2F-53DB-65AB-AED025949A89}"/>
                  </a:ext>
                </a:extLst>
              </p:cNvPr>
              <p:cNvSpPr txBox="1"/>
              <p:nvPr/>
            </p:nvSpPr>
            <p:spPr>
              <a:xfrm>
                <a:off x="689168" y="1442545"/>
                <a:ext cx="2931444" cy="3906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𝑠𝑓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)−(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27B099B-CC2F-53DB-65AB-AED025949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68" y="1442545"/>
                <a:ext cx="2931444" cy="390684"/>
              </a:xfrm>
              <a:prstGeom prst="rect">
                <a:avLst/>
              </a:prstGeom>
              <a:blipFill>
                <a:blip r:embed="rId3"/>
                <a:stretch>
                  <a:fillRect l="-2079" t="-17188" r="-1871" b="-3125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50AC7B1-D2EA-D381-CE05-2CA7B7C1BD1A}"/>
                  </a:ext>
                </a:extLst>
              </p:cNvPr>
              <p:cNvSpPr txBox="1"/>
              <p:nvPr/>
            </p:nvSpPr>
            <p:spPr>
              <a:xfrm>
                <a:off x="5143149" y="1442545"/>
                <a:ext cx="817981" cy="3906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50AC7B1-D2EA-D381-CE05-2CA7B7C1B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149" y="1442545"/>
                <a:ext cx="817981" cy="390684"/>
              </a:xfrm>
              <a:prstGeom prst="rect">
                <a:avLst/>
              </a:prstGeom>
              <a:blipFill>
                <a:blip r:embed="rId4"/>
                <a:stretch>
                  <a:fillRect l="-8955" t="-17188" r="-8209" b="-625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0C33DA2-0C2F-95B8-542B-E7AAA2D1AD13}"/>
                  </a:ext>
                </a:extLst>
              </p:cNvPr>
              <p:cNvSpPr txBox="1"/>
              <p:nvPr/>
            </p:nvSpPr>
            <p:spPr>
              <a:xfrm>
                <a:off x="7483668" y="1442545"/>
                <a:ext cx="23864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A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𝑠𝑓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0C33DA2-0C2F-95B8-542B-E7AAA2D1A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3668" y="1442545"/>
                <a:ext cx="2386423" cy="369332"/>
              </a:xfrm>
              <a:prstGeom prst="rect">
                <a:avLst/>
              </a:prstGeom>
              <a:blipFill>
                <a:blip r:embed="rId5"/>
                <a:stretch>
                  <a:fillRect l="-4348" t="-1667" r="-4092" b="-3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FB956AA-941B-9E4F-723C-4C1599487A20}"/>
              </a:ext>
            </a:extLst>
          </p:cNvPr>
          <p:cNvCxnSpPr/>
          <p:nvPr/>
        </p:nvCxnSpPr>
        <p:spPr>
          <a:xfrm>
            <a:off x="1290880" y="2159660"/>
            <a:ext cx="0" cy="40695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BCEF55E-D3CA-C8C3-C021-A069C498D8CE}"/>
              </a:ext>
            </a:extLst>
          </p:cNvPr>
          <p:cNvCxnSpPr>
            <a:cxnSpLocks/>
          </p:cNvCxnSpPr>
          <p:nvPr/>
        </p:nvCxnSpPr>
        <p:spPr>
          <a:xfrm>
            <a:off x="1290880" y="6229169"/>
            <a:ext cx="804184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FDEF3DA4-F6F5-2C91-E485-F1E7D3227790}"/>
                  </a:ext>
                </a:extLst>
              </p:cNvPr>
              <p:cNvSpPr txBox="1"/>
              <p:nvPr/>
            </p:nvSpPr>
            <p:spPr>
              <a:xfrm>
                <a:off x="9078731" y="6229169"/>
                <a:ext cx="507990" cy="461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FDEF3DA4-F6F5-2C91-E485-F1E7D3227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8731" y="6229169"/>
                <a:ext cx="507990" cy="4616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orma libre: forma 20">
            <a:extLst>
              <a:ext uri="{FF2B5EF4-FFF2-40B4-BE49-F238E27FC236}">
                <a16:creationId xmlns:a16="http://schemas.microsoft.com/office/drawing/2014/main" id="{DDED3AF0-B50A-8FCA-EE94-ACC236F70293}"/>
              </a:ext>
            </a:extLst>
          </p:cNvPr>
          <p:cNvSpPr/>
          <p:nvPr/>
        </p:nvSpPr>
        <p:spPr>
          <a:xfrm>
            <a:off x="1295400" y="2959100"/>
            <a:ext cx="6375400" cy="3251200"/>
          </a:xfrm>
          <a:custGeom>
            <a:avLst/>
            <a:gdLst>
              <a:gd name="csX0" fmla="*/ 7467600 w 7467600"/>
              <a:gd name="csY0" fmla="*/ 0 h 3683000"/>
              <a:gd name="csX1" fmla="*/ 3505200 w 7467600"/>
              <a:gd name="csY1" fmla="*/ 889000 h 3683000"/>
              <a:gd name="csX2" fmla="*/ 0 w 7467600"/>
              <a:gd name="csY2" fmla="*/ 3683000 h 3683000"/>
              <a:gd name="csX0" fmla="*/ 7467600 w 7467600"/>
              <a:gd name="csY0" fmla="*/ 0 h 3683000"/>
              <a:gd name="csX1" fmla="*/ 2908300 w 7467600"/>
              <a:gd name="csY1" fmla="*/ 558800 h 3683000"/>
              <a:gd name="csX2" fmla="*/ 0 w 7467600"/>
              <a:gd name="csY2" fmla="*/ 3683000 h 3683000"/>
              <a:gd name="csX0" fmla="*/ 7467600 w 7467600"/>
              <a:gd name="csY0" fmla="*/ 0 h 3683000"/>
              <a:gd name="csX1" fmla="*/ 2908300 w 7467600"/>
              <a:gd name="csY1" fmla="*/ 558800 h 3683000"/>
              <a:gd name="csX2" fmla="*/ 0 w 7467600"/>
              <a:gd name="csY2" fmla="*/ 3683000 h 3683000"/>
              <a:gd name="csX0" fmla="*/ 7467600 w 7467600"/>
              <a:gd name="csY0" fmla="*/ 0 h 3683000"/>
              <a:gd name="csX1" fmla="*/ 2578100 w 7467600"/>
              <a:gd name="csY1" fmla="*/ 1282700 h 3683000"/>
              <a:gd name="csX2" fmla="*/ 0 w 7467600"/>
              <a:gd name="csY2" fmla="*/ 3683000 h 3683000"/>
              <a:gd name="csX0" fmla="*/ 7277100 w 7277100"/>
              <a:gd name="csY0" fmla="*/ 0 h 3086100"/>
              <a:gd name="csX1" fmla="*/ 2578100 w 7277100"/>
              <a:gd name="csY1" fmla="*/ 685800 h 3086100"/>
              <a:gd name="csX2" fmla="*/ 0 w 7277100"/>
              <a:gd name="csY2" fmla="*/ 3086100 h 3086100"/>
              <a:gd name="csX0" fmla="*/ 7277100 w 7277100"/>
              <a:gd name="csY0" fmla="*/ 0 h 3086100"/>
              <a:gd name="csX1" fmla="*/ 2578100 w 7277100"/>
              <a:gd name="csY1" fmla="*/ 685800 h 3086100"/>
              <a:gd name="csX2" fmla="*/ 0 w 7277100"/>
              <a:gd name="csY2" fmla="*/ 3086100 h 3086100"/>
              <a:gd name="csX0" fmla="*/ 6375400 w 6375400"/>
              <a:gd name="csY0" fmla="*/ 0 h 3060700"/>
              <a:gd name="csX1" fmla="*/ 2578100 w 6375400"/>
              <a:gd name="csY1" fmla="*/ 660400 h 3060700"/>
              <a:gd name="csX2" fmla="*/ 0 w 6375400"/>
              <a:gd name="csY2" fmla="*/ 3060700 h 3060700"/>
              <a:gd name="csX0" fmla="*/ 6375400 w 6375400"/>
              <a:gd name="csY0" fmla="*/ 8367 h 3069067"/>
              <a:gd name="csX1" fmla="*/ 2578100 w 6375400"/>
              <a:gd name="csY1" fmla="*/ 668767 h 3069067"/>
              <a:gd name="csX2" fmla="*/ 0 w 6375400"/>
              <a:gd name="csY2" fmla="*/ 3069067 h 3069067"/>
              <a:gd name="csX0" fmla="*/ 6375400 w 6375400"/>
              <a:gd name="csY0" fmla="*/ 3815 h 3255015"/>
              <a:gd name="csX1" fmla="*/ 2578100 w 6375400"/>
              <a:gd name="csY1" fmla="*/ 854715 h 3255015"/>
              <a:gd name="csX2" fmla="*/ 0 w 6375400"/>
              <a:gd name="csY2" fmla="*/ 3255015 h 3255015"/>
              <a:gd name="csX0" fmla="*/ 6375400 w 6375400"/>
              <a:gd name="csY0" fmla="*/ 0 h 3251200"/>
              <a:gd name="csX1" fmla="*/ 2578100 w 6375400"/>
              <a:gd name="csY1" fmla="*/ 850900 h 3251200"/>
              <a:gd name="csX2" fmla="*/ 0 w 6375400"/>
              <a:gd name="csY2" fmla="*/ 3251200 h 325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375400" h="3251200">
                <a:moveTo>
                  <a:pt x="6375400" y="0"/>
                </a:moveTo>
                <a:cubicBezTo>
                  <a:pt x="4699000" y="124883"/>
                  <a:pt x="3822700" y="237067"/>
                  <a:pt x="2578100" y="850900"/>
                </a:cubicBezTo>
                <a:cubicBezTo>
                  <a:pt x="1333500" y="1464733"/>
                  <a:pt x="596900" y="2110316"/>
                  <a:pt x="0" y="3251200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7E06350-2EE9-4046-432D-CF3046E69519}"/>
              </a:ext>
            </a:extLst>
          </p:cNvPr>
          <p:cNvCxnSpPr>
            <a:cxnSpLocks/>
            <a:stCxn id="21" idx="2"/>
          </p:cNvCxnSpPr>
          <p:nvPr/>
        </p:nvCxnSpPr>
        <p:spPr>
          <a:xfrm flipV="1">
            <a:off x="1295400" y="2590800"/>
            <a:ext cx="6188268" cy="36195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3FF0CB73-1C7A-898E-90FE-95F5ECD563D0}"/>
                  </a:ext>
                </a:extLst>
              </p:cNvPr>
              <p:cNvSpPr txBox="1"/>
              <p:nvPr/>
            </p:nvSpPr>
            <p:spPr>
              <a:xfrm>
                <a:off x="7422357" y="2266602"/>
                <a:ext cx="149303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AR" sz="2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AR" sz="2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s-AR" sz="2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AR" sz="24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s-AR" sz="2400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3FF0CB73-1C7A-898E-90FE-95F5ECD56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357" y="2266602"/>
                <a:ext cx="1493035" cy="461665"/>
              </a:xfrm>
              <a:prstGeom prst="rect">
                <a:avLst/>
              </a:prstGeom>
              <a:blipFill>
                <a:blip r:embed="rId7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457881C6-ED68-8200-1CCB-D51353A076D7}"/>
                  </a:ext>
                </a:extLst>
              </p:cNvPr>
              <p:cNvSpPr txBox="1"/>
              <p:nvPr/>
            </p:nvSpPr>
            <p:spPr>
              <a:xfrm>
                <a:off x="7670800" y="2747136"/>
                <a:ext cx="12446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𝑠𝑓</m:t>
                      </m:r>
                      <m:r>
                        <a:rPr lang="es-A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A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s-A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24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457881C6-ED68-8200-1CCB-D51353A07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800" y="2747136"/>
                <a:ext cx="1244600" cy="461665"/>
              </a:xfrm>
              <a:prstGeom prst="rect">
                <a:avLst/>
              </a:prstGeom>
              <a:blipFill>
                <a:blip r:embed="rId8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1B984990-E38F-452D-8E77-D2C292736B8C}"/>
                  </a:ext>
                </a:extLst>
              </p:cNvPr>
              <p:cNvSpPr txBox="1"/>
              <p:nvPr/>
            </p:nvSpPr>
            <p:spPr>
              <a:xfrm>
                <a:off x="4166276" y="1448602"/>
                <a:ext cx="4312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1B984990-E38F-452D-8E77-D2C292736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276" y="1448602"/>
                <a:ext cx="431208" cy="369332"/>
              </a:xfrm>
              <a:prstGeom prst="rect">
                <a:avLst/>
              </a:prstGeom>
              <a:blipFill>
                <a:blip r:embed="rId9"/>
                <a:stretch>
                  <a:fillRect l="-11268" r="-1267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3483B7E2-CBAC-8462-1486-7C665CC00818}"/>
                  </a:ext>
                </a:extLst>
              </p:cNvPr>
              <p:cNvSpPr txBox="1"/>
              <p:nvPr/>
            </p:nvSpPr>
            <p:spPr>
              <a:xfrm>
                <a:off x="6506795" y="1448602"/>
                <a:ext cx="4312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3483B7E2-CBAC-8462-1486-7C665CC00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795" y="1448602"/>
                <a:ext cx="431208" cy="369332"/>
              </a:xfrm>
              <a:prstGeom prst="rect">
                <a:avLst/>
              </a:prstGeom>
              <a:blipFill>
                <a:blip r:embed="rId10"/>
                <a:stretch>
                  <a:fillRect l="-11268" r="-1267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C63842F1-AF01-FC9F-4924-EA7112245D30}"/>
                  </a:ext>
                </a:extLst>
              </p:cNvPr>
              <p:cNvSpPr txBox="1"/>
              <p:nvPr/>
            </p:nvSpPr>
            <p:spPr>
              <a:xfrm>
                <a:off x="531156" y="1970375"/>
                <a:ext cx="507990" cy="461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A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C63842F1-AF01-FC9F-4924-EA7112245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56" y="1970375"/>
                <a:ext cx="507990" cy="461666"/>
              </a:xfrm>
              <a:prstGeom prst="rect">
                <a:avLst/>
              </a:prstGeom>
              <a:blipFill>
                <a:blip r:embed="rId11"/>
                <a:stretch>
                  <a:fillRect r="-289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231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70845-FFE9-05CB-5A30-FF26ACF64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4DF8CBAE-E979-2301-E8DB-4B622DE262B6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1A16F71-5A50-DCD3-E8CE-A215403160F6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E6053CD1-2439-483A-9E64-1F2ADA81669A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2DB82-345E-5C25-2721-4EF5EA3E3A33}"/>
              </a:ext>
            </a:extLst>
          </p:cNvPr>
          <p:cNvSpPr txBox="1"/>
          <p:nvPr/>
        </p:nvSpPr>
        <p:spPr>
          <a:xfrm>
            <a:off x="404348" y="807922"/>
            <a:ext cx="2486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Control óptimo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5DB1CDE-36BF-0973-10A2-405E5E641860}"/>
              </a:ext>
            </a:extLst>
          </p:cNvPr>
          <p:cNvSpPr txBox="1"/>
          <p:nvPr/>
        </p:nvSpPr>
        <p:spPr>
          <a:xfrm>
            <a:off x="545690" y="1453725"/>
            <a:ext cx="135005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AR" sz="2400" dirty="0"/>
              <a:t>Notación: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381FA0E-54FD-FC30-64AB-6CEC15C46155}"/>
                  </a:ext>
                </a:extLst>
              </p:cNvPr>
              <p:cNvSpPr txBox="1"/>
              <p:nvPr/>
            </p:nvSpPr>
            <p:spPr>
              <a:xfrm>
                <a:off x="463342" y="1977949"/>
                <a:ext cx="8847806" cy="4287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AR" sz="2400" dirty="0"/>
                  <a:t>Variable/s de control: </a:t>
                </a:r>
                <a14:m>
                  <m:oMath xmlns:m="http://schemas.openxmlformats.org/officeDocument/2006/math"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s-A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s-AR" sz="2400" b="0" i="1" dirty="0"/>
              </a:p>
              <a:p>
                <a:endParaRPr lang="es-AR" sz="2400" dirty="0"/>
              </a:p>
              <a:p>
                <a:r>
                  <a:rPr lang="es-AR" sz="2400" dirty="0"/>
                  <a:t>Variable/s de estado: </a:t>
                </a:r>
                <a14:m>
                  <m:oMath xmlns:m="http://schemas.openxmlformats.org/officeDocument/2006/math">
                    <m:r>
                      <a:rPr lang="es-AR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2400" dirty="0"/>
              </a:p>
              <a:p>
                <a:endParaRPr lang="es-AR" sz="2400" dirty="0"/>
              </a:p>
              <a:p>
                <a:r>
                  <a:rPr lang="es-AR" sz="2400" dirty="0"/>
                  <a:t>Función de utilidad instantánea: </a:t>
                </a:r>
                <a14:m>
                  <m:oMath xmlns:m="http://schemas.openxmlformats.org/officeDocument/2006/math">
                    <m:r>
                      <a:rPr lang="es-AR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s-AR" sz="2400" dirty="0"/>
              </a:p>
              <a:p>
                <a:endParaRPr lang="es-AR" sz="2400" dirty="0"/>
              </a:p>
              <a:p>
                <a:r>
                  <a:rPr lang="es-AR" sz="2400" dirty="0"/>
                  <a:t>Variable/s de </a:t>
                </a:r>
                <a:r>
                  <a:rPr lang="es-AR" sz="2400" dirty="0" err="1"/>
                  <a:t>co-estado</a:t>
                </a:r>
                <a:r>
                  <a:rPr lang="es-AR" sz="2400" dirty="0"/>
                  <a:t>: </a:t>
                </a:r>
                <a14:m>
                  <m:oMath xmlns:m="http://schemas.openxmlformats.org/officeDocument/2006/math">
                    <m:r>
                      <a:rPr lang="es-A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2400" dirty="0"/>
              </a:p>
              <a:p>
                <a:endParaRPr lang="es-AR" sz="2400" dirty="0"/>
              </a:p>
              <a:p>
                <a:r>
                  <a:rPr lang="es-AR" sz="2400" dirty="0"/>
                  <a:t>Ecuación de movimiento: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s-A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s-A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s-AR" sz="2400" dirty="0"/>
              </a:p>
              <a:p>
                <a:endParaRPr lang="es-AR" sz="2400" dirty="0"/>
              </a:p>
              <a:p>
                <a:r>
                  <a:rPr lang="es-AR" sz="2400" dirty="0"/>
                  <a:t>Función objetivo: </a:t>
                </a:r>
                <a14:m>
                  <m:oMath xmlns:m="http://schemas.openxmlformats.org/officeDocument/2006/math">
                    <m:r>
                      <a:rPr lang="es-A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A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s-AR" sz="2400" dirty="0"/>
                  <a:t>  </a:t>
                </a: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381FA0E-54FD-FC30-64AB-6CEC15C46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42" y="1977949"/>
                <a:ext cx="8847806" cy="4287456"/>
              </a:xfrm>
              <a:prstGeom prst="rect">
                <a:avLst/>
              </a:prstGeom>
              <a:blipFill>
                <a:blip r:embed="rId3"/>
                <a:stretch>
                  <a:fillRect l="-1034" t="-1136" b="-127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8260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B6B48-0C5E-569A-28AC-E8AD222EB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AC3EA6C0-05E5-85FC-05E9-F199D675DDC5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E12A684B-A484-EDB0-A3E8-825D15EFF930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DE21268E-D509-F63D-FD82-7801CF76A717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4F15A1D6-7761-6B71-24CD-ACA147A61390}"/>
              </a:ext>
            </a:extLst>
          </p:cNvPr>
          <p:cNvSpPr txBox="1"/>
          <p:nvPr/>
        </p:nvSpPr>
        <p:spPr>
          <a:xfrm>
            <a:off x="404348" y="807922"/>
            <a:ext cx="641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Control óptimo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1721AEE-B16E-2D6B-79F6-EABB022B98FA}"/>
                  </a:ext>
                </a:extLst>
              </p:cNvPr>
              <p:cNvSpPr txBox="1"/>
              <p:nvPr/>
            </p:nvSpPr>
            <p:spPr>
              <a:xfrm>
                <a:off x="545690" y="1640310"/>
                <a:ext cx="54979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AR" sz="2400" dirty="0"/>
                  <a:t>Problema: encontrar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A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s-AR" sz="2400" dirty="0"/>
                  <a:t> que maximice </a:t>
                </a: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1721AEE-B16E-2D6B-79F6-EABB022B9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90" y="1640310"/>
                <a:ext cx="5497915" cy="369332"/>
              </a:xfrm>
              <a:prstGeom prst="rect">
                <a:avLst/>
              </a:prstGeom>
              <a:blipFill>
                <a:blip r:embed="rId3"/>
                <a:stretch>
                  <a:fillRect l="-3441" t="-24590" r="-2553" b="-4918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7BB3092-8880-B37A-B424-51EEF340EDD3}"/>
                  </a:ext>
                </a:extLst>
              </p:cNvPr>
              <p:cNvSpPr txBox="1"/>
              <p:nvPr/>
            </p:nvSpPr>
            <p:spPr>
              <a:xfrm>
                <a:off x="4734232" y="2308904"/>
                <a:ext cx="2224583" cy="8306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7BB3092-8880-B37A-B424-51EEF340E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232" y="2308904"/>
                <a:ext cx="2224583" cy="830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87E37FAB-3CD4-A970-FF11-7C9C03D6A096}"/>
              </a:ext>
            </a:extLst>
          </p:cNvPr>
          <p:cNvSpPr txBox="1"/>
          <p:nvPr/>
        </p:nvSpPr>
        <p:spPr>
          <a:xfrm>
            <a:off x="545690" y="3441975"/>
            <a:ext cx="120866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AR" sz="2400" dirty="0"/>
              <a:t>Sujeto 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D446E25-26D7-0C3A-533F-59E2FE193B8F}"/>
                  </a:ext>
                </a:extLst>
              </p:cNvPr>
              <p:cNvSpPr txBox="1"/>
              <p:nvPr/>
            </p:nvSpPr>
            <p:spPr>
              <a:xfrm>
                <a:off x="5113502" y="3994167"/>
                <a:ext cx="1466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D446E25-26D7-0C3A-533F-59E2FE193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502" y="3994167"/>
                <a:ext cx="1466042" cy="369332"/>
              </a:xfrm>
              <a:prstGeom prst="rect">
                <a:avLst/>
              </a:prstGeom>
              <a:blipFill>
                <a:blip r:embed="rId5"/>
                <a:stretch>
                  <a:fillRect l="-2500" t="-4918" b="-3278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54558D4-9DA6-EC8B-A953-7ED8B47E7863}"/>
                  </a:ext>
                </a:extLst>
              </p:cNvPr>
              <p:cNvSpPr txBox="1"/>
              <p:nvPr/>
            </p:nvSpPr>
            <p:spPr>
              <a:xfrm>
                <a:off x="545690" y="4943949"/>
                <a:ext cx="35889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AR" sz="2400" dirty="0"/>
                  <a:t>Hamiltoniano: </a:t>
                </a:r>
                <a14:m>
                  <m:oMath xmlns:m="http://schemas.openxmlformats.org/officeDocument/2006/math"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s-AR" sz="24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54558D4-9DA6-EC8B-A953-7ED8B47E7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90" y="4943949"/>
                <a:ext cx="3588996" cy="369332"/>
              </a:xfrm>
              <a:prstGeom prst="rect">
                <a:avLst/>
              </a:prstGeom>
              <a:blipFill>
                <a:blip r:embed="rId6"/>
                <a:stretch>
                  <a:fillRect l="-5272" t="-24590" r="-3061" b="-4918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4EDFE19-600C-3FD8-93F4-146F5C8A4CED}"/>
                  </a:ext>
                </a:extLst>
              </p:cNvPr>
              <p:cNvSpPr txBox="1"/>
              <p:nvPr/>
            </p:nvSpPr>
            <p:spPr>
              <a:xfrm>
                <a:off x="545690" y="5573213"/>
                <a:ext cx="10061472" cy="3869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AR" sz="2400" dirty="0"/>
                  <a:t>Hamiltoniano a valor corriente: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s-AR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A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s-AR" sz="2400" dirty="0"/>
                  <a:t> con </a:t>
                </a:r>
                <a14:m>
                  <m:oMath xmlns:m="http://schemas.openxmlformats.org/officeDocument/2006/math"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A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s-A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acc>
                      <m:accPr>
                        <m:chr m:val="̃"/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s-AR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s-AR" sz="24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4EDFE19-600C-3FD8-93F4-146F5C8A4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90" y="5573213"/>
                <a:ext cx="10061472" cy="386965"/>
              </a:xfrm>
              <a:prstGeom prst="rect">
                <a:avLst/>
              </a:prstGeom>
              <a:blipFill>
                <a:blip r:embed="rId7"/>
                <a:stretch>
                  <a:fillRect l="-1879" t="-17188" b="-4843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730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36A7-0B91-66A4-E330-4F3127EE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F35EEC99-807F-619B-3AFC-F514564598E1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CD362342-0FF3-44CE-1A57-0BE97CD8DD07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53AD70D7-88F6-C0C4-5387-D8AE57ED3D54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98E9675A-F0C3-694D-E38D-6CBB992D1ACA}"/>
              </a:ext>
            </a:extLst>
          </p:cNvPr>
          <p:cNvSpPr txBox="1"/>
          <p:nvPr/>
        </p:nvSpPr>
        <p:spPr>
          <a:xfrm>
            <a:off x="404348" y="807922"/>
            <a:ext cx="641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Control óptimo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D816F67-A19F-AE46-7504-5EFDA7031BBA}"/>
              </a:ext>
            </a:extLst>
          </p:cNvPr>
          <p:cNvSpPr txBox="1"/>
          <p:nvPr/>
        </p:nvSpPr>
        <p:spPr>
          <a:xfrm>
            <a:off x="545690" y="1640310"/>
            <a:ext cx="335380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AR" sz="2400" dirty="0"/>
              <a:t>Condiciones Necesarias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1276469-98A2-43BF-62AC-534C35D8AA8E}"/>
                  </a:ext>
                </a:extLst>
              </p:cNvPr>
              <p:cNvSpPr txBox="1"/>
              <p:nvPr/>
            </p:nvSpPr>
            <p:spPr>
              <a:xfrm>
                <a:off x="5394237" y="2249895"/>
                <a:ext cx="1403526" cy="1179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AR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̇"/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acc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1276469-98A2-43BF-62AC-534C35D8A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237" y="2249895"/>
                <a:ext cx="1403526" cy="1179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2CC5FF4-F037-2531-EB90-D6D9F3949F88}"/>
                  </a:ext>
                </a:extLst>
              </p:cNvPr>
              <p:cNvSpPr txBox="1"/>
              <p:nvPr/>
            </p:nvSpPr>
            <p:spPr>
              <a:xfrm>
                <a:off x="5394237" y="4147521"/>
                <a:ext cx="1973489" cy="1367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s-A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̇"/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𝛿𝜓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2CC5FF4-F037-2531-EB90-D6D9F3949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237" y="4147521"/>
                <a:ext cx="1973489" cy="1367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5F0A8F92-8B29-C659-674C-66DC8944C230}"/>
              </a:ext>
            </a:extLst>
          </p:cNvPr>
          <p:cNvSpPr txBox="1"/>
          <p:nvPr/>
        </p:nvSpPr>
        <p:spPr>
          <a:xfrm>
            <a:off x="545690" y="2654781"/>
            <a:ext cx="418435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AR" sz="2400" dirty="0"/>
              <a:t>Hamiltoniano a valor presente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B7AA508-2F2B-8CF7-C09A-A82A5462A43B}"/>
              </a:ext>
            </a:extLst>
          </p:cNvPr>
          <p:cNvSpPr txBox="1"/>
          <p:nvPr/>
        </p:nvSpPr>
        <p:spPr>
          <a:xfrm>
            <a:off x="545690" y="4646632"/>
            <a:ext cx="424077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AR" sz="2400" dirty="0"/>
              <a:t>Hamiltoniano a valor corriente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DD3633C-956B-0141-5E94-0EC0B6D70D44}"/>
                  </a:ext>
                </a:extLst>
              </p:cNvPr>
              <p:cNvSpPr txBox="1"/>
              <p:nvPr/>
            </p:nvSpPr>
            <p:spPr>
              <a:xfrm>
                <a:off x="545690" y="5955090"/>
                <a:ext cx="966617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AR" sz="2400" dirty="0"/>
                  <a:t>Más las condiciones de punto inicial y punto final </a:t>
                </a:r>
                <a14:m>
                  <m:oMath xmlns:m="http://schemas.openxmlformats.org/officeDocument/2006/math">
                    <m:r>
                      <a:rPr lang="es-AR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AR" sz="2400" i="1" dirty="0" smtClean="0">
                        <a:latin typeface="Cambria Math" panose="02040503050406030204" pitchFamily="18" charset="0"/>
                      </a:rPr>
                      <m:t>(0)=</m:t>
                    </m:r>
                    <m:sSub>
                      <m:sSubPr>
                        <m:ctrlPr>
                          <a:rPr lang="es-A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AR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AR" sz="2400" dirty="0"/>
                  <a:t> y </a:t>
                </a:r>
                <a14:m>
                  <m:oMath xmlns:m="http://schemas.openxmlformats.org/officeDocument/2006/math">
                    <m:r>
                      <a:rPr lang="es-AR" sz="24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A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AR" sz="2400" i="1" dirty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s-A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4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AR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s-AR" sz="2400" i="1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DD3633C-956B-0141-5E94-0EC0B6D70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90" y="5955090"/>
                <a:ext cx="9666172" cy="369332"/>
              </a:xfrm>
              <a:prstGeom prst="rect">
                <a:avLst/>
              </a:prstGeom>
              <a:blipFill>
                <a:blip r:embed="rId5"/>
                <a:stretch>
                  <a:fillRect l="-1956" t="-26667" r="-252" b="-50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354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C68F3-A47C-5366-A7DE-B4852D110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6E3C655-C59D-B498-C56F-A0306C03C0C7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872FF9BD-4FE3-1D1A-15B7-D542F6439C61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AEC26FD4-518B-1741-6A50-413B9B3016C1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3B0E0DAD-FD0E-049D-7AA1-2AE51C012984}"/>
              </a:ext>
            </a:extLst>
          </p:cNvPr>
          <p:cNvSpPr txBox="1"/>
          <p:nvPr/>
        </p:nvSpPr>
        <p:spPr>
          <a:xfrm>
            <a:off x="404348" y="807922"/>
            <a:ext cx="641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Modelo de Ramsey, Cass, </a:t>
            </a:r>
            <a:r>
              <a:rPr lang="es-AR" sz="2400" dirty="0" err="1"/>
              <a:t>Koopman</a:t>
            </a:r>
            <a:endParaRPr lang="es-A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BF0A302-F8F1-86BC-D2AE-B557A33298FF}"/>
                  </a:ext>
                </a:extLst>
              </p:cNvPr>
              <p:cNvSpPr txBox="1"/>
              <p:nvPr/>
            </p:nvSpPr>
            <p:spPr>
              <a:xfrm>
                <a:off x="3647997" y="4306685"/>
                <a:ext cx="1977336" cy="1367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AR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̇"/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𝜃𝜓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BF0A302-F8F1-86BC-D2AE-B557A3329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997" y="4306685"/>
                <a:ext cx="1977336" cy="1367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A0F602E-76BF-1622-147C-65F57C8634D2}"/>
                  </a:ext>
                </a:extLst>
              </p:cNvPr>
              <p:cNvSpPr txBox="1"/>
              <p:nvPr/>
            </p:nvSpPr>
            <p:spPr>
              <a:xfrm>
                <a:off x="4711372" y="1514299"/>
                <a:ext cx="2528897" cy="7991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-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A0F602E-76BF-1622-147C-65F57C863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372" y="1514299"/>
                <a:ext cx="2528897" cy="7991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620FC45-B0EF-2404-37EA-7C8D799310B0}"/>
                  </a:ext>
                </a:extLst>
              </p:cNvPr>
              <p:cNvSpPr txBox="1"/>
              <p:nvPr/>
            </p:nvSpPr>
            <p:spPr>
              <a:xfrm>
                <a:off x="3613968" y="2705798"/>
                <a:ext cx="1466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620FC45-B0EF-2404-37EA-7C8D79931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968" y="2705798"/>
                <a:ext cx="1466042" cy="369332"/>
              </a:xfrm>
              <a:prstGeom prst="rect">
                <a:avLst/>
              </a:prstGeom>
              <a:blipFill>
                <a:blip r:embed="rId5"/>
                <a:stretch>
                  <a:fillRect l="-2500" t="-6667" b="-3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AD2223C3-8163-1D7D-E6D2-03E735909116}"/>
              </a:ext>
            </a:extLst>
          </p:cNvPr>
          <p:cNvSpPr txBox="1"/>
          <p:nvPr/>
        </p:nvSpPr>
        <p:spPr>
          <a:xfrm>
            <a:off x="404348" y="3346018"/>
            <a:ext cx="211430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AR" sz="2400" dirty="0"/>
              <a:t>Hamiltoniano (a valor </a:t>
            </a:r>
            <a:r>
              <a:rPr lang="es-AR" sz="2400" dirty="0" err="1"/>
              <a:t>corr</a:t>
            </a:r>
            <a:r>
              <a:rPr lang="es-AR" sz="2400" dirty="0"/>
              <a:t>.)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D02EDE1-D4FD-B101-F013-73134D0343BF}"/>
                  </a:ext>
                </a:extLst>
              </p:cNvPr>
              <p:cNvSpPr txBox="1"/>
              <p:nvPr/>
            </p:nvSpPr>
            <p:spPr>
              <a:xfrm>
                <a:off x="7722634" y="2674802"/>
                <a:ext cx="2488438" cy="3906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s-A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D02EDE1-D4FD-B101-F013-73134D034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634" y="2674802"/>
                <a:ext cx="2488438" cy="390684"/>
              </a:xfrm>
              <a:prstGeom prst="rect">
                <a:avLst/>
              </a:prstGeom>
              <a:blipFill>
                <a:blip r:embed="rId6"/>
                <a:stretch>
                  <a:fillRect l="-2451" t="-17188" r="-735" b="-3125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9465489-E4E3-8ADA-78F9-EF405ABFE36D}"/>
                  </a:ext>
                </a:extLst>
              </p:cNvPr>
              <p:cNvSpPr txBox="1"/>
              <p:nvPr/>
            </p:nvSpPr>
            <p:spPr>
              <a:xfrm>
                <a:off x="5865678" y="2705798"/>
                <a:ext cx="4312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9465489-E4E3-8ADA-78F9-EF405ABFE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678" y="2705798"/>
                <a:ext cx="431208" cy="369332"/>
              </a:xfrm>
              <a:prstGeom prst="rect">
                <a:avLst/>
              </a:prstGeom>
              <a:blipFill>
                <a:blip r:embed="rId7"/>
                <a:stretch>
                  <a:fillRect l="-11268" r="-1267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E9E9C0F-061D-72E5-3801-58C443AC9FA6}"/>
                  </a:ext>
                </a:extLst>
              </p:cNvPr>
              <p:cNvSpPr txBox="1"/>
              <p:nvPr/>
            </p:nvSpPr>
            <p:spPr>
              <a:xfrm>
                <a:off x="7722634" y="4306685"/>
                <a:ext cx="3307572" cy="1367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̇"/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acc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𝜃𝜋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'</m:t>
                                      </m:r>
                                    </m:sup>
                                  </m:sSubSup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E9E9C0F-061D-72E5-3801-58C443AC9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634" y="4306685"/>
                <a:ext cx="3307572" cy="1367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699B5F51-D8A5-AE53-84BD-16334A53DC01}"/>
                  </a:ext>
                </a:extLst>
              </p:cNvPr>
              <p:cNvSpPr txBox="1"/>
              <p:nvPr/>
            </p:nvSpPr>
            <p:spPr>
              <a:xfrm>
                <a:off x="3289836" y="3484518"/>
                <a:ext cx="21143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699B5F51-D8A5-AE53-84BD-16334A53D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836" y="3484518"/>
                <a:ext cx="2114306" cy="461665"/>
              </a:xfrm>
              <a:prstGeom prst="rect">
                <a:avLst/>
              </a:prstGeom>
              <a:blipFill>
                <a:blip r:embed="rId9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3CABCF35-D50C-147C-393A-EE29F312E82E}"/>
                  </a:ext>
                </a:extLst>
              </p:cNvPr>
              <p:cNvSpPr txBox="1"/>
              <p:nvPr/>
            </p:nvSpPr>
            <p:spPr>
              <a:xfrm>
                <a:off x="6435126" y="3484518"/>
                <a:ext cx="5063454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3CABCF35-D50C-147C-393A-EE29F312E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126" y="3484518"/>
                <a:ext cx="5063454" cy="477888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8D7CA87-02B8-D19B-2E0B-B549898DFCB1}"/>
                  </a:ext>
                </a:extLst>
              </p:cNvPr>
              <p:cNvSpPr txBox="1"/>
              <p:nvPr/>
            </p:nvSpPr>
            <p:spPr>
              <a:xfrm>
                <a:off x="5865678" y="3530684"/>
                <a:ext cx="4312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8D7CA87-02B8-D19B-2E0B-B549898DF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678" y="3530684"/>
                <a:ext cx="431208" cy="369332"/>
              </a:xfrm>
              <a:prstGeom prst="rect">
                <a:avLst/>
              </a:prstGeom>
              <a:blipFill>
                <a:blip r:embed="rId11"/>
                <a:stretch>
                  <a:fillRect l="-11268" r="-1267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CBC26772-1122-4720-7D75-FB5544D968DA}"/>
                  </a:ext>
                </a:extLst>
              </p:cNvPr>
              <p:cNvSpPr txBox="1"/>
              <p:nvPr/>
            </p:nvSpPr>
            <p:spPr>
              <a:xfrm>
                <a:off x="5868449" y="4711571"/>
                <a:ext cx="4312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CBC26772-1122-4720-7D75-FB5544D96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449" y="4711571"/>
                <a:ext cx="431208" cy="369332"/>
              </a:xfrm>
              <a:prstGeom prst="rect">
                <a:avLst/>
              </a:prstGeom>
              <a:blipFill>
                <a:blip r:embed="rId12"/>
                <a:stretch>
                  <a:fillRect l="-12857" r="-1285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9">
            <a:extLst>
              <a:ext uri="{FF2B5EF4-FFF2-40B4-BE49-F238E27FC236}">
                <a16:creationId xmlns:a16="http://schemas.microsoft.com/office/drawing/2014/main" id="{924942B9-C74D-46A2-1721-B23C786F4DFB}"/>
              </a:ext>
            </a:extLst>
          </p:cNvPr>
          <p:cNvSpPr txBox="1"/>
          <p:nvPr/>
        </p:nvSpPr>
        <p:spPr>
          <a:xfrm>
            <a:off x="479660" y="2705798"/>
            <a:ext cx="120866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AR" sz="2400" dirty="0"/>
              <a:t>Sujeto a: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B3C867F-A423-0C17-DEF6-3CA7C567F05D}"/>
                  </a:ext>
                </a:extLst>
              </p:cNvPr>
              <p:cNvSpPr txBox="1"/>
              <p:nvPr/>
            </p:nvSpPr>
            <p:spPr>
              <a:xfrm>
                <a:off x="8492107" y="1514299"/>
                <a:ext cx="3395093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sz="24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s-AR" sz="2400" dirty="0"/>
                  <a:t> y </a:t>
                </a:r>
                <a14:m>
                  <m:oMath xmlns:m="http://schemas.openxmlformats.org/officeDocument/2006/math"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s-AR" sz="2400" dirty="0"/>
                  <a:t> cóncavas y crecientes</a:t>
                </a:r>
                <a:r>
                  <a:rPr lang="es-AR" sz="2400" i="1" dirty="0"/>
                  <a:t> </a:t>
                </a:r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B3C867F-A423-0C17-DEF6-3CA7C567F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107" y="1514299"/>
                <a:ext cx="3395093" cy="738664"/>
              </a:xfrm>
              <a:prstGeom prst="rect">
                <a:avLst/>
              </a:prstGeom>
              <a:blipFill>
                <a:blip r:embed="rId13"/>
                <a:stretch>
                  <a:fillRect l="-5027" t="-12295" r="-7540" b="-2377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5FC5F277-3767-16F3-8A9B-38A2412729E1}"/>
                  </a:ext>
                </a:extLst>
              </p:cNvPr>
              <p:cNvSpPr txBox="1"/>
              <p:nvPr/>
            </p:nvSpPr>
            <p:spPr>
              <a:xfrm>
                <a:off x="301478" y="5991216"/>
                <a:ext cx="115370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AR" sz="2400" dirty="0"/>
                  <a:t>Más las condiciones de punto inicial </a:t>
                </a:r>
                <a14:m>
                  <m:oMath xmlns:m="http://schemas.openxmlformats.org/officeDocument/2006/math">
                    <m:r>
                      <a:rPr lang="es-AR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AR" sz="2400" i="1" dirty="0" smtClean="0">
                        <a:latin typeface="Cambria Math" panose="02040503050406030204" pitchFamily="18" charset="0"/>
                      </a:rPr>
                      <m:t>(0)=</m:t>
                    </m:r>
                    <m:sSub>
                      <m:sSubPr>
                        <m:ctrlPr>
                          <a:rPr lang="es-A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AR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AR" sz="2400" dirty="0"/>
                  <a:t> y de transversalidad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AR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AR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AR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A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⟶∞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s-AR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r>
                  <a:rPr lang="es-AR" sz="2400" dirty="0"/>
                  <a:t> </a:t>
                </a:r>
                <a:endParaRPr lang="es-AR" sz="2400" i="1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5FC5F277-3767-16F3-8A9B-38A241272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78" y="5991216"/>
                <a:ext cx="11537004" cy="369332"/>
              </a:xfrm>
              <a:prstGeom prst="rect">
                <a:avLst/>
              </a:prstGeom>
              <a:blipFill>
                <a:blip r:embed="rId14"/>
                <a:stretch>
                  <a:fillRect l="-1585" t="-26667" b="-50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BC9C0A53-57C2-DE9E-EFCC-66C0DA36583C}"/>
                  </a:ext>
                </a:extLst>
              </p:cNvPr>
              <p:cNvSpPr txBox="1"/>
              <p:nvPr/>
            </p:nvSpPr>
            <p:spPr>
              <a:xfrm>
                <a:off x="2720388" y="3530684"/>
                <a:ext cx="4312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BC9C0A53-57C2-DE9E-EFCC-66C0DA365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388" y="3530684"/>
                <a:ext cx="431208" cy="369332"/>
              </a:xfrm>
              <a:prstGeom prst="rect">
                <a:avLst/>
              </a:prstGeom>
              <a:blipFill>
                <a:blip r:embed="rId15"/>
                <a:stretch>
                  <a:fillRect l="-8451" r="-985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43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3062E-53A3-80A0-75FE-18AAAA0B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BB8AC7F9-8D0D-8CED-81D9-687476AF3539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85934EAF-CA37-E6E6-0BA9-4F249F15BC63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9459C3A3-19CF-D83B-41D4-05AAF4ABA913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894ADBB9-220E-8840-DF6B-37E3BCBBC7EE}"/>
              </a:ext>
            </a:extLst>
          </p:cNvPr>
          <p:cNvSpPr txBox="1"/>
          <p:nvPr/>
        </p:nvSpPr>
        <p:spPr>
          <a:xfrm>
            <a:off x="404348" y="807922"/>
            <a:ext cx="641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Modelo de Ramsey, Cass, </a:t>
            </a:r>
            <a:r>
              <a:rPr lang="es-AR" sz="2400" dirty="0" err="1"/>
              <a:t>Koopman</a:t>
            </a:r>
            <a:endParaRPr lang="es-A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D8742AD-926E-A73B-8245-E0E724F0037F}"/>
                  </a:ext>
                </a:extLst>
              </p:cNvPr>
              <p:cNvSpPr txBox="1"/>
              <p:nvPr/>
            </p:nvSpPr>
            <p:spPr>
              <a:xfrm>
                <a:off x="904170" y="1514299"/>
                <a:ext cx="3307572" cy="1367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̇"/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acc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𝜃𝜋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D8742AD-926E-A73B-8245-E0E724F00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170" y="1514299"/>
                <a:ext cx="3307572" cy="1367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8E5CE27E-85BE-AA95-7584-EBC6379B9515}"/>
                  </a:ext>
                </a:extLst>
              </p:cNvPr>
              <p:cNvSpPr txBox="1"/>
              <p:nvPr/>
            </p:nvSpPr>
            <p:spPr>
              <a:xfrm>
                <a:off x="5841930" y="1514299"/>
                <a:ext cx="5928931" cy="1367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))=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̇"/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acc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𝜃𝜋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d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8E5CE27E-85BE-AA95-7584-EBC6379B9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930" y="1514299"/>
                <a:ext cx="5928931" cy="1367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6ADF6F2-1075-AC30-DE49-B7DA32AF9470}"/>
                  </a:ext>
                </a:extLst>
              </p:cNvPr>
              <p:cNvSpPr txBox="1"/>
              <p:nvPr/>
            </p:nvSpPr>
            <p:spPr>
              <a:xfrm>
                <a:off x="404348" y="3198167"/>
                <a:ext cx="64192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2400" dirty="0"/>
                  <a:t>Derivar con respecto a </a:t>
                </a:r>
                <a14:m>
                  <m:oMath xmlns:m="http://schemas.openxmlformats.org/officeDocument/2006/math">
                    <m:r>
                      <a:rPr lang="es-A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AR" sz="2400" dirty="0"/>
                  <a:t> la primera ecuación</a:t>
                </a:r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6ADF6F2-1075-AC30-DE49-B7DA32AF9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48" y="3198167"/>
                <a:ext cx="6419240" cy="461665"/>
              </a:xfrm>
              <a:prstGeom prst="rect">
                <a:avLst/>
              </a:prstGeom>
              <a:blipFill>
                <a:blip r:embed="rId5"/>
                <a:stretch>
                  <a:fillRect l="-1425" t="-10667" b="-30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176316D5-504A-5D85-511A-3D92927C63DA}"/>
                  </a:ext>
                </a:extLst>
              </p:cNvPr>
              <p:cNvSpPr txBox="1"/>
              <p:nvPr/>
            </p:nvSpPr>
            <p:spPr>
              <a:xfrm>
                <a:off x="3019153" y="3745313"/>
                <a:ext cx="60979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176316D5-504A-5D85-511A-3D92927C6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153" y="3745313"/>
                <a:ext cx="609790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A7CF559-6D07-E90C-D0DA-954E32C216CA}"/>
                  </a:ext>
                </a:extLst>
              </p:cNvPr>
              <p:cNvSpPr txBox="1"/>
              <p:nvPr/>
            </p:nvSpPr>
            <p:spPr>
              <a:xfrm>
                <a:off x="3047048" y="4250075"/>
                <a:ext cx="60979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acc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A7CF559-6D07-E90C-D0DA-954E32C21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048" y="4250075"/>
                <a:ext cx="609790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C3519F9F-96A8-94A1-0EF5-5DA92B5B40EB}"/>
                  </a:ext>
                </a:extLst>
              </p:cNvPr>
              <p:cNvSpPr txBox="1"/>
              <p:nvPr/>
            </p:nvSpPr>
            <p:spPr>
              <a:xfrm>
                <a:off x="3047048" y="4818638"/>
                <a:ext cx="6097904" cy="880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𝑐𝑐</m:t>
                              </m:r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acc>
                        </m:num>
                        <m:den>
                          <m:r>
                            <a:rPr lang="es-A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C3519F9F-96A8-94A1-0EF5-5DA92B5B4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048" y="4818638"/>
                <a:ext cx="6097904" cy="8804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50964627-9809-C05C-5023-AE1C1ABCAB19}"/>
                  </a:ext>
                </a:extLst>
              </p:cNvPr>
              <p:cNvSpPr txBox="1"/>
              <p:nvPr/>
            </p:nvSpPr>
            <p:spPr>
              <a:xfrm>
                <a:off x="2670810" y="5699135"/>
                <a:ext cx="6850380" cy="632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s-AR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A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s-A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s-AR" sz="2400" i="1" dirty="0"/>
                  <a:t>= </a:t>
                </a:r>
                <a14:m>
                  <m:oMath xmlns:m="http://schemas.openxmlformats.org/officeDocument/2006/math">
                    <m:r>
                      <a:rPr lang="es-A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A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A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s-A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s-AR" sz="2400" i="1" dirty="0"/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50964627-9809-C05C-5023-AE1C1ABCA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10" y="5699135"/>
                <a:ext cx="6850380" cy="632289"/>
              </a:xfrm>
              <a:prstGeom prst="rect">
                <a:avLst/>
              </a:prstGeom>
              <a:blipFill>
                <a:blip r:embed="rId9"/>
                <a:stretch>
                  <a:fillRect b="-288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336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3C12-C89D-3B02-C895-E9EE5BFFE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627E83A3-CF0B-F243-9883-E8BBB6970EEC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6843A4E-88EB-9112-5426-F65AD7879B40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2652582A-11F7-69EA-DDC8-2CB94EA40B06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639B34FC-DF21-652B-E008-84E868DFB92E}"/>
              </a:ext>
            </a:extLst>
          </p:cNvPr>
          <p:cNvSpPr txBox="1"/>
          <p:nvPr/>
        </p:nvSpPr>
        <p:spPr>
          <a:xfrm>
            <a:off x="404348" y="807922"/>
            <a:ext cx="641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Modelo de Ramsey, Cass, </a:t>
            </a:r>
            <a:r>
              <a:rPr lang="es-AR" sz="2400" dirty="0" err="1"/>
              <a:t>Koopman</a:t>
            </a:r>
            <a:endParaRPr lang="es-A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3845B84-941C-08C9-E11C-81AD7D93BBAC}"/>
                  </a:ext>
                </a:extLst>
              </p:cNvPr>
              <p:cNvSpPr txBox="1"/>
              <p:nvPr/>
            </p:nvSpPr>
            <p:spPr>
              <a:xfrm>
                <a:off x="565785" y="1643555"/>
                <a:ext cx="3705502" cy="1367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acc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𝑐𝑐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3845B84-941C-08C9-E11C-81AD7D93B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85" y="1643555"/>
                <a:ext cx="3705502" cy="1367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81E7128-7A21-2311-392D-3308B819351B}"/>
                  </a:ext>
                </a:extLst>
              </p:cNvPr>
              <p:cNvSpPr txBox="1"/>
              <p:nvPr/>
            </p:nvSpPr>
            <p:spPr>
              <a:xfrm>
                <a:off x="565785" y="3975275"/>
                <a:ext cx="1010469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acc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AR" sz="24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81E7128-7A21-2311-392D-3308B8193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85" y="3975275"/>
                <a:ext cx="1010469" cy="8238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1B4D64E-0EC5-99B0-8104-3FF4022C9677}"/>
                  </a:ext>
                </a:extLst>
              </p:cNvPr>
              <p:cNvSpPr txBox="1"/>
              <p:nvPr/>
            </p:nvSpPr>
            <p:spPr>
              <a:xfrm>
                <a:off x="2486025" y="3975275"/>
                <a:ext cx="2096728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1B4D64E-0EC5-99B0-8104-3FF4022C9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025" y="3975275"/>
                <a:ext cx="2096728" cy="8238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015F59C-2D19-5510-DDED-215864E1223C}"/>
              </a:ext>
            </a:extLst>
          </p:cNvPr>
          <p:cNvCxnSpPr/>
          <p:nvPr/>
        </p:nvCxnSpPr>
        <p:spPr>
          <a:xfrm>
            <a:off x="7098030" y="232029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76DDA67-A06B-E620-F888-76741B590AED}"/>
              </a:ext>
            </a:extLst>
          </p:cNvPr>
          <p:cNvCxnSpPr>
            <a:cxnSpLocks/>
          </p:cNvCxnSpPr>
          <p:nvPr/>
        </p:nvCxnSpPr>
        <p:spPr>
          <a:xfrm>
            <a:off x="7098030" y="5200290"/>
            <a:ext cx="45491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732A199F-C74E-17AD-8B2A-4D2CEDF817AB}"/>
                  </a:ext>
                </a:extLst>
              </p:cNvPr>
              <p:cNvSpPr txBox="1"/>
              <p:nvPr/>
            </p:nvSpPr>
            <p:spPr>
              <a:xfrm>
                <a:off x="6651838" y="2052311"/>
                <a:ext cx="5139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732A199F-C74E-17AD-8B2A-4D2CEDF81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838" y="2052311"/>
                <a:ext cx="51392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38FB203-FF3F-C94F-AFDB-C852412DE3AB}"/>
                  </a:ext>
                </a:extLst>
              </p:cNvPr>
              <p:cNvSpPr txBox="1"/>
              <p:nvPr/>
            </p:nvSpPr>
            <p:spPr>
              <a:xfrm>
                <a:off x="11390208" y="5125711"/>
                <a:ext cx="5139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38FB203-FF3F-C94F-AFDB-C852412DE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0208" y="5125711"/>
                <a:ext cx="51392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276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246B9-770B-1189-FBB7-BA1E0A14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15E5D44-BB43-5261-7AA1-4859A7FF257A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69174F0-F4BC-0D7D-55D9-90F90834B9AC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B1032D3B-386A-875E-6F4F-2F3C8C5765F7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75D8551D-F6F3-394D-BC51-434B1C0FA684}"/>
              </a:ext>
            </a:extLst>
          </p:cNvPr>
          <p:cNvSpPr txBox="1"/>
          <p:nvPr/>
        </p:nvSpPr>
        <p:spPr>
          <a:xfrm>
            <a:off x="404348" y="807922"/>
            <a:ext cx="641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Modelo de Ramsey, Cass, </a:t>
            </a:r>
            <a:r>
              <a:rPr lang="es-AR" sz="2400" dirty="0" err="1"/>
              <a:t>Koopman</a:t>
            </a:r>
            <a:endParaRPr lang="es-AR" sz="2400" dirty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2312861-1C3F-7DD8-C1D2-7B8F76AB332B}"/>
              </a:ext>
            </a:extLst>
          </p:cNvPr>
          <p:cNvCxnSpPr/>
          <p:nvPr/>
        </p:nvCxnSpPr>
        <p:spPr>
          <a:xfrm>
            <a:off x="7098030" y="3099013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D6456CF-2300-6806-6BBD-05EB3F4CBA4A}"/>
              </a:ext>
            </a:extLst>
          </p:cNvPr>
          <p:cNvCxnSpPr>
            <a:cxnSpLocks/>
          </p:cNvCxnSpPr>
          <p:nvPr/>
        </p:nvCxnSpPr>
        <p:spPr>
          <a:xfrm>
            <a:off x="7098030" y="5979013"/>
            <a:ext cx="45491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840EE6A9-96EC-B84C-F0AE-B890926B55F6}"/>
              </a:ext>
            </a:extLst>
          </p:cNvPr>
          <p:cNvSpPr/>
          <p:nvPr/>
        </p:nvSpPr>
        <p:spPr>
          <a:xfrm>
            <a:off x="7103533" y="3801323"/>
            <a:ext cx="4394200" cy="2175933"/>
          </a:xfrm>
          <a:custGeom>
            <a:avLst/>
            <a:gdLst>
              <a:gd name="csX0" fmla="*/ 0 w 4394200"/>
              <a:gd name="csY0" fmla="*/ 2175933 h 2175933"/>
              <a:gd name="csX1" fmla="*/ 1913467 w 4394200"/>
              <a:gd name="csY1" fmla="*/ 0 h 2175933"/>
              <a:gd name="csX2" fmla="*/ 4394200 w 4394200"/>
              <a:gd name="csY2" fmla="*/ 2167467 h 2175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94200" h="2175933">
                <a:moveTo>
                  <a:pt x="0" y="2175933"/>
                </a:moveTo>
                <a:cubicBezTo>
                  <a:pt x="590550" y="1088672"/>
                  <a:pt x="1181100" y="1411"/>
                  <a:pt x="1913467" y="0"/>
                </a:cubicBezTo>
                <a:cubicBezTo>
                  <a:pt x="2645834" y="-1411"/>
                  <a:pt x="4161367" y="1907822"/>
                  <a:pt x="4394200" y="2167467"/>
                </a:cubicBez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CF133EB7-178E-E092-1C10-E2E5684C906D}"/>
                  </a:ext>
                </a:extLst>
              </p:cNvPr>
              <p:cNvSpPr txBox="1"/>
              <p:nvPr/>
            </p:nvSpPr>
            <p:spPr>
              <a:xfrm>
                <a:off x="6651838" y="2831034"/>
                <a:ext cx="5139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CF133EB7-178E-E092-1C10-E2E5684C9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838" y="2831034"/>
                <a:ext cx="51392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A54836F-01EE-5182-5529-69AFE2ECE485}"/>
                  </a:ext>
                </a:extLst>
              </p:cNvPr>
              <p:cNvSpPr txBox="1"/>
              <p:nvPr/>
            </p:nvSpPr>
            <p:spPr>
              <a:xfrm>
                <a:off x="11390208" y="5904434"/>
                <a:ext cx="5139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A54836F-01EE-5182-5529-69AFE2ECE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0208" y="5904434"/>
                <a:ext cx="51392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EF45EF50-A1C5-21AA-82D8-96D05FFBA31B}"/>
              </a:ext>
            </a:extLst>
          </p:cNvPr>
          <p:cNvCxnSpPr/>
          <p:nvPr/>
        </p:nvCxnSpPr>
        <p:spPr>
          <a:xfrm>
            <a:off x="747670" y="3171835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9A32D8A-B2E1-2DE2-0B81-984E7E265DCF}"/>
              </a:ext>
            </a:extLst>
          </p:cNvPr>
          <p:cNvCxnSpPr>
            <a:cxnSpLocks/>
          </p:cNvCxnSpPr>
          <p:nvPr/>
        </p:nvCxnSpPr>
        <p:spPr>
          <a:xfrm>
            <a:off x="747670" y="6051835"/>
            <a:ext cx="45491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DE831D4-E1E2-76BE-4063-F1E8AB79BD8E}"/>
              </a:ext>
            </a:extLst>
          </p:cNvPr>
          <p:cNvCxnSpPr/>
          <p:nvPr/>
        </p:nvCxnSpPr>
        <p:spPr>
          <a:xfrm>
            <a:off x="2356336" y="3559419"/>
            <a:ext cx="0" cy="24840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E3AF165-30F3-E0B9-D1EF-01E261DA792A}"/>
                  </a:ext>
                </a:extLst>
              </p:cNvPr>
              <p:cNvSpPr txBox="1"/>
              <p:nvPr/>
            </p:nvSpPr>
            <p:spPr>
              <a:xfrm>
                <a:off x="301478" y="2903856"/>
                <a:ext cx="5139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E3AF165-30F3-E0B9-D1EF-01E261DA7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78" y="2903856"/>
                <a:ext cx="51392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E7FA9AC5-B16B-C4D2-BF27-94C81DFEFCA9}"/>
                  </a:ext>
                </a:extLst>
              </p:cNvPr>
              <p:cNvSpPr txBox="1"/>
              <p:nvPr/>
            </p:nvSpPr>
            <p:spPr>
              <a:xfrm>
                <a:off x="5039848" y="5977256"/>
                <a:ext cx="5139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E7FA9AC5-B16B-C4D2-BF27-94C81DFEF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848" y="5977256"/>
                <a:ext cx="51392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3FF9FD1-F7F0-4739-DE2E-5CA1BF778CC8}"/>
                  </a:ext>
                </a:extLst>
              </p:cNvPr>
              <p:cNvSpPr txBox="1"/>
              <p:nvPr/>
            </p:nvSpPr>
            <p:spPr>
              <a:xfrm>
                <a:off x="2122873" y="6050078"/>
                <a:ext cx="513924" cy="493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*</m:t>
                          </m:r>
                        </m:sup>
                      </m:sSup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3FF9FD1-F7F0-4739-DE2E-5CA1BF778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873" y="6050078"/>
                <a:ext cx="513924" cy="4932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03724F45-F5C0-F516-7BBF-7BAF26D96869}"/>
                  </a:ext>
                </a:extLst>
              </p:cNvPr>
              <p:cNvSpPr txBox="1"/>
              <p:nvPr/>
            </p:nvSpPr>
            <p:spPr>
              <a:xfrm>
                <a:off x="503585" y="1463480"/>
                <a:ext cx="3705502" cy="1367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acc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𝑐𝑐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03724F45-F5C0-F516-7BBF-7BAF26D96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85" y="1463480"/>
                <a:ext cx="3705502" cy="1367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7A7E68F5-9647-9B06-10E8-9ACE1C3890E7}"/>
                  </a:ext>
                </a:extLst>
              </p:cNvPr>
              <p:cNvSpPr txBox="1"/>
              <p:nvPr/>
            </p:nvSpPr>
            <p:spPr>
              <a:xfrm>
                <a:off x="5140461" y="1735349"/>
                <a:ext cx="2096728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7A7E68F5-9647-9B06-10E8-9ACE1C389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461" y="1735349"/>
                <a:ext cx="2096728" cy="82381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AEFA1764-EEE5-2A2D-AAFA-0FA2BF8B1506}"/>
              </a:ext>
            </a:extLst>
          </p:cNvPr>
          <p:cNvCxnSpPr/>
          <p:nvPr/>
        </p:nvCxnSpPr>
        <p:spPr>
          <a:xfrm>
            <a:off x="1546076" y="4425971"/>
            <a:ext cx="0" cy="360000"/>
          </a:xfrm>
          <a:prstGeom prst="line">
            <a:avLst/>
          </a:prstGeom>
          <a:ln>
            <a:head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6CD0033-6A7F-2B04-84BA-7F336FB97274}"/>
              </a:ext>
            </a:extLst>
          </p:cNvPr>
          <p:cNvCxnSpPr/>
          <p:nvPr/>
        </p:nvCxnSpPr>
        <p:spPr>
          <a:xfrm>
            <a:off x="3190726" y="4425971"/>
            <a:ext cx="0" cy="360000"/>
          </a:xfrm>
          <a:prstGeom prst="line">
            <a:avLst/>
          </a:prstGeom>
          <a:ln>
            <a:headEnd type="none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17E25F17-25F2-6AA3-0AEF-6194072694F1}"/>
              </a:ext>
            </a:extLst>
          </p:cNvPr>
          <p:cNvCxnSpPr>
            <a:cxnSpLocks/>
          </p:cNvCxnSpPr>
          <p:nvPr/>
        </p:nvCxnSpPr>
        <p:spPr>
          <a:xfrm rot="16200000">
            <a:off x="9022142" y="3199419"/>
            <a:ext cx="0" cy="360000"/>
          </a:xfrm>
          <a:prstGeom prst="line">
            <a:avLst/>
          </a:prstGeom>
          <a:ln>
            <a:head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DC7CC1A-CA93-AF72-E552-E878514D9F77}"/>
              </a:ext>
            </a:extLst>
          </p:cNvPr>
          <p:cNvCxnSpPr>
            <a:cxnSpLocks/>
          </p:cNvCxnSpPr>
          <p:nvPr/>
        </p:nvCxnSpPr>
        <p:spPr>
          <a:xfrm rot="16200000">
            <a:off x="9151258" y="5213372"/>
            <a:ext cx="0" cy="360000"/>
          </a:xfrm>
          <a:prstGeom prst="line">
            <a:avLst/>
          </a:prstGeom>
          <a:ln>
            <a:headEnd type="none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B2F8F16C-FF32-34F1-5EAB-284B09626CA0}"/>
                  </a:ext>
                </a:extLst>
              </p:cNvPr>
              <p:cNvSpPr txBox="1"/>
              <p:nvPr/>
            </p:nvSpPr>
            <p:spPr>
              <a:xfrm>
                <a:off x="1723649" y="3134688"/>
                <a:ext cx="1191250" cy="461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s-A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s-A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AR" sz="2400" i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B2F8F16C-FF32-34F1-5EAB-284B09626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649" y="3134688"/>
                <a:ext cx="1191250" cy="4616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380045BD-BCF4-BE79-FAFB-AF14341948A1}"/>
                  </a:ext>
                </a:extLst>
              </p:cNvPr>
              <p:cNvSpPr txBox="1"/>
              <p:nvPr/>
            </p:nvSpPr>
            <p:spPr>
              <a:xfrm>
                <a:off x="10685537" y="4785971"/>
                <a:ext cx="1191250" cy="483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AR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s-A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AR" sz="2400" i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380045BD-BCF4-BE79-FAFB-AF1434194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5537" y="4785971"/>
                <a:ext cx="1191250" cy="483146"/>
              </a:xfrm>
              <a:prstGeom prst="rect">
                <a:avLst/>
              </a:prstGeom>
              <a:blipFill>
                <a:blip r:embed="rId11"/>
                <a:stretch>
                  <a:fillRect t="-379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423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B529-3322-5053-EED8-CEEB7B4E6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6672A176-4B73-5C4F-FF13-6E66CAC86D35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550B3BB-DB33-09FD-8853-AD567AE5C7F9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EBEB0FCB-CBA5-8048-EA39-ACBC831E69C0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FA2A41C3-7D9A-7D8A-B2D9-954938AAF380}"/>
              </a:ext>
            </a:extLst>
          </p:cNvPr>
          <p:cNvSpPr txBox="1"/>
          <p:nvPr/>
        </p:nvSpPr>
        <p:spPr>
          <a:xfrm>
            <a:off x="404348" y="807922"/>
            <a:ext cx="641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Modelo de Ramsey, Cass, </a:t>
            </a:r>
            <a:r>
              <a:rPr lang="es-AR" sz="2400" dirty="0" err="1"/>
              <a:t>Koopman</a:t>
            </a:r>
            <a:endParaRPr lang="es-AR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EF8FAB1-CD63-6B56-173F-0A24762E4068}"/>
                  </a:ext>
                </a:extLst>
              </p:cNvPr>
              <p:cNvSpPr txBox="1"/>
              <p:nvPr/>
            </p:nvSpPr>
            <p:spPr>
              <a:xfrm>
                <a:off x="2668738" y="6004259"/>
                <a:ext cx="513924" cy="493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EF8FAB1-CD63-6B56-173F-0A24762E4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738" y="6004259"/>
                <a:ext cx="513924" cy="493277"/>
              </a:xfrm>
              <a:prstGeom prst="rect">
                <a:avLst/>
              </a:prstGeom>
              <a:blipFill>
                <a:blip r:embed="rId3"/>
                <a:stretch>
                  <a:fillRect l="-119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D66449E-146C-EDFB-79DA-3F2F863276E2}"/>
                  </a:ext>
                </a:extLst>
              </p:cNvPr>
              <p:cNvSpPr txBox="1"/>
              <p:nvPr/>
            </p:nvSpPr>
            <p:spPr>
              <a:xfrm>
                <a:off x="7664781" y="1314740"/>
                <a:ext cx="3705502" cy="1367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acc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𝑐𝑐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D66449E-146C-EDFB-79DA-3F2F86327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781" y="1314740"/>
                <a:ext cx="3705502" cy="1367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2972E40D-7657-964B-2427-1D87F3D786DF}"/>
                  </a:ext>
                </a:extLst>
              </p:cNvPr>
              <p:cNvSpPr txBox="1"/>
              <p:nvPr/>
            </p:nvSpPr>
            <p:spPr>
              <a:xfrm>
                <a:off x="8469168" y="2950422"/>
                <a:ext cx="2096728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2972E40D-7657-964B-2427-1D87F3D78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9168" y="2950422"/>
                <a:ext cx="2096728" cy="8238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6D83A563-913D-D27B-2EB9-910E1B000787}"/>
              </a:ext>
            </a:extLst>
          </p:cNvPr>
          <p:cNvSpPr/>
          <p:nvPr/>
        </p:nvSpPr>
        <p:spPr>
          <a:xfrm>
            <a:off x="630480" y="2782441"/>
            <a:ext cx="6304818" cy="3157905"/>
          </a:xfrm>
          <a:custGeom>
            <a:avLst/>
            <a:gdLst>
              <a:gd name="csX0" fmla="*/ 0 w 4394200"/>
              <a:gd name="csY0" fmla="*/ 2175933 h 2175933"/>
              <a:gd name="csX1" fmla="*/ 1913467 w 4394200"/>
              <a:gd name="csY1" fmla="*/ 0 h 2175933"/>
              <a:gd name="csX2" fmla="*/ 4394200 w 4394200"/>
              <a:gd name="csY2" fmla="*/ 2167467 h 2175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94200" h="2175933">
                <a:moveTo>
                  <a:pt x="0" y="2175933"/>
                </a:moveTo>
                <a:cubicBezTo>
                  <a:pt x="590550" y="1088672"/>
                  <a:pt x="1181100" y="1411"/>
                  <a:pt x="1913467" y="0"/>
                </a:cubicBezTo>
                <a:cubicBezTo>
                  <a:pt x="2645834" y="-1411"/>
                  <a:pt x="4161367" y="1907822"/>
                  <a:pt x="4394200" y="2167467"/>
                </a:cubicBez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08EB1FE8-59A7-8AA9-307F-83292B6D797C}"/>
              </a:ext>
            </a:extLst>
          </p:cNvPr>
          <p:cNvCxnSpPr/>
          <p:nvPr/>
        </p:nvCxnSpPr>
        <p:spPr>
          <a:xfrm>
            <a:off x="630480" y="1892960"/>
            <a:ext cx="0" cy="40695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3F19208-9D50-9BFD-574A-642E32F4D6DC}"/>
              </a:ext>
            </a:extLst>
          </p:cNvPr>
          <p:cNvCxnSpPr>
            <a:cxnSpLocks/>
          </p:cNvCxnSpPr>
          <p:nvPr/>
        </p:nvCxnSpPr>
        <p:spPr>
          <a:xfrm>
            <a:off x="630480" y="5962469"/>
            <a:ext cx="804184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DAA29A6-8432-9312-180B-2DB505306C1F}"/>
              </a:ext>
            </a:extLst>
          </p:cNvPr>
          <p:cNvCxnSpPr/>
          <p:nvPr/>
        </p:nvCxnSpPr>
        <p:spPr>
          <a:xfrm>
            <a:off x="2903564" y="1833749"/>
            <a:ext cx="0" cy="41040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5C5A0DD-94C6-3FD3-AC13-08802DDC5898}"/>
                  </a:ext>
                </a:extLst>
              </p:cNvPr>
              <p:cNvSpPr txBox="1"/>
              <p:nvPr/>
            </p:nvSpPr>
            <p:spPr>
              <a:xfrm>
                <a:off x="0" y="1514299"/>
                <a:ext cx="726187" cy="652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5C5A0DD-94C6-3FD3-AC13-08802DDC5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4299"/>
                <a:ext cx="726187" cy="6523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0F481D48-AE0E-8BF3-203F-5C1421ED2B56}"/>
                  </a:ext>
                </a:extLst>
              </p:cNvPr>
              <p:cNvSpPr txBox="1"/>
              <p:nvPr/>
            </p:nvSpPr>
            <p:spPr>
              <a:xfrm>
                <a:off x="8540113" y="5857087"/>
                <a:ext cx="726187" cy="652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0F481D48-AE0E-8BF3-203F-5C1421ED2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113" y="5857087"/>
                <a:ext cx="726187" cy="6523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74F39B52-C30F-94D7-73DB-CBB0033BAC07}"/>
              </a:ext>
            </a:extLst>
          </p:cNvPr>
          <p:cNvCxnSpPr/>
          <p:nvPr/>
        </p:nvCxnSpPr>
        <p:spPr>
          <a:xfrm>
            <a:off x="1609039" y="4777701"/>
            <a:ext cx="0" cy="508689"/>
          </a:xfrm>
          <a:prstGeom prst="line">
            <a:avLst/>
          </a:prstGeom>
          <a:ln>
            <a:head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DA96897-2FDC-684C-104F-0A109A227589}"/>
              </a:ext>
            </a:extLst>
          </p:cNvPr>
          <p:cNvCxnSpPr/>
          <p:nvPr/>
        </p:nvCxnSpPr>
        <p:spPr>
          <a:xfrm>
            <a:off x="4192874" y="4679557"/>
            <a:ext cx="0" cy="508689"/>
          </a:xfrm>
          <a:prstGeom prst="line">
            <a:avLst/>
          </a:prstGeom>
          <a:ln>
            <a:headEnd type="none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69041A8-423F-D36F-FF53-A3B7B21791DD}"/>
              </a:ext>
            </a:extLst>
          </p:cNvPr>
          <p:cNvCxnSpPr>
            <a:cxnSpLocks/>
          </p:cNvCxnSpPr>
          <p:nvPr/>
        </p:nvCxnSpPr>
        <p:spPr>
          <a:xfrm rot="16200000">
            <a:off x="4198088" y="1638615"/>
            <a:ext cx="0" cy="508689"/>
          </a:xfrm>
          <a:prstGeom prst="line">
            <a:avLst/>
          </a:prstGeom>
          <a:ln>
            <a:head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487B5A0-F5B0-D9E2-1A50-845C67C6364E}"/>
              </a:ext>
            </a:extLst>
          </p:cNvPr>
          <p:cNvCxnSpPr>
            <a:cxnSpLocks/>
          </p:cNvCxnSpPr>
          <p:nvPr/>
        </p:nvCxnSpPr>
        <p:spPr>
          <a:xfrm rot="16200000">
            <a:off x="1863383" y="5032045"/>
            <a:ext cx="0" cy="508689"/>
          </a:xfrm>
          <a:prstGeom prst="line">
            <a:avLst/>
          </a:prstGeom>
          <a:ln>
            <a:headEnd type="none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D7884EA-B369-3E52-37C1-8047FA0CD928}"/>
              </a:ext>
            </a:extLst>
          </p:cNvPr>
          <p:cNvCxnSpPr/>
          <p:nvPr/>
        </p:nvCxnSpPr>
        <p:spPr>
          <a:xfrm>
            <a:off x="1702355" y="2273753"/>
            <a:ext cx="0" cy="508689"/>
          </a:xfrm>
          <a:prstGeom prst="line">
            <a:avLst/>
          </a:prstGeom>
          <a:ln>
            <a:head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3478643-56AB-76DD-4544-206977299EA2}"/>
              </a:ext>
            </a:extLst>
          </p:cNvPr>
          <p:cNvCxnSpPr>
            <a:cxnSpLocks/>
          </p:cNvCxnSpPr>
          <p:nvPr/>
        </p:nvCxnSpPr>
        <p:spPr>
          <a:xfrm rot="16200000">
            <a:off x="4447218" y="4425214"/>
            <a:ext cx="0" cy="508689"/>
          </a:xfrm>
          <a:prstGeom prst="line">
            <a:avLst/>
          </a:prstGeom>
          <a:ln>
            <a:headEnd type="none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9017201B-B53B-69E8-9F36-80A83E6616CA}"/>
              </a:ext>
            </a:extLst>
          </p:cNvPr>
          <p:cNvCxnSpPr>
            <a:cxnSpLocks/>
          </p:cNvCxnSpPr>
          <p:nvPr/>
        </p:nvCxnSpPr>
        <p:spPr>
          <a:xfrm rot="16200000">
            <a:off x="1448011" y="2517036"/>
            <a:ext cx="0" cy="508689"/>
          </a:xfrm>
          <a:prstGeom prst="line">
            <a:avLst/>
          </a:prstGeom>
          <a:ln>
            <a:head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31D0EF3-37FA-CE81-74CA-D266A2BF41C3}"/>
              </a:ext>
            </a:extLst>
          </p:cNvPr>
          <p:cNvCxnSpPr/>
          <p:nvPr/>
        </p:nvCxnSpPr>
        <p:spPr>
          <a:xfrm>
            <a:off x="4452433" y="1892958"/>
            <a:ext cx="0" cy="508689"/>
          </a:xfrm>
          <a:prstGeom prst="line">
            <a:avLst/>
          </a:prstGeom>
          <a:ln>
            <a:headEnd type="none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C764A87B-60D6-AA7B-8A11-795B3984225E}"/>
                  </a:ext>
                </a:extLst>
              </p:cNvPr>
              <p:cNvSpPr txBox="1"/>
              <p:nvPr/>
            </p:nvSpPr>
            <p:spPr>
              <a:xfrm>
                <a:off x="2307939" y="1431294"/>
                <a:ext cx="1191250" cy="461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s-A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s-A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AR" sz="2400" i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C764A87B-60D6-AA7B-8A11-795B39842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939" y="1431294"/>
                <a:ext cx="1191250" cy="4616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D9BC1835-E44C-6C7A-3064-73B091C03273}"/>
                  </a:ext>
                </a:extLst>
              </p:cNvPr>
              <p:cNvSpPr txBox="1"/>
              <p:nvPr/>
            </p:nvSpPr>
            <p:spPr>
              <a:xfrm>
                <a:off x="6722606" y="5286389"/>
                <a:ext cx="1191250" cy="483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s-AR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s-A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AR" sz="2400" i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D9BC1835-E44C-6C7A-3064-73B091C03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606" y="5286389"/>
                <a:ext cx="1191250" cy="483146"/>
              </a:xfrm>
              <a:prstGeom prst="rect">
                <a:avLst/>
              </a:prstGeom>
              <a:blipFill>
                <a:blip r:embed="rId9"/>
                <a:stretch>
                  <a:fillRect t="-379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7D88B45E-9FCA-52CA-6CFB-3BC56324AF83}"/>
              </a:ext>
            </a:extLst>
          </p:cNvPr>
          <p:cNvCxnSpPr>
            <a:cxnSpLocks/>
          </p:cNvCxnSpPr>
          <p:nvPr/>
        </p:nvCxnSpPr>
        <p:spPr>
          <a:xfrm flipV="1">
            <a:off x="2164351" y="1915083"/>
            <a:ext cx="1404349" cy="2076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6CB45214-6297-A287-DFA6-5DFAEEE2C7C1}"/>
              </a:ext>
            </a:extLst>
          </p:cNvPr>
          <p:cNvCxnSpPr/>
          <p:nvPr/>
        </p:nvCxnSpPr>
        <p:spPr>
          <a:xfrm flipV="1">
            <a:off x="2164351" y="3729567"/>
            <a:ext cx="180916" cy="26246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1FAFE6C4-3E95-C796-D64A-636689B1E9F4}"/>
              </a:ext>
            </a:extLst>
          </p:cNvPr>
          <p:cNvCxnSpPr>
            <a:cxnSpLocks/>
          </p:cNvCxnSpPr>
          <p:nvPr/>
        </p:nvCxnSpPr>
        <p:spPr>
          <a:xfrm flipV="1">
            <a:off x="2334378" y="3482976"/>
            <a:ext cx="180916" cy="26246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73AEB584-E7CD-A54F-9CC9-C1AA92E22DF6}"/>
              </a:ext>
            </a:extLst>
          </p:cNvPr>
          <p:cNvCxnSpPr/>
          <p:nvPr/>
        </p:nvCxnSpPr>
        <p:spPr>
          <a:xfrm flipV="1">
            <a:off x="2504405" y="3231096"/>
            <a:ext cx="180916" cy="26246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044633BD-20B1-C58D-2700-2C1AB5A77334}"/>
              </a:ext>
            </a:extLst>
          </p:cNvPr>
          <p:cNvCxnSpPr/>
          <p:nvPr/>
        </p:nvCxnSpPr>
        <p:spPr>
          <a:xfrm flipV="1">
            <a:off x="2675793" y="2968630"/>
            <a:ext cx="180916" cy="26246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6E3F68B3-2864-B543-D77C-4078BFB86F59}"/>
              </a:ext>
            </a:extLst>
          </p:cNvPr>
          <p:cNvCxnSpPr/>
          <p:nvPr/>
        </p:nvCxnSpPr>
        <p:spPr>
          <a:xfrm rot="10800000" flipV="1">
            <a:off x="3483471" y="1775124"/>
            <a:ext cx="180916" cy="26246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0810B2C-5E7B-D5B7-857C-E8246B784F4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13444" y="2021715"/>
            <a:ext cx="180916" cy="26246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41387158-FF8F-74F6-17C9-2B576A706661}"/>
              </a:ext>
            </a:extLst>
          </p:cNvPr>
          <p:cNvCxnSpPr/>
          <p:nvPr/>
        </p:nvCxnSpPr>
        <p:spPr>
          <a:xfrm rot="10800000" flipV="1">
            <a:off x="3143417" y="2273595"/>
            <a:ext cx="180916" cy="26246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DE131835-5445-EC24-F945-3E46E97181D0}"/>
              </a:ext>
            </a:extLst>
          </p:cNvPr>
          <p:cNvCxnSpPr/>
          <p:nvPr/>
        </p:nvCxnSpPr>
        <p:spPr>
          <a:xfrm rot="10800000" flipV="1">
            <a:off x="2972029" y="2536061"/>
            <a:ext cx="180916" cy="26246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Grupo 64">
            <a:extLst>
              <a:ext uri="{FF2B5EF4-FFF2-40B4-BE49-F238E27FC236}">
                <a16:creationId xmlns:a16="http://schemas.microsoft.com/office/drawing/2014/main" id="{29BC3E08-3FCA-6480-29D7-15DCEA567FEB}"/>
              </a:ext>
            </a:extLst>
          </p:cNvPr>
          <p:cNvGrpSpPr/>
          <p:nvPr/>
        </p:nvGrpSpPr>
        <p:grpSpPr>
          <a:xfrm>
            <a:off x="1915794" y="2197113"/>
            <a:ext cx="1975540" cy="1381474"/>
            <a:chOff x="5483611" y="2669860"/>
            <a:chExt cx="1975540" cy="1381474"/>
          </a:xfrm>
        </p:grpSpPr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0674DA3F-24FD-1142-C7E0-6E7A18E2EE0E}"/>
                </a:ext>
              </a:extLst>
            </p:cNvPr>
            <p:cNvGrpSpPr/>
            <p:nvPr/>
          </p:nvGrpSpPr>
          <p:grpSpPr>
            <a:xfrm>
              <a:off x="5483611" y="2669860"/>
              <a:ext cx="987770" cy="690737"/>
              <a:chOff x="5483611" y="2669860"/>
              <a:chExt cx="987770" cy="690737"/>
            </a:xfrm>
          </p:grpSpPr>
          <p:cxnSp>
            <p:nvCxnSpPr>
              <p:cNvPr id="51" name="Conector recto de flecha 50">
                <a:extLst>
                  <a:ext uri="{FF2B5EF4-FFF2-40B4-BE49-F238E27FC236}">
                    <a16:creationId xmlns:a16="http://schemas.microsoft.com/office/drawing/2014/main" id="{FDC19CE0-FF64-8DF6-60F2-B1BD6E8B65B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6249690" y="3138906"/>
                <a:ext cx="180916" cy="262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cto de flecha 51">
                <a:extLst>
                  <a:ext uri="{FF2B5EF4-FFF2-40B4-BE49-F238E27FC236}">
                    <a16:creationId xmlns:a16="http://schemas.microsoft.com/office/drawing/2014/main" id="{0CF6FC10-2840-DBB2-389A-CE9D3218D69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5991042" y="2957990"/>
                <a:ext cx="180916" cy="262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recto de flecha 52">
                <a:extLst>
                  <a:ext uri="{FF2B5EF4-FFF2-40B4-BE49-F238E27FC236}">
                    <a16:creationId xmlns:a16="http://schemas.microsoft.com/office/drawing/2014/main" id="{0D47A813-4884-07CC-B275-2E8537D9314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5757578" y="2799282"/>
                <a:ext cx="180916" cy="262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recto de flecha 53">
                <a:extLst>
                  <a:ext uri="{FF2B5EF4-FFF2-40B4-BE49-F238E27FC236}">
                    <a16:creationId xmlns:a16="http://schemas.microsoft.com/office/drawing/2014/main" id="{0E61298F-BC69-92BB-CA2E-0EC4ADB72E8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5524386" y="2629085"/>
                <a:ext cx="180916" cy="262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488AA147-9BAF-AC36-1195-0EAD29598D9F}"/>
                </a:ext>
              </a:extLst>
            </p:cNvPr>
            <p:cNvGrpSpPr/>
            <p:nvPr/>
          </p:nvGrpSpPr>
          <p:grpSpPr>
            <a:xfrm flipH="1" flipV="1">
              <a:off x="6471381" y="3360597"/>
              <a:ext cx="987770" cy="690737"/>
              <a:chOff x="5483611" y="2669860"/>
              <a:chExt cx="987770" cy="690737"/>
            </a:xfrm>
          </p:grpSpPr>
          <p:cxnSp>
            <p:nvCxnSpPr>
              <p:cNvPr id="61" name="Conector recto de flecha 60">
                <a:extLst>
                  <a:ext uri="{FF2B5EF4-FFF2-40B4-BE49-F238E27FC236}">
                    <a16:creationId xmlns:a16="http://schemas.microsoft.com/office/drawing/2014/main" id="{63DEBAA9-9B14-DF59-71FF-8F9C1D6459F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6249690" y="3138906"/>
                <a:ext cx="180916" cy="262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de flecha 61">
                <a:extLst>
                  <a:ext uri="{FF2B5EF4-FFF2-40B4-BE49-F238E27FC236}">
                    <a16:creationId xmlns:a16="http://schemas.microsoft.com/office/drawing/2014/main" id="{A37C66C8-A9A1-ECED-2809-93196934EE2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5991042" y="2957990"/>
                <a:ext cx="180916" cy="262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 recto de flecha 62">
                <a:extLst>
                  <a:ext uri="{FF2B5EF4-FFF2-40B4-BE49-F238E27FC236}">
                    <a16:creationId xmlns:a16="http://schemas.microsoft.com/office/drawing/2014/main" id="{D675EA31-7236-10AE-F57F-EE64D1B650D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5757578" y="2799282"/>
                <a:ext cx="180916" cy="262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ector recto de flecha 63">
                <a:extLst>
                  <a:ext uri="{FF2B5EF4-FFF2-40B4-BE49-F238E27FC236}">
                    <a16:creationId xmlns:a16="http://schemas.microsoft.com/office/drawing/2014/main" id="{3F10E8CC-BB1F-4504-BE14-311C0959D5D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5524386" y="2629085"/>
                <a:ext cx="180916" cy="2624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06686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20E97-7E51-8B39-7FEA-5C7E29A2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19F3E121-AFC7-B968-F341-90E1971D4327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3DC25813-D1DE-2337-CD9B-04647F026940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2EF86142-2425-BCD5-430A-389690F29F9F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CA1D315A-3ECB-C97A-CAEB-4075759D3079}"/>
              </a:ext>
            </a:extLst>
          </p:cNvPr>
          <p:cNvSpPr txBox="1"/>
          <p:nvPr/>
        </p:nvSpPr>
        <p:spPr>
          <a:xfrm>
            <a:off x="404348" y="807922"/>
            <a:ext cx="2486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Control óptimo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442931-5CD4-7947-8637-3398C0E2160B}"/>
              </a:ext>
            </a:extLst>
          </p:cNvPr>
          <p:cNvSpPr txBox="1"/>
          <p:nvPr/>
        </p:nvSpPr>
        <p:spPr>
          <a:xfrm>
            <a:off x="545690" y="1453725"/>
            <a:ext cx="135005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AR" sz="2400" dirty="0"/>
              <a:t>Notación: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C33AA25-6EEA-CD3D-A097-9BBFF73F8096}"/>
                  </a:ext>
                </a:extLst>
              </p:cNvPr>
              <p:cNvSpPr txBox="1"/>
              <p:nvPr/>
            </p:nvSpPr>
            <p:spPr>
              <a:xfrm>
                <a:off x="463342" y="1977949"/>
                <a:ext cx="8847806" cy="4287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AR" sz="2400" dirty="0"/>
                  <a:t>Variable/s de control: </a:t>
                </a:r>
                <a14:m>
                  <m:oMath xmlns:m="http://schemas.openxmlformats.org/officeDocument/2006/math"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s-A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s-AR" sz="2400" b="0" i="1" dirty="0"/>
              </a:p>
              <a:p>
                <a:endParaRPr lang="es-AR" sz="2400" dirty="0"/>
              </a:p>
              <a:p>
                <a:r>
                  <a:rPr lang="es-AR" sz="2400" dirty="0"/>
                  <a:t>Variable/s de estado: </a:t>
                </a:r>
                <a14:m>
                  <m:oMath xmlns:m="http://schemas.openxmlformats.org/officeDocument/2006/math">
                    <m:r>
                      <a:rPr lang="es-AR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2400" dirty="0"/>
              </a:p>
              <a:p>
                <a:endParaRPr lang="es-AR" sz="2400" dirty="0"/>
              </a:p>
              <a:p>
                <a:r>
                  <a:rPr lang="es-AR" sz="2400" dirty="0"/>
                  <a:t>Función de utilidad instantánea: </a:t>
                </a:r>
                <a14:m>
                  <m:oMath xmlns:m="http://schemas.openxmlformats.org/officeDocument/2006/math">
                    <m:r>
                      <a:rPr lang="es-AR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s-AR" sz="2400" dirty="0"/>
              </a:p>
              <a:p>
                <a:endParaRPr lang="es-AR" sz="2400" dirty="0"/>
              </a:p>
              <a:p>
                <a:r>
                  <a:rPr lang="es-AR" sz="2400" dirty="0"/>
                  <a:t>Variable/s de </a:t>
                </a:r>
                <a:r>
                  <a:rPr lang="es-AR" sz="2400" dirty="0" err="1"/>
                  <a:t>co-estado</a:t>
                </a:r>
                <a:r>
                  <a:rPr lang="es-AR" sz="2400" dirty="0"/>
                  <a:t>: </a:t>
                </a:r>
                <a14:m>
                  <m:oMath xmlns:m="http://schemas.openxmlformats.org/officeDocument/2006/math">
                    <m:r>
                      <a:rPr lang="es-A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2400" dirty="0"/>
              </a:p>
              <a:p>
                <a:endParaRPr lang="es-AR" sz="2400" dirty="0"/>
              </a:p>
              <a:p>
                <a:r>
                  <a:rPr lang="es-AR" sz="2400" dirty="0"/>
                  <a:t>Ecuación de movimiento: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s-A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s-A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s-AR" sz="2400" dirty="0"/>
              </a:p>
              <a:p>
                <a:endParaRPr lang="es-AR" sz="2400" dirty="0"/>
              </a:p>
              <a:p>
                <a:r>
                  <a:rPr lang="es-AR" sz="2400" dirty="0"/>
                  <a:t>Función objetivo: </a:t>
                </a:r>
                <a14:m>
                  <m:oMath xmlns:m="http://schemas.openxmlformats.org/officeDocument/2006/math">
                    <m:r>
                      <a:rPr lang="es-AR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s-AR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A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A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AR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s-AR" sz="2400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s-AR" sz="2400" dirty="0"/>
                  <a:t>  </a:t>
                </a: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C33AA25-6EEA-CD3D-A097-9BBFF73F8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42" y="1977949"/>
                <a:ext cx="8847806" cy="4287456"/>
              </a:xfrm>
              <a:prstGeom prst="rect">
                <a:avLst/>
              </a:prstGeom>
              <a:blipFill>
                <a:blip r:embed="rId3"/>
                <a:stretch>
                  <a:fillRect l="-1034" t="-1136" b="-127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5271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DA2FF-2C27-99DD-740A-64B8D9749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049950D8-8B41-4A48-7190-DD75F91B7642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22BE2B14-96C6-CBE7-4C51-DDCC25CB120F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273D9042-45AC-0675-DC2D-531CDC7D767D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F7477ED8-B11B-664B-DD1D-FD78C143842C}"/>
              </a:ext>
            </a:extLst>
          </p:cNvPr>
          <p:cNvSpPr txBox="1"/>
          <p:nvPr/>
        </p:nvSpPr>
        <p:spPr>
          <a:xfrm>
            <a:off x="404348" y="807922"/>
            <a:ext cx="641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Economía de dos periodos sin incertidumbre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0168840-AEA2-2795-C6C7-FCA72994F3DC}"/>
                  </a:ext>
                </a:extLst>
              </p:cNvPr>
              <p:cNvSpPr txBox="1"/>
              <p:nvPr/>
            </p:nvSpPr>
            <p:spPr>
              <a:xfrm>
                <a:off x="5130800" y="1778000"/>
                <a:ext cx="29013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0168840-AEA2-2795-C6C7-FCA72994F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800" y="1778000"/>
                <a:ext cx="2901307" cy="369332"/>
              </a:xfrm>
              <a:prstGeom prst="rect">
                <a:avLst/>
              </a:prstGeom>
              <a:blipFill>
                <a:blip r:embed="rId3"/>
                <a:stretch>
                  <a:fillRect l="-2101" t="-1667" r="-3151" b="-3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4D5A90A-59F2-2E86-E060-1E1934F524B7}"/>
                  </a:ext>
                </a:extLst>
              </p:cNvPr>
              <p:cNvSpPr txBox="1"/>
              <p:nvPr/>
            </p:nvSpPr>
            <p:spPr>
              <a:xfrm>
                <a:off x="5725969" y="2471079"/>
                <a:ext cx="15938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4D5A90A-59F2-2E86-E060-1E1934F52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5969" y="2471079"/>
                <a:ext cx="1593898" cy="369332"/>
              </a:xfrm>
              <a:prstGeom prst="rect">
                <a:avLst/>
              </a:prstGeom>
              <a:blipFill>
                <a:blip r:embed="rId4"/>
                <a:stretch>
                  <a:fillRect l="-3817" r="-382" b="-1147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6E16D92-9FF3-4E36-85DA-F077F6E5EED9}"/>
                  </a:ext>
                </a:extLst>
              </p:cNvPr>
              <p:cNvSpPr txBox="1"/>
              <p:nvPr/>
            </p:nvSpPr>
            <p:spPr>
              <a:xfrm>
                <a:off x="5274188" y="2979492"/>
                <a:ext cx="31256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+(1+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6E16D92-9FF3-4E36-85DA-F077F6E5E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188" y="2979492"/>
                <a:ext cx="3125664" cy="369332"/>
              </a:xfrm>
              <a:prstGeom prst="rect">
                <a:avLst/>
              </a:prstGeom>
              <a:blipFill>
                <a:blip r:embed="rId5"/>
                <a:stretch>
                  <a:fillRect l="-1754" t="-1667" r="-390" b="-3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9D104B96-735E-5DA3-85E7-2D920CEC9311}"/>
              </a:ext>
            </a:extLst>
          </p:cNvPr>
          <p:cNvSpPr txBox="1"/>
          <p:nvPr/>
        </p:nvSpPr>
        <p:spPr>
          <a:xfrm>
            <a:off x="4128770" y="2424912"/>
            <a:ext cx="763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s.a.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9293E76-2BB1-9573-FF65-1F32FDFDD398}"/>
                  </a:ext>
                </a:extLst>
              </p:cNvPr>
              <p:cNvSpPr txBox="1"/>
              <p:nvPr/>
            </p:nvSpPr>
            <p:spPr>
              <a:xfrm>
                <a:off x="4396146" y="3971424"/>
                <a:ext cx="40675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+(1+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AR" sz="2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9293E76-2BB1-9573-FF65-1F32FDFDD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146" y="3971424"/>
                <a:ext cx="4067588" cy="369332"/>
              </a:xfrm>
              <a:prstGeom prst="rect">
                <a:avLst/>
              </a:prstGeom>
              <a:blipFill>
                <a:blip r:embed="rId6"/>
                <a:stretch>
                  <a:fillRect l="-1199" t="-1639" r="-300" b="-3278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D2C268E-08A6-6BED-5C6F-8CBE2D31E9A8}"/>
                  </a:ext>
                </a:extLst>
              </p:cNvPr>
              <p:cNvSpPr txBox="1"/>
              <p:nvPr/>
            </p:nvSpPr>
            <p:spPr>
              <a:xfrm>
                <a:off x="2400247" y="4710669"/>
                <a:ext cx="3188437" cy="697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s-AR" sz="2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D2C268E-08A6-6BED-5C6F-8CBE2D31E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247" y="4710669"/>
                <a:ext cx="3188437" cy="6976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46A3DCA-35E9-7820-4938-936149E4DE1D}"/>
                  </a:ext>
                </a:extLst>
              </p:cNvPr>
              <p:cNvSpPr txBox="1"/>
              <p:nvPr/>
            </p:nvSpPr>
            <p:spPr>
              <a:xfrm>
                <a:off x="6959547" y="4710669"/>
                <a:ext cx="2868734" cy="697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s-A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s-AR" sz="2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46A3DCA-35E9-7820-4938-936149E4D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47" y="4710669"/>
                <a:ext cx="2868734" cy="6976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611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46D48-94E7-A8A7-3813-FF087727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5F61AC97-DAC6-B2B6-9E19-3DD6EE57198F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9CDC17C-9BD1-DC8F-6C82-65760D8C62B8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A4D49ECA-7303-1462-E1D3-A1DF3D57ED03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A15630FB-F1DB-6662-D464-4714639703B0}"/>
              </a:ext>
            </a:extLst>
          </p:cNvPr>
          <p:cNvSpPr txBox="1"/>
          <p:nvPr/>
        </p:nvSpPr>
        <p:spPr>
          <a:xfrm>
            <a:off x="404348" y="807922"/>
            <a:ext cx="641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Economía de dos periodos sin incertidumbre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0B01ECC-0FA8-ADF1-886E-D3DAD6D15993}"/>
                  </a:ext>
                </a:extLst>
              </p:cNvPr>
              <p:cNvSpPr txBox="1"/>
              <p:nvPr/>
            </p:nvSpPr>
            <p:spPr>
              <a:xfrm>
                <a:off x="3732276" y="1727200"/>
                <a:ext cx="4952381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0B01ECC-0FA8-ADF1-886E-D3DAD6D15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276" y="1727200"/>
                <a:ext cx="4952381" cy="829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985D32E0-725B-3D03-70C8-04CC950A29A8}"/>
              </a:ext>
            </a:extLst>
          </p:cNvPr>
          <p:cNvSpPr txBox="1"/>
          <p:nvPr/>
        </p:nvSpPr>
        <p:spPr>
          <a:xfrm>
            <a:off x="404348" y="2783823"/>
            <a:ext cx="641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CPO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0063796-F9AC-379F-09BF-B5E2CFA1B60E}"/>
                  </a:ext>
                </a:extLst>
              </p:cNvPr>
              <p:cNvSpPr txBox="1"/>
              <p:nvPr/>
            </p:nvSpPr>
            <p:spPr>
              <a:xfrm>
                <a:off x="4627039" y="3122236"/>
                <a:ext cx="3204531" cy="700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0063796-F9AC-379F-09BF-B5E2CFA1B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039" y="3122236"/>
                <a:ext cx="3204531" cy="7000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4D05093-499F-BE0F-892D-6F9777C16B65}"/>
                  </a:ext>
                </a:extLst>
              </p:cNvPr>
              <p:cNvSpPr txBox="1"/>
              <p:nvPr/>
            </p:nvSpPr>
            <p:spPr>
              <a:xfrm>
                <a:off x="4920035" y="4277936"/>
                <a:ext cx="2644506" cy="4044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=(1+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4D05093-499F-BE0F-892D-6F9777C16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035" y="4277936"/>
                <a:ext cx="2644506" cy="404406"/>
              </a:xfrm>
              <a:prstGeom prst="rect">
                <a:avLst/>
              </a:prstGeom>
              <a:blipFill>
                <a:blip r:embed="rId5"/>
                <a:stretch>
                  <a:fillRect l="-922" b="-2424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C3AD3D01-C3BF-6944-B3DA-2121B734A92F}"/>
                  </a:ext>
                </a:extLst>
              </p:cNvPr>
              <p:cNvSpPr txBox="1"/>
              <p:nvPr/>
            </p:nvSpPr>
            <p:spPr>
              <a:xfrm>
                <a:off x="4920035" y="4935776"/>
                <a:ext cx="2251193" cy="7566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=(1+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C3AD3D01-C3BF-6944-B3DA-2121B734A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035" y="4935776"/>
                <a:ext cx="2251193" cy="7566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350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2547-DA91-DE1A-B6B1-E95A2F3E9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0E70BC6-63D3-B6E4-7F4E-DFDF11914FD1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4E7409D-0F3B-AD8C-4477-B9F40D3BEAF2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C7A46C3D-7DC4-AA1D-AD7A-FD76E8B27FD4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205F3FD9-A421-3A71-F2FF-80154F718341}"/>
              </a:ext>
            </a:extLst>
          </p:cNvPr>
          <p:cNvCxnSpPr/>
          <p:nvPr/>
        </p:nvCxnSpPr>
        <p:spPr>
          <a:xfrm>
            <a:off x="2662480" y="1892960"/>
            <a:ext cx="0" cy="40695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7226A40-4108-C034-CDFD-623DF9F57384}"/>
              </a:ext>
            </a:extLst>
          </p:cNvPr>
          <p:cNvCxnSpPr>
            <a:cxnSpLocks/>
          </p:cNvCxnSpPr>
          <p:nvPr/>
        </p:nvCxnSpPr>
        <p:spPr>
          <a:xfrm>
            <a:off x="2662480" y="5962469"/>
            <a:ext cx="608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CE3DC4A-4F4A-488F-E78F-27484AF55B06}"/>
                  </a:ext>
                </a:extLst>
              </p:cNvPr>
              <p:cNvSpPr txBox="1"/>
              <p:nvPr/>
            </p:nvSpPr>
            <p:spPr>
              <a:xfrm>
                <a:off x="2037153" y="1514299"/>
                <a:ext cx="7261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CE3DC4A-4F4A-488F-E78F-27484AF55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153" y="1514299"/>
                <a:ext cx="72618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42D646D-E681-4EB0-5D6B-2754E284A5B0}"/>
                  </a:ext>
                </a:extLst>
              </p:cNvPr>
              <p:cNvSpPr txBox="1"/>
              <p:nvPr/>
            </p:nvSpPr>
            <p:spPr>
              <a:xfrm>
                <a:off x="8540113" y="5857087"/>
                <a:ext cx="7261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42D646D-E681-4EB0-5D6B-2754E284A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113" y="5857087"/>
                <a:ext cx="72618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3645889B-07E3-AFC1-FF34-854BEA03A7BA}"/>
              </a:ext>
            </a:extLst>
          </p:cNvPr>
          <p:cNvSpPr txBox="1"/>
          <p:nvPr/>
        </p:nvSpPr>
        <p:spPr>
          <a:xfrm>
            <a:off x="404348" y="807922"/>
            <a:ext cx="641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Economía de dos periodos sin incertidumbre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6D1C0AB-0C85-3DE3-068D-41D70BA922A6}"/>
              </a:ext>
            </a:extLst>
          </p:cNvPr>
          <p:cNvCxnSpPr>
            <a:cxnSpLocks/>
          </p:cNvCxnSpPr>
          <p:nvPr/>
        </p:nvCxnSpPr>
        <p:spPr>
          <a:xfrm rot="16200000">
            <a:off x="2662480" y="2527300"/>
            <a:ext cx="3420000" cy="34200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FF5F739-0AAF-2FF6-840D-C54CB6295826}"/>
              </a:ext>
            </a:extLst>
          </p:cNvPr>
          <p:cNvCxnSpPr>
            <a:cxnSpLocks/>
          </p:cNvCxnSpPr>
          <p:nvPr/>
        </p:nvCxnSpPr>
        <p:spPr>
          <a:xfrm flipH="1" flipV="1">
            <a:off x="2649780" y="2552700"/>
            <a:ext cx="5166430" cy="33946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390EE019-D470-8A59-FD4A-53AF9916A419}"/>
              </a:ext>
            </a:extLst>
          </p:cNvPr>
          <p:cNvSpPr/>
          <p:nvPr/>
        </p:nvSpPr>
        <p:spPr>
          <a:xfrm>
            <a:off x="3287808" y="1975964"/>
            <a:ext cx="2790992" cy="1756697"/>
          </a:xfrm>
          <a:custGeom>
            <a:avLst/>
            <a:gdLst>
              <a:gd name="csX0" fmla="*/ 5855 w 2710955"/>
              <a:gd name="csY0" fmla="*/ 0 h 2451100"/>
              <a:gd name="csX1" fmla="*/ 424955 w 2710955"/>
              <a:gd name="csY1" fmla="*/ 1778000 h 2451100"/>
              <a:gd name="csX2" fmla="*/ 2710955 w 2710955"/>
              <a:gd name="csY2" fmla="*/ 2451100 h 2451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0955" h="2451100">
                <a:moveTo>
                  <a:pt x="5855" y="0"/>
                </a:moveTo>
                <a:cubicBezTo>
                  <a:pt x="-10020" y="684741"/>
                  <a:pt x="-25895" y="1369483"/>
                  <a:pt x="424955" y="1778000"/>
                </a:cubicBezTo>
                <a:cubicBezTo>
                  <a:pt x="875805" y="2186517"/>
                  <a:pt x="1793380" y="2318808"/>
                  <a:pt x="2710955" y="2451100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7B1D9B5C-16EA-DAFE-940D-F600FF2AD6F1}"/>
              </a:ext>
            </a:extLst>
          </p:cNvPr>
          <p:cNvSpPr/>
          <p:nvPr/>
        </p:nvSpPr>
        <p:spPr>
          <a:xfrm>
            <a:off x="6122222" y="3836790"/>
            <a:ext cx="2790992" cy="1756697"/>
          </a:xfrm>
          <a:custGeom>
            <a:avLst/>
            <a:gdLst>
              <a:gd name="csX0" fmla="*/ 5855 w 2710955"/>
              <a:gd name="csY0" fmla="*/ 0 h 2451100"/>
              <a:gd name="csX1" fmla="*/ 424955 w 2710955"/>
              <a:gd name="csY1" fmla="*/ 1778000 h 2451100"/>
              <a:gd name="csX2" fmla="*/ 2710955 w 2710955"/>
              <a:gd name="csY2" fmla="*/ 2451100 h 2451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0955" h="2451100">
                <a:moveTo>
                  <a:pt x="5855" y="0"/>
                </a:moveTo>
                <a:cubicBezTo>
                  <a:pt x="-10020" y="684741"/>
                  <a:pt x="-25895" y="1369483"/>
                  <a:pt x="424955" y="1778000"/>
                </a:cubicBezTo>
                <a:cubicBezTo>
                  <a:pt x="875805" y="2186517"/>
                  <a:pt x="1793380" y="2318808"/>
                  <a:pt x="2710955" y="245110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34170E6-A3DB-A4F9-662C-AFB923AF4DFB}"/>
                  </a:ext>
                </a:extLst>
              </p:cNvPr>
              <p:cNvSpPr txBox="1"/>
              <p:nvPr/>
            </p:nvSpPr>
            <p:spPr>
              <a:xfrm>
                <a:off x="5901114" y="2146074"/>
                <a:ext cx="7261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45°</m:t>
                      </m:r>
                    </m:oMath>
                  </m:oMathPara>
                </a14:m>
                <a:endParaRPr lang="es-AR" sz="2400" i="1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34170E6-A3DB-A4F9-662C-AFB923AF4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114" y="2146074"/>
                <a:ext cx="72618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7296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2D42D-0E9C-49C0-A39E-9441AA27C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EDCE88BA-DE21-166F-51F3-0969699CC03F}"/>
              </a:ext>
            </a:extLst>
          </p:cNvPr>
          <p:cNvGrpSpPr/>
          <p:nvPr/>
        </p:nvGrpSpPr>
        <p:grpSpPr>
          <a:xfrm>
            <a:off x="301478" y="101545"/>
            <a:ext cx="4094668" cy="461665"/>
            <a:chOff x="301478" y="101545"/>
            <a:chExt cx="4094668" cy="46166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8296D89D-9E79-BBFE-5948-9E0424A6065D}"/>
                </a:ext>
              </a:extLst>
            </p:cNvPr>
            <p:cNvSpPr txBox="1"/>
            <p:nvPr/>
          </p:nvSpPr>
          <p:spPr>
            <a:xfrm>
              <a:off x="404348" y="101545"/>
              <a:ext cx="39917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2400" dirty="0">
                  <a:latin typeface="+mj-lt"/>
                  <a:cs typeface="Times New Roman" panose="02020603050405020304" pitchFamily="18" charset="0"/>
                </a:rPr>
                <a:t>Repaso economía dinámica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E67ED8EA-6F09-DE05-026E-88A633BCF092}"/>
                </a:ext>
              </a:extLst>
            </p:cNvPr>
            <p:cNvCxnSpPr>
              <a:cxnSpLocks/>
            </p:cNvCxnSpPr>
            <p:nvPr/>
          </p:nvCxnSpPr>
          <p:spPr>
            <a:xfrm>
              <a:off x="301478" y="170377"/>
              <a:ext cx="0" cy="324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851CE941-DCC5-CD63-5D99-889E35FBC8EA}"/>
              </a:ext>
            </a:extLst>
          </p:cNvPr>
          <p:cNvSpPr txBox="1"/>
          <p:nvPr/>
        </p:nvSpPr>
        <p:spPr>
          <a:xfrm>
            <a:off x="404348" y="807922"/>
            <a:ext cx="1144475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Variaciones:</a:t>
            </a:r>
          </a:p>
          <a:p>
            <a:endParaRPr lang="es-A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/>
              <a:t>Sin incertidumbre en varios periodos.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/>
              <a:t>Incertidumbre en dos periodos con dos estados posibles.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/>
              <a:t>Incertidumbre en varios periodos con infinitos estados.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/>
              <a:t>Agentes heterogéneos.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/>
              <a:t>Se puede (y probablemente lo hagamos) incorporar varios activos financieros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/>
              <a:t>Abrir la economía.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/>
              <a:t>Resolver problemas de varios agentes simultáneamente (EG): BC, Gobierno, Empresas, Familias, etc.</a:t>
            </a:r>
          </a:p>
        </p:txBody>
      </p:sp>
    </p:spTree>
    <p:extLst>
      <p:ext uri="{BB962C8B-B14F-4D97-AF65-F5344CB8AC3E}">
        <p14:creationId xmlns:p14="http://schemas.microsoft.com/office/powerpoint/2010/main" val="366757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olores propios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4575B4"/>
      </a:accent1>
      <a:accent2>
        <a:srgbClr val="91BFDB"/>
      </a:accent2>
      <a:accent3>
        <a:srgbClr val="E0F3F8"/>
      </a:accent3>
      <a:accent4>
        <a:srgbClr val="FEE090"/>
      </a:accent4>
      <a:accent5>
        <a:srgbClr val="FC8D59"/>
      </a:accent5>
      <a:accent6>
        <a:srgbClr val="D73027"/>
      </a:accent6>
      <a:hlink>
        <a:srgbClr val="0070C0"/>
      </a:hlink>
      <a:folHlink>
        <a:srgbClr val="A02B93"/>
      </a:folHlink>
    </a:clrScheme>
    <a:fontScheme name="Fuentes propias">
      <a:majorFont>
        <a:latin typeface="Aptos Serif"/>
        <a:ea typeface=""/>
        <a:cs typeface=""/>
      </a:majorFont>
      <a:minorFont>
        <a:latin typeface="Aptos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3208</TotalTime>
  <Words>963</Words>
  <Application>Microsoft Office PowerPoint</Application>
  <PresentationFormat>Panorámica</PresentationFormat>
  <Paragraphs>248</Paragraphs>
  <Slides>21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Aptos</vt:lpstr>
      <vt:lpstr>Aptos Serif</vt:lpstr>
      <vt:lpstr>Arial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Devita, Mariano</dc:creator>
  <cp:lastModifiedBy>Devita, Mariano</cp:lastModifiedBy>
  <cp:revision>1</cp:revision>
  <dcterms:created xsi:type="dcterms:W3CDTF">2026-03-31T20:55:12Z</dcterms:created>
  <dcterms:modified xsi:type="dcterms:W3CDTF">2026-05-18T18:54:20Z</dcterms:modified>
</cp:coreProperties>
</file>