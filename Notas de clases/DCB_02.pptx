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2"/>
  </p:notesMasterIdLst>
  <p:sldIdLst>
    <p:sldId id="256" r:id="rId2"/>
    <p:sldId id="291" r:id="rId3"/>
    <p:sldId id="298" r:id="rId4"/>
    <p:sldId id="299" r:id="rId5"/>
    <p:sldId id="287" r:id="rId6"/>
    <p:sldId id="294" r:id="rId7"/>
    <p:sldId id="295" r:id="rId8"/>
    <p:sldId id="263" r:id="rId9"/>
    <p:sldId id="300" r:id="rId10"/>
    <p:sldId id="301" r:id="rId11"/>
    <p:sldId id="302" r:id="rId12"/>
    <p:sldId id="303" r:id="rId13"/>
    <p:sldId id="297" r:id="rId14"/>
    <p:sldId id="310" r:id="rId15"/>
    <p:sldId id="311" r:id="rId16"/>
    <p:sldId id="312" r:id="rId17"/>
    <p:sldId id="313" r:id="rId18"/>
    <p:sldId id="314" r:id="rId19"/>
    <p:sldId id="315" r:id="rId20"/>
    <p:sldId id="304" r:id="rId21"/>
    <p:sldId id="305" r:id="rId22"/>
    <p:sldId id="316" r:id="rId23"/>
    <p:sldId id="296" r:id="rId24"/>
    <p:sldId id="307" r:id="rId25"/>
    <p:sldId id="317" r:id="rId26"/>
    <p:sldId id="308" r:id="rId27"/>
    <p:sldId id="319" r:id="rId28"/>
    <p:sldId id="321" r:id="rId29"/>
    <p:sldId id="318" r:id="rId30"/>
    <p:sldId id="322" r:id="rId31"/>
  </p:sldIdLst>
  <p:sldSz cx="12192000" cy="6858000"/>
  <p:notesSz cx="6858000" cy="9144000"/>
  <p:defaultTextStyle>
    <a:defPPr>
      <a:defRPr lang="es-A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FFAB91B-505F-4AE9-924E-E982803C60A2}" v="971" dt="2026-05-14T17:43:38.910"/>
  </p1510:revLst>
</p1510:revInfo>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3447" autoAdjust="0"/>
  </p:normalViewPr>
  <p:slideViewPr>
    <p:cSldViewPr snapToGrid="0">
      <p:cViewPr varScale="1">
        <p:scale>
          <a:sx n="56" d="100"/>
          <a:sy n="56" d="100"/>
        </p:scale>
        <p:origin x="1000" y="4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38"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37"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evita, Mariano" userId="790ddd12-d095-4063-9590-047d0ef1fce2" providerId="ADAL" clId="{D72FB022-ACC1-432E-A309-C700CF44763B}"/>
    <pc:docChg chg="undo custSel addSld delSld modSld sldOrd">
      <pc:chgData name="Devita, Mariano" userId="790ddd12-d095-4063-9590-047d0ef1fce2" providerId="ADAL" clId="{D72FB022-ACC1-432E-A309-C700CF44763B}" dt="2026-05-14T19:11:49.438" v="24121" actId="20577"/>
      <pc:docMkLst>
        <pc:docMk/>
      </pc:docMkLst>
      <pc:sldChg chg="addSp modSp mod">
        <pc:chgData name="Devita, Mariano" userId="790ddd12-d095-4063-9590-047d0ef1fce2" providerId="ADAL" clId="{D72FB022-ACC1-432E-A309-C700CF44763B}" dt="2026-05-13T15:14:06.273" v="13655" actId="20577"/>
        <pc:sldMkLst>
          <pc:docMk/>
          <pc:sldMk cId="2617685939" sldId="256"/>
        </pc:sldMkLst>
        <pc:spChg chg="mod">
          <ac:chgData name="Devita, Mariano" userId="790ddd12-d095-4063-9590-047d0ef1fce2" providerId="ADAL" clId="{D72FB022-ACC1-432E-A309-C700CF44763B}" dt="2026-05-13T15:14:06.273" v="13655" actId="20577"/>
          <ac:spMkLst>
            <pc:docMk/>
            <pc:sldMk cId="2617685939" sldId="256"/>
            <ac:spMk id="4" creationId="{16A01A38-C9E3-F289-70E2-E302B9B527B2}"/>
          </ac:spMkLst>
        </pc:spChg>
        <pc:cxnChg chg="add mod">
          <ac:chgData name="Devita, Mariano" userId="790ddd12-d095-4063-9590-047d0ef1fce2" providerId="ADAL" clId="{D72FB022-ACC1-432E-A309-C700CF44763B}" dt="2026-04-21T18:32:07.750" v="8267" actId="14100"/>
          <ac:cxnSpMkLst>
            <pc:docMk/>
            <pc:sldMk cId="2617685939" sldId="256"/>
            <ac:cxnSpMk id="2" creationId="{9C1B97CD-F2E8-77E0-828C-FB01B22818FD}"/>
          </ac:cxnSpMkLst>
        </pc:cxnChg>
      </pc:sldChg>
      <pc:sldChg chg="addSp delSp modSp del mod">
        <pc:chgData name="Devita, Mariano" userId="790ddd12-d095-4063-9590-047d0ef1fce2" providerId="ADAL" clId="{D72FB022-ACC1-432E-A309-C700CF44763B}" dt="2026-05-13T16:38:44.695" v="15491" actId="47"/>
        <pc:sldMkLst>
          <pc:docMk/>
          <pc:sldMk cId="36716778" sldId="259"/>
        </pc:sldMkLst>
      </pc:sldChg>
      <pc:sldChg chg="addSp delSp modSp add mod delAnim modAnim modNotesTx">
        <pc:chgData name="Devita, Mariano" userId="790ddd12-d095-4063-9590-047d0ef1fce2" providerId="ADAL" clId="{D72FB022-ACC1-432E-A309-C700CF44763B}" dt="2026-05-14T17:43:45.141" v="24054" actId="14100"/>
        <pc:sldMkLst>
          <pc:docMk/>
          <pc:sldMk cId="451311008" sldId="263"/>
        </pc:sldMkLst>
        <pc:spChg chg="add mod">
          <ac:chgData name="Devita, Mariano" userId="790ddd12-d095-4063-9590-047d0ef1fce2" providerId="ADAL" clId="{D72FB022-ACC1-432E-A309-C700CF44763B}" dt="2026-05-14T17:43:45.141" v="24054" actId="14100"/>
          <ac:spMkLst>
            <pc:docMk/>
            <pc:sldMk cId="451311008" sldId="263"/>
            <ac:spMk id="2" creationId="{BCB87EA1-E9F6-907C-C4C2-D00E3C12F261}"/>
          </ac:spMkLst>
        </pc:spChg>
        <pc:spChg chg="add del mod">
          <ac:chgData name="Devita, Mariano" userId="790ddd12-d095-4063-9590-047d0ef1fce2" providerId="ADAL" clId="{D72FB022-ACC1-432E-A309-C700CF44763B}" dt="2026-05-13T15:39:18.816" v="13930" actId="478"/>
          <ac:spMkLst>
            <pc:docMk/>
            <pc:sldMk cId="451311008" sldId="263"/>
            <ac:spMk id="4" creationId="{E473C260-2B12-FF2C-1B85-44055B6A1D05}"/>
          </ac:spMkLst>
        </pc:spChg>
        <pc:spChg chg="add del mod">
          <ac:chgData name="Devita, Mariano" userId="790ddd12-d095-4063-9590-047d0ef1fce2" providerId="ADAL" clId="{D72FB022-ACC1-432E-A309-C700CF44763B}" dt="2026-05-13T15:39:18.816" v="13930" actId="478"/>
          <ac:spMkLst>
            <pc:docMk/>
            <pc:sldMk cId="451311008" sldId="263"/>
            <ac:spMk id="5" creationId="{EA4924E7-C5CC-B588-155D-FFC1FA8AFFFB}"/>
          </ac:spMkLst>
        </pc:spChg>
        <pc:spChg chg="add del mod">
          <ac:chgData name="Devita, Mariano" userId="790ddd12-d095-4063-9590-047d0ef1fce2" providerId="ADAL" clId="{D72FB022-ACC1-432E-A309-C700CF44763B}" dt="2026-05-13T15:39:18.816" v="13930" actId="478"/>
          <ac:spMkLst>
            <pc:docMk/>
            <pc:sldMk cId="451311008" sldId="263"/>
            <ac:spMk id="11" creationId="{45EA5331-098D-4846-FAE9-783BBD49ACE8}"/>
          </ac:spMkLst>
        </pc:spChg>
        <pc:spChg chg="add del mod">
          <ac:chgData name="Devita, Mariano" userId="790ddd12-d095-4063-9590-047d0ef1fce2" providerId="ADAL" clId="{D72FB022-ACC1-432E-A309-C700CF44763B}" dt="2026-05-13T15:39:18.816" v="13930" actId="478"/>
          <ac:spMkLst>
            <pc:docMk/>
            <pc:sldMk cId="451311008" sldId="263"/>
            <ac:spMk id="24" creationId="{89A96E07-3F38-4A32-52CD-6B57E301B87A}"/>
          </ac:spMkLst>
        </pc:spChg>
        <pc:spChg chg="mod">
          <ac:chgData name="Devita, Mariano" userId="790ddd12-d095-4063-9590-047d0ef1fce2" providerId="ADAL" clId="{D72FB022-ACC1-432E-A309-C700CF44763B}" dt="2026-05-13T15:39:13.394" v="13929"/>
          <ac:spMkLst>
            <pc:docMk/>
            <pc:sldMk cId="451311008" sldId="263"/>
            <ac:spMk id="31" creationId="{B564E56D-6030-A492-3E08-A945F6A8FCD2}"/>
          </ac:spMkLst>
        </pc:spChg>
        <pc:spChg chg="add del mod">
          <ac:chgData name="Devita, Mariano" userId="790ddd12-d095-4063-9590-047d0ef1fce2" providerId="ADAL" clId="{D72FB022-ACC1-432E-A309-C700CF44763B}" dt="2026-05-13T15:39:18.816" v="13930" actId="478"/>
          <ac:spMkLst>
            <pc:docMk/>
            <pc:sldMk cId="451311008" sldId="263"/>
            <ac:spMk id="39" creationId="{A3CD2DDA-83BA-4FA5-3FCF-5456546C90AB}"/>
          </ac:spMkLst>
        </pc:spChg>
        <pc:spChg chg="add del mod">
          <ac:chgData name="Devita, Mariano" userId="790ddd12-d095-4063-9590-047d0ef1fce2" providerId="ADAL" clId="{D72FB022-ACC1-432E-A309-C700CF44763B}" dt="2026-05-13T15:39:18.816" v="13930" actId="478"/>
          <ac:spMkLst>
            <pc:docMk/>
            <pc:sldMk cId="451311008" sldId="263"/>
            <ac:spMk id="47" creationId="{F2235EAC-AC2D-9F37-06B5-AC2D5BC7CB75}"/>
          </ac:spMkLst>
        </pc:spChg>
        <pc:spChg chg="add del mod">
          <ac:chgData name="Devita, Mariano" userId="790ddd12-d095-4063-9590-047d0ef1fce2" providerId="ADAL" clId="{D72FB022-ACC1-432E-A309-C700CF44763B}" dt="2026-05-13T15:39:18.816" v="13930" actId="478"/>
          <ac:spMkLst>
            <pc:docMk/>
            <pc:sldMk cId="451311008" sldId="263"/>
            <ac:spMk id="54" creationId="{D4C3A111-8526-F937-58A4-68A0FD3CB4E3}"/>
          </ac:spMkLst>
        </pc:spChg>
        <pc:spChg chg="add mod">
          <ac:chgData name="Devita, Mariano" userId="790ddd12-d095-4063-9590-047d0ef1fce2" providerId="ADAL" clId="{D72FB022-ACC1-432E-A309-C700CF44763B}" dt="2026-05-14T17:43:38.910" v="24051" actId="571"/>
          <ac:spMkLst>
            <pc:docMk/>
            <pc:sldMk cId="451311008" sldId="263"/>
            <ac:spMk id="66" creationId="{0EEA043A-787C-7A6B-4994-DAA1E7D1A99B}"/>
          </ac:spMkLst>
        </pc:spChg>
        <pc:spChg chg="add mod">
          <ac:chgData name="Devita, Mariano" userId="790ddd12-d095-4063-9590-047d0ef1fce2" providerId="ADAL" clId="{D72FB022-ACC1-432E-A309-C700CF44763B}" dt="2026-05-14T17:43:38.910" v="24051" actId="571"/>
          <ac:spMkLst>
            <pc:docMk/>
            <pc:sldMk cId="451311008" sldId="263"/>
            <ac:spMk id="67" creationId="{55ECB58C-B8A6-71C3-E202-2528F8E14CB5}"/>
          </ac:spMkLst>
        </pc:spChg>
        <pc:spChg chg="add del mod">
          <ac:chgData name="Devita, Mariano" userId="790ddd12-d095-4063-9590-047d0ef1fce2" providerId="ADAL" clId="{D72FB022-ACC1-432E-A309-C700CF44763B}" dt="2026-05-13T15:39:18.816" v="13930" actId="478"/>
          <ac:spMkLst>
            <pc:docMk/>
            <pc:sldMk cId="451311008" sldId="263"/>
            <ac:spMk id="71" creationId="{26E19596-D04F-0FE6-6986-A43E89A51D9B}"/>
          </ac:spMkLst>
        </pc:spChg>
        <pc:spChg chg="add del mod">
          <ac:chgData name="Devita, Mariano" userId="790ddd12-d095-4063-9590-047d0ef1fce2" providerId="ADAL" clId="{D72FB022-ACC1-432E-A309-C700CF44763B}" dt="2026-05-13T15:39:18.816" v="13930" actId="478"/>
          <ac:spMkLst>
            <pc:docMk/>
            <pc:sldMk cId="451311008" sldId="263"/>
            <ac:spMk id="74" creationId="{6F3B7364-B426-7188-4390-D106266695E9}"/>
          </ac:spMkLst>
        </pc:spChg>
        <pc:spChg chg="add del mod">
          <ac:chgData name="Devita, Mariano" userId="790ddd12-d095-4063-9590-047d0ef1fce2" providerId="ADAL" clId="{D72FB022-ACC1-432E-A309-C700CF44763B}" dt="2026-05-13T15:39:18.816" v="13930" actId="478"/>
          <ac:spMkLst>
            <pc:docMk/>
            <pc:sldMk cId="451311008" sldId="263"/>
            <ac:spMk id="78" creationId="{2C60CC9D-B3EA-7211-F30C-60192BA48CB5}"/>
          </ac:spMkLst>
        </pc:spChg>
        <pc:spChg chg="add del mod">
          <ac:chgData name="Devita, Mariano" userId="790ddd12-d095-4063-9590-047d0ef1fce2" providerId="ADAL" clId="{D72FB022-ACC1-432E-A309-C700CF44763B}" dt="2026-05-13T15:42:33.417" v="14018" actId="478"/>
          <ac:spMkLst>
            <pc:docMk/>
            <pc:sldMk cId="451311008" sldId="263"/>
            <ac:spMk id="82" creationId="{C3C82E42-71A0-744E-E35B-5B8E3F88BB2B}"/>
          </ac:spMkLst>
        </pc:spChg>
        <pc:spChg chg="add del mod">
          <ac:chgData name="Devita, Mariano" userId="790ddd12-d095-4063-9590-047d0ef1fce2" providerId="ADAL" clId="{D72FB022-ACC1-432E-A309-C700CF44763B}" dt="2026-05-13T15:45:32.312" v="14054" actId="478"/>
          <ac:spMkLst>
            <pc:docMk/>
            <pc:sldMk cId="451311008" sldId="263"/>
            <ac:spMk id="89" creationId="{15B2591C-C590-9206-3470-2BA8B0BADCED}"/>
          </ac:spMkLst>
        </pc:spChg>
        <pc:spChg chg="add mod">
          <ac:chgData name="Devita, Mariano" userId="790ddd12-d095-4063-9590-047d0ef1fce2" providerId="ADAL" clId="{D72FB022-ACC1-432E-A309-C700CF44763B}" dt="2026-05-14T17:43:38.910" v="24051" actId="571"/>
          <ac:spMkLst>
            <pc:docMk/>
            <pc:sldMk cId="451311008" sldId="263"/>
            <ac:spMk id="91" creationId="{B8EFA7C8-EE64-6923-039F-5D068371F81A}"/>
          </ac:spMkLst>
        </pc:spChg>
        <pc:spChg chg="add mod">
          <ac:chgData name="Devita, Mariano" userId="790ddd12-d095-4063-9590-047d0ef1fce2" providerId="ADAL" clId="{D72FB022-ACC1-432E-A309-C700CF44763B}" dt="2026-05-14T17:43:38.910" v="24051" actId="571"/>
          <ac:spMkLst>
            <pc:docMk/>
            <pc:sldMk cId="451311008" sldId="263"/>
            <ac:spMk id="92" creationId="{B0B52A51-C3ED-9242-0BDC-CC5679C1F99C}"/>
          </ac:spMkLst>
        </pc:spChg>
        <pc:spChg chg="add mod">
          <ac:chgData name="Devita, Mariano" userId="790ddd12-d095-4063-9590-047d0ef1fce2" providerId="ADAL" clId="{D72FB022-ACC1-432E-A309-C700CF44763B}" dt="2026-05-13T15:53:05.440" v="14066" actId="164"/>
          <ac:spMkLst>
            <pc:docMk/>
            <pc:sldMk cId="451311008" sldId="263"/>
            <ac:spMk id="93" creationId="{880FD08E-CF08-B5E6-5481-23006545F591}"/>
          </ac:spMkLst>
        </pc:spChg>
        <pc:spChg chg="add mod">
          <ac:chgData name="Devita, Mariano" userId="790ddd12-d095-4063-9590-047d0ef1fce2" providerId="ADAL" clId="{D72FB022-ACC1-432E-A309-C700CF44763B}" dt="2026-05-13T15:53:05.440" v="14066" actId="164"/>
          <ac:spMkLst>
            <pc:docMk/>
            <pc:sldMk cId="451311008" sldId="263"/>
            <ac:spMk id="94" creationId="{5A2D45BB-D63B-B45E-EF28-09B520A05234}"/>
          </ac:spMkLst>
        </pc:spChg>
        <pc:spChg chg="add mod">
          <ac:chgData name="Devita, Mariano" userId="790ddd12-d095-4063-9590-047d0ef1fce2" providerId="ADAL" clId="{D72FB022-ACC1-432E-A309-C700CF44763B}" dt="2026-05-13T15:53:05.440" v="14066" actId="164"/>
          <ac:spMkLst>
            <pc:docMk/>
            <pc:sldMk cId="451311008" sldId="263"/>
            <ac:spMk id="95" creationId="{5B64C6E8-A90E-1C63-8277-D7C953181467}"/>
          </ac:spMkLst>
        </pc:spChg>
        <pc:grpChg chg="add del mod">
          <ac:chgData name="Devita, Mariano" userId="790ddd12-d095-4063-9590-047d0ef1fce2" providerId="ADAL" clId="{D72FB022-ACC1-432E-A309-C700CF44763B}" dt="2026-05-13T15:15:03.414" v="13680" actId="478"/>
          <ac:grpSpMkLst>
            <pc:docMk/>
            <pc:sldMk cId="451311008" sldId="263"/>
            <ac:grpSpMk id="8" creationId="{F68434D2-C182-E77E-EE3F-59A6E209F06F}"/>
          </ac:grpSpMkLst>
        </pc:grpChg>
        <pc:grpChg chg="add mod">
          <ac:chgData name="Devita, Mariano" userId="790ddd12-d095-4063-9590-047d0ef1fce2" providerId="ADAL" clId="{D72FB022-ACC1-432E-A309-C700CF44763B}" dt="2026-05-13T15:39:13.394" v="13929"/>
          <ac:grpSpMkLst>
            <pc:docMk/>
            <pc:sldMk cId="451311008" sldId="263"/>
            <ac:grpSpMk id="28" creationId="{34170E9E-6A44-D6F8-E718-8DFCB7FD583F}"/>
          </ac:grpSpMkLst>
        </pc:grpChg>
        <pc:grpChg chg="add mod">
          <ac:chgData name="Devita, Mariano" userId="790ddd12-d095-4063-9590-047d0ef1fce2" providerId="ADAL" clId="{D72FB022-ACC1-432E-A309-C700CF44763B}" dt="2026-05-13T15:53:25.565" v="14068" actId="1076"/>
          <ac:grpSpMkLst>
            <pc:docMk/>
            <pc:sldMk cId="451311008" sldId="263"/>
            <ac:grpSpMk id="96" creationId="{116F31E3-DC00-D0C7-A34E-18834EDCC0AE}"/>
          </ac:grpSpMkLst>
        </pc:grpChg>
        <pc:grpChg chg="add mod">
          <ac:chgData name="Devita, Mariano" userId="790ddd12-d095-4063-9590-047d0ef1fce2" providerId="ADAL" clId="{D72FB022-ACC1-432E-A309-C700CF44763B}" dt="2026-05-14T17:43:38.910" v="24051" actId="571"/>
          <ac:grpSpMkLst>
            <pc:docMk/>
            <pc:sldMk cId="451311008" sldId="263"/>
            <ac:grpSpMk id="97" creationId="{21431102-32B3-262B-61BE-6CEF02EF81E8}"/>
          </ac:grpSpMkLst>
        </pc:grpChg>
        <pc:cxnChg chg="mod">
          <ac:chgData name="Devita, Mariano" userId="790ddd12-d095-4063-9590-047d0ef1fce2" providerId="ADAL" clId="{D72FB022-ACC1-432E-A309-C700CF44763B}" dt="2026-05-13T15:39:13.394" v="13929"/>
          <ac:cxnSpMkLst>
            <pc:docMk/>
            <pc:sldMk cId="451311008" sldId="263"/>
            <ac:cxnSpMk id="32" creationId="{1724BA55-9ED6-5DEC-2256-BCC54602FE8E}"/>
          </ac:cxnSpMkLst>
        </pc:cxnChg>
        <pc:cxnChg chg="add mod">
          <ac:chgData name="Devita, Mariano" userId="790ddd12-d095-4063-9590-047d0ef1fce2" providerId="ADAL" clId="{D72FB022-ACC1-432E-A309-C700CF44763B}" dt="2026-05-14T17:43:38.910" v="24051" actId="571"/>
          <ac:cxnSpMkLst>
            <pc:docMk/>
            <pc:sldMk cId="451311008" sldId="263"/>
            <ac:cxnSpMk id="37" creationId="{F9377380-01C7-A5FF-D292-124364052164}"/>
          </ac:cxnSpMkLst>
        </pc:cxnChg>
        <pc:cxnChg chg="add mod">
          <ac:chgData name="Devita, Mariano" userId="790ddd12-d095-4063-9590-047d0ef1fce2" providerId="ADAL" clId="{D72FB022-ACC1-432E-A309-C700CF44763B}" dt="2026-05-14T17:43:38.910" v="24051" actId="571"/>
          <ac:cxnSpMkLst>
            <pc:docMk/>
            <pc:sldMk cId="451311008" sldId="263"/>
            <ac:cxnSpMk id="63" creationId="{BD60B97E-4A08-7FC9-12A4-C19D382C1A93}"/>
          </ac:cxnSpMkLst>
        </pc:cxnChg>
        <pc:cxnChg chg="add mod">
          <ac:chgData name="Devita, Mariano" userId="790ddd12-d095-4063-9590-047d0ef1fce2" providerId="ADAL" clId="{D72FB022-ACC1-432E-A309-C700CF44763B}" dt="2026-05-13T15:53:05.440" v="14066" actId="164"/>
          <ac:cxnSpMkLst>
            <pc:docMk/>
            <pc:sldMk cId="451311008" sldId="263"/>
            <ac:cxnSpMk id="68" creationId="{6CFB27F4-A33C-2CBD-48A7-7E73097AE129}"/>
          </ac:cxnSpMkLst>
        </pc:cxnChg>
        <pc:cxnChg chg="add mod">
          <ac:chgData name="Devita, Mariano" userId="790ddd12-d095-4063-9590-047d0ef1fce2" providerId="ADAL" clId="{D72FB022-ACC1-432E-A309-C700CF44763B}" dt="2026-05-13T15:53:05.440" v="14066" actId="164"/>
          <ac:cxnSpMkLst>
            <pc:docMk/>
            <pc:sldMk cId="451311008" sldId="263"/>
            <ac:cxnSpMk id="81" creationId="{E82EA5A9-D356-ED38-39BF-F32FEA33D0FA}"/>
          </ac:cxnSpMkLst>
        </pc:cxnChg>
      </pc:sldChg>
      <pc:sldChg chg="addSp delSp modSp add del mod">
        <pc:chgData name="Devita, Mariano" userId="790ddd12-d095-4063-9590-047d0ef1fce2" providerId="ADAL" clId="{D72FB022-ACC1-432E-A309-C700CF44763B}" dt="2026-05-13T16:38:44.695" v="15491" actId="47"/>
        <pc:sldMkLst>
          <pc:docMk/>
          <pc:sldMk cId="596885420" sldId="267"/>
        </pc:sldMkLst>
      </pc:sldChg>
      <pc:sldChg chg="addSp delSp modSp add del mod">
        <pc:chgData name="Devita, Mariano" userId="790ddd12-d095-4063-9590-047d0ef1fce2" providerId="ADAL" clId="{D72FB022-ACC1-432E-A309-C700CF44763B}" dt="2026-05-13T16:38:44.695" v="15491" actId="47"/>
        <pc:sldMkLst>
          <pc:docMk/>
          <pc:sldMk cId="2112972116" sldId="269"/>
        </pc:sldMkLst>
      </pc:sldChg>
      <pc:sldChg chg="addSp delSp modSp add del mod">
        <pc:chgData name="Devita, Mariano" userId="790ddd12-d095-4063-9590-047d0ef1fce2" providerId="ADAL" clId="{D72FB022-ACC1-432E-A309-C700CF44763B}" dt="2026-05-13T16:38:44.695" v="15491" actId="47"/>
        <pc:sldMkLst>
          <pc:docMk/>
          <pc:sldMk cId="3697573161" sldId="270"/>
        </pc:sldMkLst>
      </pc:sldChg>
      <pc:sldChg chg="addSp delSp modSp add del mod">
        <pc:chgData name="Devita, Mariano" userId="790ddd12-d095-4063-9590-047d0ef1fce2" providerId="ADAL" clId="{D72FB022-ACC1-432E-A309-C700CF44763B}" dt="2026-05-13T16:38:44.695" v="15491" actId="47"/>
        <pc:sldMkLst>
          <pc:docMk/>
          <pc:sldMk cId="3602756881" sldId="271"/>
        </pc:sldMkLst>
      </pc:sldChg>
      <pc:sldChg chg="addSp delSp modSp add del mod ord">
        <pc:chgData name="Devita, Mariano" userId="790ddd12-d095-4063-9590-047d0ef1fce2" providerId="ADAL" clId="{D72FB022-ACC1-432E-A309-C700CF44763B}" dt="2026-05-13T16:38:44.695" v="15491" actId="47"/>
        <pc:sldMkLst>
          <pc:docMk/>
          <pc:sldMk cId="6178563" sldId="272"/>
        </pc:sldMkLst>
      </pc:sldChg>
      <pc:sldChg chg="addSp delSp modSp add del mod">
        <pc:chgData name="Devita, Mariano" userId="790ddd12-d095-4063-9590-047d0ef1fce2" providerId="ADAL" clId="{D72FB022-ACC1-432E-A309-C700CF44763B}" dt="2026-05-13T16:38:44.695" v="15491" actId="47"/>
        <pc:sldMkLst>
          <pc:docMk/>
          <pc:sldMk cId="649734303" sldId="283"/>
        </pc:sldMkLst>
      </pc:sldChg>
      <pc:sldChg chg="modSp add del mod">
        <pc:chgData name="Devita, Mariano" userId="790ddd12-d095-4063-9590-047d0ef1fce2" providerId="ADAL" clId="{D72FB022-ACC1-432E-A309-C700CF44763B}" dt="2026-05-13T16:38:44.695" v="15491" actId="47"/>
        <pc:sldMkLst>
          <pc:docMk/>
          <pc:sldMk cId="946661949" sldId="284"/>
        </pc:sldMkLst>
      </pc:sldChg>
      <pc:sldChg chg="add del">
        <pc:chgData name="Devita, Mariano" userId="790ddd12-d095-4063-9590-047d0ef1fce2" providerId="ADAL" clId="{D72FB022-ACC1-432E-A309-C700CF44763B}" dt="2026-05-13T16:38:44.695" v="15491" actId="47"/>
        <pc:sldMkLst>
          <pc:docMk/>
          <pc:sldMk cId="1682099021" sldId="285"/>
        </pc:sldMkLst>
      </pc:sldChg>
      <pc:sldChg chg="addSp delSp modSp add mod">
        <pc:chgData name="Devita, Mariano" userId="790ddd12-d095-4063-9590-047d0ef1fce2" providerId="ADAL" clId="{D72FB022-ACC1-432E-A309-C700CF44763B}" dt="2026-05-13T15:25:22.740" v="13836" actId="20577"/>
        <pc:sldMkLst>
          <pc:docMk/>
          <pc:sldMk cId="1659522194" sldId="287"/>
        </pc:sldMkLst>
        <pc:spChg chg="add mod">
          <ac:chgData name="Devita, Mariano" userId="790ddd12-d095-4063-9590-047d0ef1fce2" providerId="ADAL" clId="{D72FB022-ACC1-432E-A309-C700CF44763B}" dt="2026-05-13T15:25:22.740" v="13836" actId="20577"/>
          <ac:spMkLst>
            <pc:docMk/>
            <pc:sldMk cId="1659522194" sldId="287"/>
            <ac:spMk id="2" creationId="{E9AAAE59-6E83-2462-AC4B-32F33697DD7E}"/>
          </ac:spMkLst>
        </pc:spChg>
        <pc:spChg chg="mod">
          <ac:chgData name="Devita, Mariano" userId="790ddd12-d095-4063-9590-047d0ef1fce2" providerId="ADAL" clId="{D72FB022-ACC1-432E-A309-C700CF44763B}" dt="2026-05-13T15:14:39.904" v="13663"/>
          <ac:spMkLst>
            <pc:docMk/>
            <pc:sldMk cId="1659522194" sldId="287"/>
            <ac:spMk id="5" creationId="{6547D71A-72FB-779E-ACCA-3C659AAB3E72}"/>
          </ac:spMkLst>
        </pc:spChg>
        <pc:grpChg chg="add mod">
          <ac:chgData name="Devita, Mariano" userId="790ddd12-d095-4063-9590-047d0ef1fce2" providerId="ADAL" clId="{D72FB022-ACC1-432E-A309-C700CF44763B}" dt="2026-05-13T15:14:39.904" v="13663"/>
          <ac:grpSpMkLst>
            <pc:docMk/>
            <pc:sldMk cId="1659522194" sldId="287"/>
            <ac:grpSpMk id="3" creationId="{9D70278D-2BB0-0CD8-8073-843A028105D4}"/>
          </ac:grpSpMkLst>
        </pc:grpChg>
        <pc:grpChg chg="del">
          <ac:chgData name="Devita, Mariano" userId="790ddd12-d095-4063-9590-047d0ef1fce2" providerId="ADAL" clId="{D72FB022-ACC1-432E-A309-C700CF44763B}" dt="2026-05-13T15:14:39.654" v="13662" actId="478"/>
          <ac:grpSpMkLst>
            <pc:docMk/>
            <pc:sldMk cId="1659522194" sldId="287"/>
            <ac:grpSpMk id="13" creationId="{F06EDB05-7F57-7181-99C2-539D1A7A7311}"/>
          </ac:grpSpMkLst>
        </pc:grpChg>
        <pc:cxnChg chg="mod">
          <ac:chgData name="Devita, Mariano" userId="790ddd12-d095-4063-9590-047d0ef1fce2" providerId="ADAL" clId="{D72FB022-ACC1-432E-A309-C700CF44763B}" dt="2026-05-13T15:14:39.904" v="13663"/>
          <ac:cxnSpMkLst>
            <pc:docMk/>
            <pc:sldMk cId="1659522194" sldId="287"/>
            <ac:cxnSpMk id="6" creationId="{1A803662-C3B8-4E3B-C574-F3BB37DE669B}"/>
          </ac:cxnSpMkLst>
        </pc:cxnChg>
      </pc:sldChg>
      <pc:sldChg chg="del">
        <pc:chgData name="Devita, Mariano" userId="790ddd12-d095-4063-9590-047d0ef1fce2" providerId="ADAL" clId="{D72FB022-ACC1-432E-A309-C700CF44763B}" dt="2026-05-13T16:38:44.695" v="15491" actId="47"/>
        <pc:sldMkLst>
          <pc:docMk/>
          <pc:sldMk cId="1078624865" sldId="288"/>
        </pc:sldMkLst>
      </pc:sldChg>
      <pc:sldChg chg="del">
        <pc:chgData name="Devita, Mariano" userId="790ddd12-d095-4063-9590-047d0ef1fce2" providerId="ADAL" clId="{D72FB022-ACC1-432E-A309-C700CF44763B}" dt="2026-05-13T16:38:44.695" v="15491" actId="47"/>
        <pc:sldMkLst>
          <pc:docMk/>
          <pc:sldMk cId="1865262064" sldId="289"/>
        </pc:sldMkLst>
      </pc:sldChg>
      <pc:sldChg chg="del">
        <pc:chgData name="Devita, Mariano" userId="790ddd12-d095-4063-9590-047d0ef1fce2" providerId="ADAL" clId="{D72FB022-ACC1-432E-A309-C700CF44763B}" dt="2026-05-13T16:38:44.695" v="15491" actId="47"/>
        <pc:sldMkLst>
          <pc:docMk/>
          <pc:sldMk cId="3367127760" sldId="290"/>
        </pc:sldMkLst>
      </pc:sldChg>
      <pc:sldChg chg="addSp delSp modSp add mod modNotesTx">
        <pc:chgData name="Devita, Mariano" userId="790ddd12-d095-4063-9590-047d0ef1fce2" providerId="ADAL" clId="{D72FB022-ACC1-432E-A309-C700CF44763B}" dt="2026-05-13T15:52:15.051" v="14065" actId="6549"/>
        <pc:sldMkLst>
          <pc:docMk/>
          <pc:sldMk cId="546296929" sldId="291"/>
        </pc:sldMkLst>
        <pc:spChg chg="mod">
          <ac:chgData name="Devita, Mariano" userId="790ddd12-d095-4063-9590-047d0ef1fce2" providerId="ADAL" clId="{D72FB022-ACC1-432E-A309-C700CF44763B}" dt="2026-05-13T15:16:12.716" v="13760" actId="14100"/>
          <ac:spMkLst>
            <pc:docMk/>
            <pc:sldMk cId="546296929" sldId="291"/>
            <ac:spMk id="2" creationId="{4011C74C-025A-8825-A1FA-F8CF905615AC}"/>
          </ac:spMkLst>
        </pc:spChg>
        <pc:spChg chg="mod">
          <ac:chgData name="Devita, Mariano" userId="790ddd12-d095-4063-9590-047d0ef1fce2" providerId="ADAL" clId="{D72FB022-ACC1-432E-A309-C700CF44763B}" dt="2026-05-13T15:16:23.453" v="13761" actId="14100"/>
          <ac:spMkLst>
            <pc:docMk/>
            <pc:sldMk cId="546296929" sldId="291"/>
            <ac:spMk id="3" creationId="{7F56BCAC-A1EB-B99F-A48F-FE92FE52E7B8}"/>
          </ac:spMkLst>
        </pc:spChg>
        <pc:spChg chg="del mod">
          <ac:chgData name="Devita, Mariano" userId="790ddd12-d095-4063-9590-047d0ef1fce2" providerId="ADAL" clId="{D72FB022-ACC1-432E-A309-C700CF44763B}" dt="2026-05-13T15:16:54.403" v="13767" actId="478"/>
          <ac:spMkLst>
            <pc:docMk/>
            <pc:sldMk cId="546296929" sldId="291"/>
            <ac:spMk id="4" creationId="{B2EB0777-A184-D8FC-C2C1-EE06E8B67AE1}"/>
          </ac:spMkLst>
        </pc:spChg>
        <pc:spChg chg="mod">
          <ac:chgData name="Devita, Mariano" userId="790ddd12-d095-4063-9590-047d0ef1fce2" providerId="ADAL" clId="{D72FB022-ACC1-432E-A309-C700CF44763B}" dt="2026-05-13T15:16:35.494" v="13763" actId="14100"/>
          <ac:spMkLst>
            <pc:docMk/>
            <pc:sldMk cId="546296929" sldId="291"/>
            <ac:spMk id="6" creationId="{94F34BC9-59BE-AC4E-8485-D5ACD537D3CA}"/>
          </ac:spMkLst>
        </pc:spChg>
        <pc:spChg chg="del mod">
          <ac:chgData name="Devita, Mariano" userId="790ddd12-d095-4063-9590-047d0ef1fce2" providerId="ADAL" clId="{D72FB022-ACC1-432E-A309-C700CF44763B}" dt="2026-05-13T15:16:52.002" v="13766" actId="478"/>
          <ac:spMkLst>
            <pc:docMk/>
            <pc:sldMk cId="546296929" sldId="291"/>
            <ac:spMk id="11" creationId="{6D73ACB9-5E4B-3BAA-9DD2-F59C47644161}"/>
          </ac:spMkLst>
        </pc:spChg>
        <pc:spChg chg="mod">
          <ac:chgData name="Devita, Mariano" userId="790ddd12-d095-4063-9590-047d0ef1fce2" providerId="ADAL" clId="{D72FB022-ACC1-432E-A309-C700CF44763B}" dt="2026-05-13T15:14:28.350" v="13657" actId="12789"/>
          <ac:spMkLst>
            <pc:docMk/>
            <pc:sldMk cId="546296929" sldId="291"/>
            <ac:spMk id="13" creationId="{6D20F797-0AE3-8123-48D2-C3AACE2D8A43}"/>
          </ac:spMkLst>
        </pc:spChg>
        <pc:spChg chg="mod">
          <ac:chgData name="Devita, Mariano" userId="790ddd12-d095-4063-9590-047d0ef1fce2" providerId="ADAL" clId="{D72FB022-ACC1-432E-A309-C700CF44763B}" dt="2026-05-13T15:20:25.128" v="13787" actId="1076"/>
          <ac:spMkLst>
            <pc:docMk/>
            <pc:sldMk cId="546296929" sldId="291"/>
            <ac:spMk id="14" creationId="{C28019B5-DD46-42B0-D0F1-4CA9E4FAD56C}"/>
          </ac:spMkLst>
        </pc:spChg>
        <pc:spChg chg="mod">
          <ac:chgData name="Devita, Mariano" userId="790ddd12-d095-4063-9590-047d0ef1fce2" providerId="ADAL" clId="{D72FB022-ACC1-432E-A309-C700CF44763B}" dt="2026-05-13T15:20:27.978" v="13788" actId="1076"/>
          <ac:spMkLst>
            <pc:docMk/>
            <pc:sldMk cId="546296929" sldId="291"/>
            <ac:spMk id="15" creationId="{E67AE5AE-02B9-B702-8508-920049955493}"/>
          </ac:spMkLst>
        </pc:spChg>
        <pc:grpChg chg="add mod">
          <ac:chgData name="Devita, Mariano" userId="790ddd12-d095-4063-9590-047d0ef1fce2" providerId="ADAL" clId="{D72FB022-ACC1-432E-A309-C700CF44763B}" dt="2026-05-11T19:03:13.409" v="12536"/>
          <ac:grpSpMkLst>
            <pc:docMk/>
            <pc:sldMk cId="546296929" sldId="291"/>
            <ac:grpSpMk id="12" creationId="{8D5B0518-5646-E563-9BED-6E7F8C8D9B29}"/>
          </ac:grpSpMkLst>
        </pc:grpChg>
        <pc:cxnChg chg="mod">
          <ac:chgData name="Devita, Mariano" userId="790ddd12-d095-4063-9590-047d0ef1fce2" providerId="ADAL" clId="{D72FB022-ACC1-432E-A309-C700CF44763B}" dt="2026-05-13T15:16:49.905" v="13765" actId="14100"/>
          <ac:cxnSpMkLst>
            <pc:docMk/>
            <pc:sldMk cId="546296929" sldId="291"/>
            <ac:cxnSpMk id="9" creationId="{E246CBD0-D119-B914-2FC5-8353001BE54B}"/>
          </ac:cxnSpMkLst>
        </pc:cxnChg>
        <pc:cxnChg chg="mod">
          <ac:chgData name="Devita, Mariano" userId="790ddd12-d095-4063-9590-047d0ef1fce2" providerId="ADAL" clId="{D72FB022-ACC1-432E-A309-C700CF44763B}" dt="2026-05-13T15:14:28.350" v="13657" actId="12789"/>
          <ac:cxnSpMkLst>
            <pc:docMk/>
            <pc:sldMk cId="546296929" sldId="291"/>
            <ac:cxnSpMk id="16" creationId="{9D07412A-E26B-19F8-5D7D-5416B9737466}"/>
          </ac:cxnSpMkLst>
        </pc:cxnChg>
      </pc:sldChg>
      <pc:sldChg chg="addSp delSp modSp add del mod">
        <pc:chgData name="Devita, Mariano" userId="790ddd12-d095-4063-9590-047d0ef1fce2" providerId="ADAL" clId="{D72FB022-ACC1-432E-A309-C700CF44763B}" dt="2026-05-13T15:17:55.527" v="13777" actId="47"/>
        <pc:sldMkLst>
          <pc:docMk/>
          <pc:sldMk cId="921790177" sldId="292"/>
        </pc:sldMkLst>
        <pc:spChg chg="mod">
          <ac:chgData name="Devita, Mariano" userId="790ddd12-d095-4063-9590-047d0ef1fce2" providerId="ADAL" clId="{D72FB022-ACC1-432E-A309-C700CF44763B}" dt="2026-05-13T15:14:33.248" v="13659"/>
          <ac:spMkLst>
            <pc:docMk/>
            <pc:sldMk cId="921790177" sldId="292"/>
            <ac:spMk id="7" creationId="{0512AD9B-ABD6-C096-72EF-59E0421AF934}"/>
          </ac:spMkLst>
        </pc:spChg>
        <pc:spChg chg="mod">
          <ac:chgData name="Devita, Mariano" userId="790ddd12-d095-4063-9590-047d0ef1fce2" providerId="ADAL" clId="{D72FB022-ACC1-432E-A309-C700CF44763B}" dt="2026-05-13T15:17:24.226" v="13774" actId="1076"/>
          <ac:spMkLst>
            <pc:docMk/>
            <pc:sldMk cId="921790177" sldId="292"/>
            <ac:spMk id="12" creationId="{17096D8B-BFB2-8780-6358-0A70C54D4D0E}"/>
          </ac:spMkLst>
        </pc:spChg>
        <pc:grpChg chg="add del mod">
          <ac:chgData name="Devita, Mariano" userId="790ddd12-d095-4063-9590-047d0ef1fce2" providerId="ADAL" clId="{D72FB022-ACC1-432E-A309-C700CF44763B}" dt="2026-05-13T15:14:33.054" v="13658" actId="478"/>
          <ac:grpSpMkLst>
            <pc:docMk/>
            <pc:sldMk cId="921790177" sldId="292"/>
            <ac:grpSpMk id="3" creationId="{5C26A028-B070-DCE0-265C-2C5006823040}"/>
          </ac:grpSpMkLst>
        </pc:grpChg>
        <pc:grpChg chg="add mod">
          <ac:chgData name="Devita, Mariano" userId="790ddd12-d095-4063-9590-047d0ef1fce2" providerId="ADAL" clId="{D72FB022-ACC1-432E-A309-C700CF44763B}" dt="2026-05-13T15:14:33.248" v="13659"/>
          <ac:grpSpMkLst>
            <pc:docMk/>
            <pc:sldMk cId="921790177" sldId="292"/>
            <ac:grpSpMk id="5" creationId="{7B6F7867-BD09-341C-6A76-EDDA387EC667}"/>
          </ac:grpSpMkLst>
        </pc:grpChg>
        <pc:cxnChg chg="mod">
          <ac:chgData name="Devita, Mariano" userId="790ddd12-d095-4063-9590-047d0ef1fce2" providerId="ADAL" clId="{D72FB022-ACC1-432E-A309-C700CF44763B}" dt="2026-05-13T15:14:33.248" v="13659"/>
          <ac:cxnSpMkLst>
            <pc:docMk/>
            <pc:sldMk cId="921790177" sldId="292"/>
            <ac:cxnSpMk id="10" creationId="{C9F2A036-9CDD-8D89-1E12-0F2F00C0FDDC}"/>
          </ac:cxnSpMkLst>
        </pc:cxnChg>
      </pc:sldChg>
      <pc:sldChg chg="addSp delSp modSp add del mod">
        <pc:chgData name="Devita, Mariano" userId="790ddd12-d095-4063-9590-047d0ef1fce2" providerId="ADAL" clId="{D72FB022-ACC1-432E-A309-C700CF44763B}" dt="2026-05-13T15:18:41.117" v="13782" actId="2696"/>
        <pc:sldMkLst>
          <pc:docMk/>
          <pc:sldMk cId="2963708512" sldId="293"/>
        </pc:sldMkLst>
        <pc:spChg chg="mod">
          <ac:chgData name="Devita, Mariano" userId="790ddd12-d095-4063-9590-047d0ef1fce2" providerId="ADAL" clId="{D72FB022-ACC1-432E-A309-C700CF44763B}" dt="2026-05-13T15:14:36.156" v="13661"/>
          <ac:spMkLst>
            <pc:docMk/>
            <pc:sldMk cId="2963708512" sldId="293"/>
            <ac:spMk id="7" creationId="{375D2DF1-9D4E-13AD-9160-8EBE8943FD6B}"/>
          </ac:spMkLst>
        </pc:spChg>
        <pc:grpChg chg="add mod">
          <ac:chgData name="Devita, Mariano" userId="790ddd12-d095-4063-9590-047d0ef1fce2" providerId="ADAL" clId="{D72FB022-ACC1-432E-A309-C700CF44763B}" dt="2026-05-13T15:14:36.156" v="13661"/>
          <ac:grpSpMkLst>
            <pc:docMk/>
            <pc:sldMk cId="2963708512" sldId="293"/>
            <ac:grpSpMk id="5" creationId="{337CBE73-EBB4-FC9E-E051-C5025076B8FE}"/>
          </ac:grpSpMkLst>
        </pc:grpChg>
        <pc:grpChg chg="add del mod">
          <ac:chgData name="Devita, Mariano" userId="790ddd12-d095-4063-9590-047d0ef1fce2" providerId="ADAL" clId="{D72FB022-ACC1-432E-A309-C700CF44763B}" dt="2026-05-13T15:14:35.971" v="13660" actId="478"/>
          <ac:grpSpMkLst>
            <pc:docMk/>
            <pc:sldMk cId="2963708512" sldId="293"/>
            <ac:grpSpMk id="6" creationId="{B00430F5-30AD-F0C1-1D37-F9E7B9F7A00D}"/>
          </ac:grpSpMkLst>
        </pc:grpChg>
        <pc:cxnChg chg="mod">
          <ac:chgData name="Devita, Mariano" userId="790ddd12-d095-4063-9590-047d0ef1fce2" providerId="ADAL" clId="{D72FB022-ACC1-432E-A309-C700CF44763B}" dt="2026-05-13T15:14:36.156" v="13661"/>
          <ac:cxnSpMkLst>
            <pc:docMk/>
            <pc:sldMk cId="2963708512" sldId="293"/>
            <ac:cxnSpMk id="10" creationId="{4EB82C7A-8C4D-786A-DC27-1163CBA3434D}"/>
          </ac:cxnSpMkLst>
        </pc:cxnChg>
      </pc:sldChg>
      <pc:sldChg chg="addSp delSp modSp add mod">
        <pc:chgData name="Devita, Mariano" userId="790ddd12-d095-4063-9590-047d0ef1fce2" providerId="ADAL" clId="{D72FB022-ACC1-432E-A309-C700CF44763B}" dt="2026-05-13T15:31:04.678" v="13899" actId="6549"/>
        <pc:sldMkLst>
          <pc:docMk/>
          <pc:sldMk cId="161271194" sldId="294"/>
        </pc:sldMkLst>
        <pc:spChg chg="mod">
          <ac:chgData name="Devita, Mariano" userId="790ddd12-d095-4063-9590-047d0ef1fce2" providerId="ADAL" clId="{D72FB022-ACC1-432E-A309-C700CF44763B}" dt="2026-05-13T15:14:50.541" v="13676" actId="20577"/>
          <ac:spMkLst>
            <pc:docMk/>
            <pc:sldMk cId="161271194" sldId="294"/>
            <ac:spMk id="3" creationId="{B9F6BEDA-260A-64B7-1056-AEB0DA2D05D2}"/>
          </ac:spMkLst>
        </pc:spChg>
        <pc:spChg chg="add mod">
          <ac:chgData name="Devita, Mariano" userId="790ddd12-d095-4063-9590-047d0ef1fce2" providerId="ADAL" clId="{D72FB022-ACC1-432E-A309-C700CF44763B}" dt="2026-05-13T15:28:37.651" v="13872" actId="1076"/>
          <ac:spMkLst>
            <pc:docMk/>
            <pc:sldMk cId="161271194" sldId="294"/>
            <ac:spMk id="9" creationId="{F2195F3B-ABE8-470B-000F-860D804F62E4}"/>
          </ac:spMkLst>
        </pc:spChg>
        <pc:spChg chg="mod">
          <ac:chgData name="Devita, Mariano" userId="790ddd12-d095-4063-9590-047d0ef1fce2" providerId="ADAL" clId="{D72FB022-ACC1-432E-A309-C700CF44763B}" dt="2026-05-11T19:15:29.606" v="13311"/>
          <ac:spMkLst>
            <pc:docMk/>
            <pc:sldMk cId="161271194" sldId="294"/>
            <ac:spMk id="10" creationId="{6996DDFA-6C7B-212E-E97B-B723A5B69D4D}"/>
          </ac:spMkLst>
        </pc:spChg>
        <pc:spChg chg="mod">
          <ac:chgData name="Devita, Mariano" userId="790ddd12-d095-4063-9590-047d0ef1fce2" providerId="ADAL" clId="{D72FB022-ACC1-432E-A309-C700CF44763B}" dt="2026-05-11T19:15:29.606" v="13311"/>
          <ac:spMkLst>
            <pc:docMk/>
            <pc:sldMk cId="161271194" sldId="294"/>
            <ac:spMk id="11" creationId="{02DE54B3-910E-1012-30DE-F7A0FE00E8DB}"/>
          </ac:spMkLst>
        </pc:spChg>
        <pc:spChg chg="add mod">
          <ac:chgData name="Devita, Mariano" userId="790ddd12-d095-4063-9590-047d0ef1fce2" providerId="ADAL" clId="{D72FB022-ACC1-432E-A309-C700CF44763B}" dt="2026-05-13T15:28:37.651" v="13872" actId="1076"/>
          <ac:spMkLst>
            <pc:docMk/>
            <pc:sldMk cId="161271194" sldId="294"/>
            <ac:spMk id="14" creationId="{9950371A-2667-406B-ECAF-94C66EB1CD2B}"/>
          </ac:spMkLst>
        </pc:spChg>
        <pc:spChg chg="add mod">
          <ac:chgData name="Devita, Mariano" userId="790ddd12-d095-4063-9590-047d0ef1fce2" providerId="ADAL" clId="{D72FB022-ACC1-432E-A309-C700CF44763B}" dt="2026-05-13T15:28:37.651" v="13872" actId="1076"/>
          <ac:spMkLst>
            <pc:docMk/>
            <pc:sldMk cId="161271194" sldId="294"/>
            <ac:spMk id="15" creationId="{C4C0CFA3-0D78-9E5E-332C-3E6B1EB3B1B7}"/>
          </ac:spMkLst>
        </pc:spChg>
        <pc:spChg chg="add mod">
          <ac:chgData name="Devita, Mariano" userId="790ddd12-d095-4063-9590-047d0ef1fce2" providerId="ADAL" clId="{D72FB022-ACC1-432E-A309-C700CF44763B}" dt="2026-05-13T15:29:03.716" v="13879" actId="114"/>
          <ac:spMkLst>
            <pc:docMk/>
            <pc:sldMk cId="161271194" sldId="294"/>
            <ac:spMk id="16" creationId="{A6C1F76F-1DB8-7C35-2BAE-48549C0AF79F}"/>
          </ac:spMkLst>
        </pc:spChg>
        <pc:spChg chg="add mod">
          <ac:chgData name="Devita, Mariano" userId="790ddd12-d095-4063-9590-047d0ef1fce2" providerId="ADAL" clId="{D72FB022-ACC1-432E-A309-C700CF44763B}" dt="2026-05-13T15:29:03.716" v="13879" actId="114"/>
          <ac:spMkLst>
            <pc:docMk/>
            <pc:sldMk cId="161271194" sldId="294"/>
            <ac:spMk id="17" creationId="{04B23119-0A21-4AB4-6E28-EFE12082328E}"/>
          </ac:spMkLst>
        </pc:spChg>
        <pc:spChg chg="add mod">
          <ac:chgData name="Devita, Mariano" userId="790ddd12-d095-4063-9590-047d0ef1fce2" providerId="ADAL" clId="{D72FB022-ACC1-432E-A309-C700CF44763B}" dt="2026-05-11T19:34:55.978" v="13416" actId="164"/>
          <ac:spMkLst>
            <pc:docMk/>
            <pc:sldMk cId="161271194" sldId="294"/>
            <ac:spMk id="18" creationId="{95D03A69-C759-37CA-7DE2-6F3F6C07F02F}"/>
          </ac:spMkLst>
        </pc:spChg>
        <pc:spChg chg="add mod">
          <ac:chgData name="Devita, Mariano" userId="790ddd12-d095-4063-9590-047d0ef1fce2" providerId="ADAL" clId="{D72FB022-ACC1-432E-A309-C700CF44763B}" dt="2026-05-11T19:34:55.978" v="13416" actId="164"/>
          <ac:spMkLst>
            <pc:docMk/>
            <pc:sldMk cId="161271194" sldId="294"/>
            <ac:spMk id="19" creationId="{954A69A4-8EE9-A389-3062-2B29CD168B23}"/>
          </ac:spMkLst>
        </pc:spChg>
        <pc:spChg chg="add mod">
          <ac:chgData name="Devita, Mariano" userId="790ddd12-d095-4063-9590-047d0ef1fce2" providerId="ADAL" clId="{D72FB022-ACC1-432E-A309-C700CF44763B}" dt="2026-05-11T19:34:55.978" v="13416" actId="164"/>
          <ac:spMkLst>
            <pc:docMk/>
            <pc:sldMk cId="161271194" sldId="294"/>
            <ac:spMk id="20" creationId="{4C91E09F-B397-9C8D-7F19-E84F0ACD10C9}"/>
          </ac:spMkLst>
        </pc:spChg>
        <pc:spChg chg="add mod">
          <ac:chgData name="Devita, Mariano" userId="790ddd12-d095-4063-9590-047d0ef1fce2" providerId="ADAL" clId="{D72FB022-ACC1-432E-A309-C700CF44763B}" dt="2026-05-11T19:34:55.978" v="13416" actId="164"/>
          <ac:spMkLst>
            <pc:docMk/>
            <pc:sldMk cId="161271194" sldId="294"/>
            <ac:spMk id="21" creationId="{5249E24F-1803-A609-F07F-A448F42E8C50}"/>
          </ac:spMkLst>
        </pc:spChg>
        <pc:spChg chg="add mod">
          <ac:chgData name="Devita, Mariano" userId="790ddd12-d095-4063-9590-047d0ef1fce2" providerId="ADAL" clId="{D72FB022-ACC1-432E-A309-C700CF44763B}" dt="2026-05-11T19:34:55.978" v="13416" actId="164"/>
          <ac:spMkLst>
            <pc:docMk/>
            <pc:sldMk cId="161271194" sldId="294"/>
            <ac:spMk id="22" creationId="{3321575C-645A-34EB-E122-54FA114A9158}"/>
          </ac:spMkLst>
        </pc:spChg>
        <pc:spChg chg="add mod">
          <ac:chgData name="Devita, Mariano" userId="790ddd12-d095-4063-9590-047d0ef1fce2" providerId="ADAL" clId="{D72FB022-ACC1-432E-A309-C700CF44763B}" dt="2026-05-11T19:34:55.978" v="13416" actId="164"/>
          <ac:spMkLst>
            <pc:docMk/>
            <pc:sldMk cId="161271194" sldId="294"/>
            <ac:spMk id="23" creationId="{CCF43A08-18E1-46FA-F4ED-D223DB8E000B}"/>
          </ac:spMkLst>
        </pc:spChg>
        <pc:spChg chg="add mod ord">
          <ac:chgData name="Devita, Mariano" userId="790ddd12-d095-4063-9590-047d0ef1fce2" providerId="ADAL" clId="{D72FB022-ACC1-432E-A309-C700CF44763B}" dt="2026-05-11T19:34:55.978" v="13416" actId="164"/>
          <ac:spMkLst>
            <pc:docMk/>
            <pc:sldMk cId="161271194" sldId="294"/>
            <ac:spMk id="24" creationId="{A9B9F4DF-3DF3-6FA1-9CCA-EDE9CA5BCB2F}"/>
          </ac:spMkLst>
        </pc:spChg>
        <pc:spChg chg="add mod">
          <ac:chgData name="Devita, Mariano" userId="790ddd12-d095-4063-9590-047d0ef1fce2" providerId="ADAL" clId="{D72FB022-ACC1-432E-A309-C700CF44763B}" dt="2026-05-13T15:30:37.267" v="13889" actId="6549"/>
          <ac:spMkLst>
            <pc:docMk/>
            <pc:sldMk cId="161271194" sldId="294"/>
            <ac:spMk id="26" creationId="{5141121B-0055-F079-E19E-3A0360A9C98B}"/>
          </ac:spMkLst>
        </pc:spChg>
        <pc:spChg chg="add mod">
          <ac:chgData name="Devita, Mariano" userId="790ddd12-d095-4063-9590-047d0ef1fce2" providerId="ADAL" clId="{D72FB022-ACC1-432E-A309-C700CF44763B}" dt="2026-05-13T15:31:04.678" v="13899" actId="6549"/>
          <ac:spMkLst>
            <pc:docMk/>
            <pc:sldMk cId="161271194" sldId="294"/>
            <ac:spMk id="27" creationId="{85A3BAE7-620C-B02C-617B-E9C39CA4FA0F}"/>
          </ac:spMkLst>
        </pc:spChg>
        <pc:spChg chg="add mod">
          <ac:chgData name="Devita, Mariano" userId="790ddd12-d095-4063-9590-047d0ef1fce2" providerId="ADAL" clId="{D72FB022-ACC1-432E-A309-C700CF44763B}" dt="2026-05-13T15:25:57.158" v="13838" actId="14100"/>
          <ac:spMkLst>
            <pc:docMk/>
            <pc:sldMk cId="161271194" sldId="294"/>
            <ac:spMk id="28" creationId="{824499E2-5BA9-FA37-DBB4-D50C9ABFB38C}"/>
          </ac:spMkLst>
        </pc:spChg>
        <pc:spChg chg="add mod">
          <ac:chgData name="Devita, Mariano" userId="790ddd12-d095-4063-9590-047d0ef1fce2" providerId="ADAL" clId="{D72FB022-ACC1-432E-A309-C700CF44763B}" dt="2026-05-13T15:29:03.716" v="13879" actId="114"/>
          <ac:spMkLst>
            <pc:docMk/>
            <pc:sldMk cId="161271194" sldId="294"/>
            <ac:spMk id="29" creationId="{2F39CC3B-D54F-D153-C5DE-6D05C2E4117E}"/>
          </ac:spMkLst>
        </pc:spChg>
        <pc:grpChg chg="add mod">
          <ac:chgData name="Devita, Mariano" userId="790ddd12-d095-4063-9590-047d0ef1fce2" providerId="ADAL" clId="{D72FB022-ACC1-432E-A309-C700CF44763B}" dt="2026-05-13T15:14:44.357" v="13665"/>
          <ac:grpSpMkLst>
            <pc:docMk/>
            <pc:sldMk cId="161271194" sldId="294"/>
            <ac:grpSpMk id="2" creationId="{95E5569A-5BB1-E4CB-0344-D8FDAA0890C0}"/>
          </ac:grpSpMkLst>
        </pc:grpChg>
        <pc:grpChg chg="mod topLvl">
          <ac:chgData name="Devita, Mariano" userId="790ddd12-d095-4063-9590-047d0ef1fce2" providerId="ADAL" clId="{D72FB022-ACC1-432E-A309-C700CF44763B}" dt="2026-05-11T19:34:55.978" v="13416" actId="164"/>
          <ac:grpSpMkLst>
            <pc:docMk/>
            <pc:sldMk cId="161271194" sldId="294"/>
            <ac:grpSpMk id="5" creationId="{35FCEBF8-8958-56AF-CF8E-ECB0630404D7}"/>
          </ac:grpSpMkLst>
        </pc:grpChg>
        <pc:grpChg chg="del">
          <ac:chgData name="Devita, Mariano" userId="790ddd12-d095-4063-9590-047d0ef1fce2" providerId="ADAL" clId="{D72FB022-ACC1-432E-A309-C700CF44763B}" dt="2026-05-13T15:14:44.069" v="13664" actId="478"/>
          <ac:grpSpMkLst>
            <pc:docMk/>
            <pc:sldMk cId="161271194" sldId="294"/>
            <ac:grpSpMk id="13" creationId="{CB510CE6-3926-7FB9-7959-9C1938E19E89}"/>
          </ac:grpSpMkLst>
        </pc:grpChg>
        <pc:grpChg chg="add mod">
          <ac:chgData name="Devita, Mariano" userId="790ddd12-d095-4063-9590-047d0ef1fce2" providerId="ADAL" clId="{D72FB022-ACC1-432E-A309-C700CF44763B}" dt="2026-05-11T19:35:09.299" v="13417" actId="1076"/>
          <ac:grpSpMkLst>
            <pc:docMk/>
            <pc:sldMk cId="161271194" sldId="294"/>
            <ac:grpSpMk id="25" creationId="{19A1D8F4-8A99-AE8E-297A-40B9380B9A1D}"/>
          </ac:grpSpMkLst>
        </pc:grpChg>
        <pc:cxnChg chg="mod">
          <ac:chgData name="Devita, Mariano" userId="790ddd12-d095-4063-9590-047d0ef1fce2" providerId="ADAL" clId="{D72FB022-ACC1-432E-A309-C700CF44763B}" dt="2026-05-13T15:14:44.357" v="13665"/>
          <ac:cxnSpMkLst>
            <pc:docMk/>
            <pc:sldMk cId="161271194" sldId="294"/>
            <ac:cxnSpMk id="6" creationId="{58A43F16-2986-276A-0C92-00B23506CEF6}"/>
          </ac:cxnSpMkLst>
        </pc:cxnChg>
        <pc:cxnChg chg="mod">
          <ac:chgData name="Devita, Mariano" userId="790ddd12-d095-4063-9590-047d0ef1fce2" providerId="ADAL" clId="{D72FB022-ACC1-432E-A309-C700CF44763B}" dt="2026-05-11T19:15:29.606" v="13311"/>
          <ac:cxnSpMkLst>
            <pc:docMk/>
            <pc:sldMk cId="161271194" sldId="294"/>
            <ac:cxnSpMk id="7" creationId="{BEFA0A19-9D24-AE21-7551-218746569DA3}"/>
          </ac:cxnSpMkLst>
        </pc:cxnChg>
        <pc:cxnChg chg="mod">
          <ac:chgData name="Devita, Mariano" userId="790ddd12-d095-4063-9590-047d0ef1fce2" providerId="ADAL" clId="{D72FB022-ACC1-432E-A309-C700CF44763B}" dt="2026-05-11T19:15:29.606" v="13311"/>
          <ac:cxnSpMkLst>
            <pc:docMk/>
            <pc:sldMk cId="161271194" sldId="294"/>
            <ac:cxnSpMk id="8" creationId="{6C6FE63C-3384-C669-94B2-ABAC5F9BE2D6}"/>
          </ac:cxnSpMkLst>
        </pc:cxnChg>
      </pc:sldChg>
      <pc:sldChg chg="addSp delSp modSp add mod">
        <pc:chgData name="Devita, Mariano" userId="790ddd12-d095-4063-9590-047d0ef1fce2" providerId="ADAL" clId="{D72FB022-ACC1-432E-A309-C700CF44763B}" dt="2026-05-14T17:41:55.319" v="24050" actId="1076"/>
        <pc:sldMkLst>
          <pc:docMk/>
          <pc:sldMk cId="3643338465" sldId="295"/>
        </pc:sldMkLst>
        <pc:spChg chg="mod">
          <ac:chgData name="Devita, Mariano" userId="790ddd12-d095-4063-9590-047d0ef1fce2" providerId="ADAL" clId="{D72FB022-ACC1-432E-A309-C700CF44763B}" dt="2026-05-13T15:14:55.553" v="13677"/>
          <ac:spMkLst>
            <pc:docMk/>
            <pc:sldMk cId="3643338465" sldId="295"/>
            <ac:spMk id="5" creationId="{F5AC47C0-FAA7-D949-242C-257FF9CE8F9E}"/>
          </ac:spMkLst>
        </pc:spChg>
        <pc:spChg chg="add mod">
          <ac:chgData name="Devita, Mariano" userId="790ddd12-d095-4063-9590-047d0ef1fce2" providerId="ADAL" clId="{D72FB022-ACC1-432E-A309-C700CF44763B}" dt="2026-05-14T17:41:55.319" v="24050" actId="1076"/>
          <ac:spMkLst>
            <pc:docMk/>
            <pc:sldMk cId="3643338465" sldId="295"/>
            <ac:spMk id="6" creationId="{95D4A8F7-4622-9FFA-DCCA-624585CC9DBF}"/>
          </ac:spMkLst>
        </pc:spChg>
        <pc:spChg chg="mod">
          <ac:chgData name="Devita, Mariano" userId="790ddd12-d095-4063-9590-047d0ef1fce2" providerId="ADAL" clId="{D72FB022-ACC1-432E-A309-C700CF44763B}" dt="2026-05-13T15:14:58.102" v="13679"/>
          <ac:spMkLst>
            <pc:docMk/>
            <pc:sldMk cId="3643338465" sldId="295"/>
            <ac:spMk id="9" creationId="{C81E0FB8-AF54-0735-A5E9-1DEAC1C52000}"/>
          </ac:spMkLst>
        </pc:spChg>
        <pc:grpChg chg="add mod">
          <ac:chgData name="Devita, Mariano" userId="790ddd12-d095-4063-9590-047d0ef1fce2" providerId="ADAL" clId="{D72FB022-ACC1-432E-A309-C700CF44763B}" dt="2026-05-13T15:14:55.553" v="13677"/>
          <ac:grpSpMkLst>
            <pc:docMk/>
            <pc:sldMk cId="3643338465" sldId="295"/>
            <ac:grpSpMk id="3" creationId="{436C4B33-48D8-DDEE-DD73-0A12D2A54980}"/>
          </ac:grpSpMkLst>
        </pc:grpChg>
        <pc:grpChg chg="add mod">
          <ac:chgData name="Devita, Mariano" userId="790ddd12-d095-4063-9590-047d0ef1fce2" providerId="ADAL" clId="{D72FB022-ACC1-432E-A309-C700CF44763B}" dt="2026-05-13T15:14:58.102" v="13679"/>
          <ac:grpSpMkLst>
            <pc:docMk/>
            <pc:sldMk cId="3643338465" sldId="295"/>
            <ac:grpSpMk id="8" creationId="{873E6FC6-D3EC-FB73-F32A-94A31BF307D5}"/>
          </ac:grpSpMkLst>
        </pc:grpChg>
        <pc:grpChg chg="del">
          <ac:chgData name="Devita, Mariano" userId="790ddd12-d095-4063-9590-047d0ef1fce2" providerId="ADAL" clId="{D72FB022-ACC1-432E-A309-C700CF44763B}" dt="2026-05-13T15:14:57.748" v="13678" actId="478"/>
          <ac:grpSpMkLst>
            <pc:docMk/>
            <pc:sldMk cId="3643338465" sldId="295"/>
            <ac:grpSpMk id="13" creationId="{0D1B06E1-6B5D-0D5B-8DBF-84E015381376}"/>
          </ac:grpSpMkLst>
        </pc:grpChg>
        <pc:picChg chg="mod">
          <ac:chgData name="Devita, Mariano" userId="790ddd12-d095-4063-9590-047d0ef1fce2" providerId="ADAL" clId="{D72FB022-ACC1-432E-A309-C700CF44763B}" dt="2026-05-11T19:41:21.026" v="13453" actId="1037"/>
          <ac:picMkLst>
            <pc:docMk/>
            <pc:sldMk cId="3643338465" sldId="295"/>
            <ac:picMk id="2" creationId="{3602E6B1-8267-32D6-0190-D98158331BCE}"/>
          </ac:picMkLst>
        </pc:picChg>
        <pc:cxnChg chg="mod">
          <ac:chgData name="Devita, Mariano" userId="790ddd12-d095-4063-9590-047d0ef1fce2" providerId="ADAL" clId="{D72FB022-ACC1-432E-A309-C700CF44763B}" dt="2026-05-13T15:14:55.553" v="13677"/>
          <ac:cxnSpMkLst>
            <pc:docMk/>
            <pc:sldMk cId="3643338465" sldId="295"/>
            <ac:cxnSpMk id="7" creationId="{22C43953-2E7D-88C6-B61D-EBB6C881419F}"/>
          </ac:cxnSpMkLst>
        </pc:cxnChg>
        <pc:cxnChg chg="mod">
          <ac:chgData name="Devita, Mariano" userId="790ddd12-d095-4063-9590-047d0ef1fce2" providerId="ADAL" clId="{D72FB022-ACC1-432E-A309-C700CF44763B}" dt="2026-05-13T15:14:58.102" v="13679"/>
          <ac:cxnSpMkLst>
            <pc:docMk/>
            <pc:sldMk cId="3643338465" sldId="295"/>
            <ac:cxnSpMk id="10" creationId="{3D205FE0-7D2C-DB60-BACD-B177973CD1A5}"/>
          </ac:cxnSpMkLst>
        </pc:cxnChg>
      </pc:sldChg>
      <pc:sldChg chg="addSp delSp modSp add mod delAnim modNotesTx">
        <pc:chgData name="Devita, Mariano" userId="790ddd12-d095-4063-9590-047d0ef1fce2" providerId="ADAL" clId="{D72FB022-ACC1-432E-A309-C700CF44763B}" dt="2026-05-14T15:18:51.664" v="21943" actId="20577"/>
        <pc:sldMkLst>
          <pc:docMk/>
          <pc:sldMk cId="3570090378" sldId="296"/>
        </pc:sldMkLst>
        <pc:spChg chg="mod">
          <ac:chgData name="Devita, Mariano" userId="790ddd12-d095-4063-9590-047d0ef1fce2" providerId="ADAL" clId="{D72FB022-ACC1-432E-A309-C700CF44763B}" dt="2026-05-13T15:15:54.656" v="13758" actId="20577"/>
          <ac:spMkLst>
            <pc:docMk/>
            <pc:sldMk cId="3570090378" sldId="296"/>
            <ac:spMk id="3" creationId="{B2C3C1D7-5173-A84F-1123-5FB4AA203D46}"/>
          </ac:spMkLst>
        </pc:spChg>
        <pc:spChg chg="add mod">
          <ac:chgData name="Devita, Mariano" userId="790ddd12-d095-4063-9590-047d0ef1fce2" providerId="ADAL" clId="{D72FB022-ACC1-432E-A309-C700CF44763B}" dt="2026-05-14T15:18:20.328" v="21781" actId="20577"/>
          <ac:spMkLst>
            <pc:docMk/>
            <pc:sldMk cId="3570090378" sldId="296"/>
            <ac:spMk id="5" creationId="{73424A5E-7C03-0732-19D6-418B6DABA206}"/>
          </ac:spMkLst>
        </pc:spChg>
        <pc:grpChg chg="add mod">
          <ac:chgData name="Devita, Mariano" userId="790ddd12-d095-4063-9590-047d0ef1fce2" providerId="ADAL" clId="{D72FB022-ACC1-432E-A309-C700CF44763B}" dt="2026-05-13T15:15:46.963" v="13728"/>
          <ac:grpSpMkLst>
            <pc:docMk/>
            <pc:sldMk cId="3570090378" sldId="296"/>
            <ac:grpSpMk id="2" creationId="{FD82B3A6-3C5E-5DD2-4AA6-3F6A84B9A901}"/>
          </ac:grpSpMkLst>
        </pc:grpChg>
        <pc:grpChg chg="del">
          <ac:chgData name="Devita, Mariano" userId="790ddd12-d095-4063-9590-047d0ef1fce2" providerId="ADAL" clId="{D72FB022-ACC1-432E-A309-C700CF44763B}" dt="2026-05-13T15:15:46.723" v="13727" actId="478"/>
          <ac:grpSpMkLst>
            <pc:docMk/>
            <pc:sldMk cId="3570090378" sldId="296"/>
            <ac:grpSpMk id="8" creationId="{165B027D-3A15-7797-2B3C-2F88EBE00299}"/>
          </ac:grpSpMkLst>
        </pc:grpChg>
        <pc:cxnChg chg="mod">
          <ac:chgData name="Devita, Mariano" userId="790ddd12-d095-4063-9590-047d0ef1fce2" providerId="ADAL" clId="{D72FB022-ACC1-432E-A309-C700CF44763B}" dt="2026-05-13T15:15:46.963" v="13728"/>
          <ac:cxnSpMkLst>
            <pc:docMk/>
            <pc:sldMk cId="3570090378" sldId="296"/>
            <ac:cxnSpMk id="4" creationId="{E72C64A1-2469-66C8-C9E3-5F635D550127}"/>
          </ac:cxnSpMkLst>
        </pc:cxnChg>
      </pc:sldChg>
      <pc:sldChg chg="addSp delSp modSp add mod delAnim modNotesTx">
        <pc:chgData name="Devita, Mariano" userId="790ddd12-d095-4063-9590-047d0ef1fce2" providerId="ADAL" clId="{D72FB022-ACC1-432E-A309-C700CF44763B}" dt="2026-05-14T14:22:41.669" v="18847" actId="1076"/>
        <pc:sldMkLst>
          <pc:docMk/>
          <pc:sldMk cId="3626245629" sldId="297"/>
        </pc:sldMkLst>
        <pc:spChg chg="mod">
          <ac:chgData name="Devita, Mariano" userId="790ddd12-d095-4063-9590-047d0ef1fce2" providerId="ADAL" clId="{D72FB022-ACC1-432E-A309-C700CF44763B}" dt="2026-05-13T16:31:14.659" v="15168" actId="20577"/>
          <ac:spMkLst>
            <pc:docMk/>
            <pc:sldMk cId="3626245629" sldId="297"/>
            <ac:spMk id="3" creationId="{FB5C26FE-2A2A-EBE6-FBF7-374EC28A4E9E}"/>
          </ac:spMkLst>
        </pc:spChg>
        <pc:spChg chg="add del mod">
          <ac:chgData name="Devita, Mariano" userId="790ddd12-d095-4063-9590-047d0ef1fce2" providerId="ADAL" clId="{D72FB022-ACC1-432E-A309-C700CF44763B}" dt="2026-05-13T19:10:51.653" v="16391" actId="478"/>
          <ac:spMkLst>
            <pc:docMk/>
            <pc:sldMk cId="3626245629" sldId="297"/>
            <ac:spMk id="5" creationId="{4BACF29A-65DD-00B8-1196-4F9022418FE2}"/>
          </ac:spMkLst>
        </pc:spChg>
        <pc:spChg chg="add del mod">
          <ac:chgData name="Devita, Mariano" userId="790ddd12-d095-4063-9590-047d0ef1fce2" providerId="ADAL" clId="{D72FB022-ACC1-432E-A309-C700CF44763B}" dt="2026-05-13T18:28:06.570" v="15644" actId="478"/>
          <ac:spMkLst>
            <pc:docMk/>
            <pc:sldMk cId="3626245629" sldId="297"/>
            <ac:spMk id="6" creationId="{A9B31007-F9C9-3CF9-974D-7D44CC62D0F3}"/>
          </ac:spMkLst>
        </pc:spChg>
        <pc:spChg chg="add del mod">
          <ac:chgData name="Devita, Mariano" userId="790ddd12-d095-4063-9590-047d0ef1fce2" providerId="ADAL" clId="{D72FB022-ACC1-432E-A309-C700CF44763B}" dt="2026-05-13T18:29:20.963" v="15661" actId="478"/>
          <ac:spMkLst>
            <pc:docMk/>
            <pc:sldMk cId="3626245629" sldId="297"/>
            <ac:spMk id="7" creationId="{DBB18068-096C-FC06-0446-28E60D1A0D0F}"/>
          </ac:spMkLst>
        </pc:spChg>
        <pc:spChg chg="add del mod">
          <ac:chgData name="Devita, Mariano" userId="790ddd12-d095-4063-9590-047d0ef1fce2" providerId="ADAL" clId="{D72FB022-ACC1-432E-A309-C700CF44763B}" dt="2026-05-13T19:10:51.653" v="16391" actId="478"/>
          <ac:spMkLst>
            <pc:docMk/>
            <pc:sldMk cId="3626245629" sldId="297"/>
            <ac:spMk id="10" creationId="{B2B2B700-FB04-D06D-06E4-91F3BDD0423C}"/>
          </ac:spMkLst>
        </pc:spChg>
        <pc:spChg chg="add del mod">
          <ac:chgData name="Devita, Mariano" userId="790ddd12-d095-4063-9590-047d0ef1fce2" providerId="ADAL" clId="{D72FB022-ACC1-432E-A309-C700CF44763B}" dt="2026-05-13T18:58:06.692" v="16341" actId="478"/>
          <ac:spMkLst>
            <pc:docMk/>
            <pc:sldMk cId="3626245629" sldId="297"/>
            <ac:spMk id="11" creationId="{F34BCED2-09B8-58B1-E602-9D649330ADB5}"/>
          </ac:spMkLst>
        </pc:spChg>
        <pc:spChg chg="add del mod">
          <ac:chgData name="Devita, Mariano" userId="790ddd12-d095-4063-9590-047d0ef1fce2" providerId="ADAL" clId="{D72FB022-ACC1-432E-A309-C700CF44763B}" dt="2026-05-13T19:02:01.364" v="16356" actId="478"/>
          <ac:spMkLst>
            <pc:docMk/>
            <pc:sldMk cId="3626245629" sldId="297"/>
            <ac:spMk id="13" creationId="{574D15B7-09B6-6724-3653-23BD7977375A}"/>
          </ac:spMkLst>
        </pc:spChg>
        <pc:spChg chg="add del mod">
          <ac:chgData name="Devita, Mariano" userId="790ddd12-d095-4063-9590-047d0ef1fce2" providerId="ADAL" clId="{D72FB022-ACC1-432E-A309-C700CF44763B}" dt="2026-05-13T18:24:36.025" v="15619" actId="478"/>
          <ac:spMkLst>
            <pc:docMk/>
            <pc:sldMk cId="3626245629" sldId="297"/>
            <ac:spMk id="14" creationId="{F0564697-BEA6-9C51-C31E-49D0AEF61B95}"/>
          </ac:spMkLst>
        </pc:spChg>
        <pc:spChg chg="add del mod">
          <ac:chgData name="Devita, Mariano" userId="790ddd12-d095-4063-9590-047d0ef1fce2" providerId="ADAL" clId="{D72FB022-ACC1-432E-A309-C700CF44763B}" dt="2026-05-13T18:23:43.894" v="15614" actId="478"/>
          <ac:spMkLst>
            <pc:docMk/>
            <pc:sldMk cId="3626245629" sldId="297"/>
            <ac:spMk id="15" creationId="{07E661B7-2902-92D3-EA26-82D1C258F01A}"/>
          </ac:spMkLst>
        </pc:spChg>
        <pc:spChg chg="add del mod">
          <ac:chgData name="Devita, Mariano" userId="790ddd12-d095-4063-9590-047d0ef1fce2" providerId="ADAL" clId="{D72FB022-ACC1-432E-A309-C700CF44763B}" dt="2026-05-13T18:24:30.188" v="15618" actId="478"/>
          <ac:spMkLst>
            <pc:docMk/>
            <pc:sldMk cId="3626245629" sldId="297"/>
            <ac:spMk id="16" creationId="{D44DAE30-3629-0810-EA72-D096E4C013C3}"/>
          </ac:spMkLst>
        </pc:spChg>
        <pc:spChg chg="add del mod">
          <ac:chgData name="Devita, Mariano" userId="790ddd12-d095-4063-9590-047d0ef1fce2" providerId="ADAL" clId="{D72FB022-ACC1-432E-A309-C700CF44763B}" dt="2026-05-13T19:06:50.675" v="16388" actId="478"/>
          <ac:spMkLst>
            <pc:docMk/>
            <pc:sldMk cId="3626245629" sldId="297"/>
            <ac:spMk id="17" creationId="{0EAEDD0F-07D0-EE32-2540-3284F170ABBE}"/>
          </ac:spMkLst>
        </pc:spChg>
        <pc:spChg chg="add del mod">
          <ac:chgData name="Devita, Mariano" userId="790ddd12-d095-4063-9590-047d0ef1fce2" providerId="ADAL" clId="{D72FB022-ACC1-432E-A309-C700CF44763B}" dt="2026-05-13T19:06:50.675" v="16388" actId="478"/>
          <ac:spMkLst>
            <pc:docMk/>
            <pc:sldMk cId="3626245629" sldId="297"/>
            <ac:spMk id="18" creationId="{712677D9-CE54-5B90-CFD5-E1759F53830F}"/>
          </ac:spMkLst>
        </pc:spChg>
        <pc:spChg chg="add del mod">
          <ac:chgData name="Devita, Mariano" userId="790ddd12-d095-4063-9590-047d0ef1fce2" providerId="ADAL" clId="{D72FB022-ACC1-432E-A309-C700CF44763B}" dt="2026-05-13T19:10:51.653" v="16391" actId="478"/>
          <ac:spMkLst>
            <pc:docMk/>
            <pc:sldMk cId="3626245629" sldId="297"/>
            <ac:spMk id="19" creationId="{E58A29BD-5386-2833-AC61-04860481C265}"/>
          </ac:spMkLst>
        </pc:spChg>
        <pc:spChg chg="add del mod">
          <ac:chgData name="Devita, Mariano" userId="790ddd12-d095-4063-9590-047d0ef1fce2" providerId="ADAL" clId="{D72FB022-ACC1-432E-A309-C700CF44763B}" dt="2026-05-13T18:55:50.326" v="16313" actId="478"/>
          <ac:spMkLst>
            <pc:docMk/>
            <pc:sldMk cId="3626245629" sldId="297"/>
            <ac:spMk id="20" creationId="{298F8597-6A4B-9BE1-867E-8266161BAC45}"/>
          </ac:spMkLst>
        </pc:spChg>
        <pc:spChg chg="add del mod">
          <ac:chgData name="Devita, Mariano" userId="790ddd12-d095-4063-9590-047d0ef1fce2" providerId="ADAL" clId="{D72FB022-ACC1-432E-A309-C700CF44763B}" dt="2026-05-13T19:06:50.675" v="16388" actId="478"/>
          <ac:spMkLst>
            <pc:docMk/>
            <pc:sldMk cId="3626245629" sldId="297"/>
            <ac:spMk id="21" creationId="{A924AEEC-6D11-52F6-3C92-97F9B4CA094A}"/>
          </ac:spMkLst>
        </pc:spChg>
        <pc:spChg chg="add del mod">
          <ac:chgData name="Devita, Mariano" userId="790ddd12-d095-4063-9590-047d0ef1fce2" providerId="ADAL" clId="{D72FB022-ACC1-432E-A309-C700CF44763B}" dt="2026-05-13T19:10:51.653" v="16391" actId="478"/>
          <ac:spMkLst>
            <pc:docMk/>
            <pc:sldMk cId="3626245629" sldId="297"/>
            <ac:spMk id="22" creationId="{29187261-7D48-CB9C-EDED-8607E58DE266}"/>
          </ac:spMkLst>
        </pc:spChg>
        <pc:spChg chg="add del mod">
          <ac:chgData name="Devita, Mariano" userId="790ddd12-d095-4063-9590-047d0ef1fce2" providerId="ADAL" clId="{D72FB022-ACC1-432E-A309-C700CF44763B}" dt="2026-05-13T19:10:51.653" v="16391" actId="478"/>
          <ac:spMkLst>
            <pc:docMk/>
            <pc:sldMk cId="3626245629" sldId="297"/>
            <ac:spMk id="23" creationId="{A883B67F-CD56-FE43-EDCC-64243149798D}"/>
          </ac:spMkLst>
        </pc:spChg>
        <pc:spChg chg="add del mod">
          <ac:chgData name="Devita, Mariano" userId="790ddd12-d095-4063-9590-047d0ef1fce2" providerId="ADAL" clId="{D72FB022-ACC1-432E-A309-C700CF44763B}" dt="2026-05-13T18:56:02.705" v="16316" actId="478"/>
          <ac:spMkLst>
            <pc:docMk/>
            <pc:sldMk cId="3626245629" sldId="297"/>
            <ac:spMk id="25" creationId="{BC0D84B2-D005-E0A0-307D-51654C1CDC6C}"/>
          </ac:spMkLst>
        </pc:spChg>
        <pc:spChg chg="add del mod">
          <ac:chgData name="Devita, Mariano" userId="790ddd12-d095-4063-9590-047d0ef1fce2" providerId="ADAL" clId="{D72FB022-ACC1-432E-A309-C700CF44763B}" dt="2026-05-13T19:10:51.653" v="16391" actId="478"/>
          <ac:spMkLst>
            <pc:docMk/>
            <pc:sldMk cId="3626245629" sldId="297"/>
            <ac:spMk id="26" creationId="{5821B3D0-F8F6-1C9A-7568-42C7EC045E8E}"/>
          </ac:spMkLst>
        </pc:spChg>
        <pc:spChg chg="add del mod">
          <ac:chgData name="Devita, Mariano" userId="790ddd12-d095-4063-9590-047d0ef1fce2" providerId="ADAL" clId="{D72FB022-ACC1-432E-A309-C700CF44763B}" dt="2026-05-13T19:10:51.653" v="16391" actId="478"/>
          <ac:spMkLst>
            <pc:docMk/>
            <pc:sldMk cId="3626245629" sldId="297"/>
            <ac:spMk id="27" creationId="{753F5CDE-8F9E-A032-802C-8F7E06107481}"/>
          </ac:spMkLst>
        </pc:spChg>
        <pc:spChg chg="add mod">
          <ac:chgData name="Devita, Mariano" userId="790ddd12-d095-4063-9590-047d0ef1fce2" providerId="ADAL" clId="{D72FB022-ACC1-432E-A309-C700CF44763B}" dt="2026-05-14T14:22:41.669" v="18847" actId="1076"/>
          <ac:spMkLst>
            <pc:docMk/>
            <pc:sldMk cId="3626245629" sldId="297"/>
            <ac:spMk id="28" creationId="{8DFE7A61-1443-7686-8D46-2ED4EC3B9787}"/>
          </ac:spMkLst>
        </pc:spChg>
        <pc:spChg chg="add del mod">
          <ac:chgData name="Devita, Mariano" userId="790ddd12-d095-4063-9590-047d0ef1fce2" providerId="ADAL" clId="{D72FB022-ACC1-432E-A309-C700CF44763B}" dt="2026-05-13T19:04:57.864" v="16383" actId="478"/>
          <ac:spMkLst>
            <pc:docMk/>
            <pc:sldMk cId="3626245629" sldId="297"/>
            <ac:spMk id="29" creationId="{1616B228-A55B-A4B1-828F-38724A2A65D9}"/>
          </ac:spMkLst>
        </pc:spChg>
        <pc:spChg chg="add del mod">
          <ac:chgData name="Devita, Mariano" userId="790ddd12-d095-4063-9590-047d0ef1fce2" providerId="ADAL" clId="{D72FB022-ACC1-432E-A309-C700CF44763B}" dt="2026-05-13T19:10:51.653" v="16391" actId="478"/>
          <ac:spMkLst>
            <pc:docMk/>
            <pc:sldMk cId="3626245629" sldId="297"/>
            <ac:spMk id="30" creationId="{B17576F4-EF3E-B684-C3D0-A11D78406675}"/>
          </ac:spMkLst>
        </pc:spChg>
        <pc:spChg chg="add del mod">
          <ac:chgData name="Devita, Mariano" userId="790ddd12-d095-4063-9590-047d0ef1fce2" providerId="ADAL" clId="{D72FB022-ACC1-432E-A309-C700CF44763B}" dt="2026-05-14T13:58:22.273" v="18492" actId="478"/>
          <ac:spMkLst>
            <pc:docMk/>
            <pc:sldMk cId="3626245629" sldId="297"/>
            <ac:spMk id="31" creationId="{0AA30B45-8CC9-F2BB-7A87-1CE1D6F642CB}"/>
          </ac:spMkLst>
        </pc:spChg>
        <pc:grpChg chg="add mod">
          <ac:chgData name="Devita, Mariano" userId="790ddd12-d095-4063-9590-047d0ef1fce2" providerId="ADAL" clId="{D72FB022-ACC1-432E-A309-C700CF44763B}" dt="2026-05-13T15:15:20.294" v="13700"/>
          <ac:grpSpMkLst>
            <pc:docMk/>
            <pc:sldMk cId="3626245629" sldId="297"/>
            <ac:grpSpMk id="2" creationId="{85E250F5-71AB-2683-432B-8C253B65AA09}"/>
          </ac:grpSpMkLst>
        </pc:grpChg>
        <pc:grpChg chg="del">
          <ac:chgData name="Devita, Mariano" userId="790ddd12-d095-4063-9590-047d0ef1fce2" providerId="ADAL" clId="{D72FB022-ACC1-432E-A309-C700CF44763B}" dt="2026-05-13T15:15:20.017" v="13699" actId="478"/>
          <ac:grpSpMkLst>
            <pc:docMk/>
            <pc:sldMk cId="3626245629" sldId="297"/>
            <ac:grpSpMk id="8" creationId="{FEDCD57D-DD80-80A7-42E7-4117DFE8C54E}"/>
          </ac:grpSpMkLst>
        </pc:grpChg>
        <pc:cxnChg chg="mod">
          <ac:chgData name="Devita, Mariano" userId="790ddd12-d095-4063-9590-047d0ef1fce2" providerId="ADAL" clId="{D72FB022-ACC1-432E-A309-C700CF44763B}" dt="2026-05-13T15:15:20.294" v="13700"/>
          <ac:cxnSpMkLst>
            <pc:docMk/>
            <pc:sldMk cId="3626245629" sldId="297"/>
            <ac:cxnSpMk id="4" creationId="{C2AFC6B1-3397-4C6D-3D10-0FC1336D9DB6}"/>
          </ac:cxnSpMkLst>
        </pc:cxnChg>
      </pc:sldChg>
      <pc:sldChg chg="modSp add mod modNotesTx">
        <pc:chgData name="Devita, Mariano" userId="790ddd12-d095-4063-9590-047d0ef1fce2" providerId="ADAL" clId="{D72FB022-ACC1-432E-A309-C700CF44763B}" dt="2026-05-13T15:52:09.949" v="14064" actId="6549"/>
        <pc:sldMkLst>
          <pc:docMk/>
          <pc:sldMk cId="138027118" sldId="298"/>
        </pc:sldMkLst>
        <pc:spChg chg="mod">
          <ac:chgData name="Devita, Mariano" userId="790ddd12-d095-4063-9590-047d0ef1fce2" providerId="ADAL" clId="{D72FB022-ACC1-432E-A309-C700CF44763B}" dt="2026-05-13T15:17:05.370" v="13771" actId="20577"/>
          <ac:spMkLst>
            <pc:docMk/>
            <pc:sldMk cId="138027118" sldId="298"/>
            <ac:spMk id="2" creationId="{21872946-1ECC-9DF9-1C0B-52BFCBAE66D2}"/>
          </ac:spMkLst>
        </pc:spChg>
        <pc:spChg chg="mod">
          <ac:chgData name="Devita, Mariano" userId="790ddd12-d095-4063-9590-047d0ef1fce2" providerId="ADAL" clId="{D72FB022-ACC1-432E-A309-C700CF44763B}" dt="2026-05-13T15:21:47.374" v="13800" actId="114"/>
          <ac:spMkLst>
            <pc:docMk/>
            <pc:sldMk cId="138027118" sldId="298"/>
            <ac:spMk id="3" creationId="{BCC995BB-CA0E-F03B-B1C3-990E954FFD1F}"/>
          </ac:spMkLst>
        </pc:spChg>
        <pc:spChg chg="mod">
          <ac:chgData name="Devita, Mariano" userId="790ddd12-d095-4063-9590-047d0ef1fce2" providerId="ADAL" clId="{D72FB022-ACC1-432E-A309-C700CF44763B}" dt="2026-05-13T15:17:33.871" v="13775"/>
          <ac:spMkLst>
            <pc:docMk/>
            <pc:sldMk cId="138027118" sldId="298"/>
            <ac:spMk id="6" creationId="{C0861E78-011E-6B18-C2F3-8DDD624A530C}"/>
          </ac:spMkLst>
        </pc:spChg>
        <pc:spChg chg="mod">
          <ac:chgData name="Devita, Mariano" userId="790ddd12-d095-4063-9590-047d0ef1fce2" providerId="ADAL" clId="{D72FB022-ACC1-432E-A309-C700CF44763B}" dt="2026-05-13T15:20:17.731" v="13785" actId="1076"/>
          <ac:spMkLst>
            <pc:docMk/>
            <pc:sldMk cId="138027118" sldId="298"/>
            <ac:spMk id="14" creationId="{7FCEED20-656A-20E5-1DCB-29290AEB895A}"/>
          </ac:spMkLst>
        </pc:spChg>
        <pc:spChg chg="mod">
          <ac:chgData name="Devita, Mariano" userId="790ddd12-d095-4063-9590-047d0ef1fce2" providerId="ADAL" clId="{D72FB022-ACC1-432E-A309-C700CF44763B}" dt="2026-05-13T15:20:21.845" v="13786" actId="1076"/>
          <ac:spMkLst>
            <pc:docMk/>
            <pc:sldMk cId="138027118" sldId="298"/>
            <ac:spMk id="15" creationId="{9D334F7D-7FC6-E38E-CA99-53F6397B9397}"/>
          </ac:spMkLst>
        </pc:spChg>
        <pc:cxnChg chg="mod">
          <ac:chgData name="Devita, Mariano" userId="790ddd12-d095-4063-9590-047d0ef1fce2" providerId="ADAL" clId="{D72FB022-ACC1-432E-A309-C700CF44763B}" dt="2026-05-13T15:17:49.918" v="13776" actId="208"/>
          <ac:cxnSpMkLst>
            <pc:docMk/>
            <pc:sldMk cId="138027118" sldId="298"/>
            <ac:cxnSpMk id="8" creationId="{961F73B6-EE1A-88B8-62CF-D8AC45679D5E}"/>
          </ac:cxnSpMkLst>
        </pc:cxnChg>
        <pc:cxnChg chg="mod">
          <ac:chgData name="Devita, Mariano" userId="790ddd12-d095-4063-9590-047d0ef1fce2" providerId="ADAL" clId="{D72FB022-ACC1-432E-A309-C700CF44763B}" dt="2026-05-13T15:17:49.918" v="13776" actId="208"/>
          <ac:cxnSpMkLst>
            <pc:docMk/>
            <pc:sldMk cId="138027118" sldId="298"/>
            <ac:cxnSpMk id="9" creationId="{C8BEB723-1D00-B210-9F12-1286B0838AC9}"/>
          </ac:cxnSpMkLst>
        </pc:cxnChg>
      </pc:sldChg>
      <pc:sldChg chg="modSp add mod modNotesTx">
        <pc:chgData name="Devita, Mariano" userId="790ddd12-d095-4063-9590-047d0ef1fce2" providerId="ADAL" clId="{D72FB022-ACC1-432E-A309-C700CF44763B}" dt="2026-05-13T15:52:04.290" v="14063" actId="20577"/>
        <pc:sldMkLst>
          <pc:docMk/>
          <pc:sldMk cId="583941259" sldId="299"/>
        </pc:sldMkLst>
        <pc:spChg chg="mod">
          <ac:chgData name="Devita, Mariano" userId="790ddd12-d095-4063-9590-047d0ef1fce2" providerId="ADAL" clId="{D72FB022-ACC1-432E-A309-C700CF44763B}" dt="2026-05-13T15:22:19.452" v="13824" actId="20577"/>
          <ac:spMkLst>
            <pc:docMk/>
            <pc:sldMk cId="583941259" sldId="299"/>
            <ac:spMk id="2" creationId="{ED3C5F79-F6D2-42E3-504A-DA66ACCFB074}"/>
          </ac:spMkLst>
        </pc:spChg>
        <pc:spChg chg="mod">
          <ac:chgData name="Devita, Mariano" userId="790ddd12-d095-4063-9590-047d0ef1fce2" providerId="ADAL" clId="{D72FB022-ACC1-432E-A309-C700CF44763B}" dt="2026-05-13T15:22:12.335" v="13808" actId="114"/>
          <ac:spMkLst>
            <pc:docMk/>
            <pc:sldMk cId="583941259" sldId="299"/>
            <ac:spMk id="3" creationId="{B1FD07FC-F61A-A8BE-B8D1-B0434C12C687}"/>
          </ac:spMkLst>
        </pc:spChg>
        <pc:spChg chg="mod">
          <ac:chgData name="Devita, Mariano" userId="790ddd12-d095-4063-9590-047d0ef1fce2" providerId="ADAL" clId="{D72FB022-ACC1-432E-A309-C700CF44763B}" dt="2026-05-13T15:18:35.067" v="13781"/>
          <ac:spMkLst>
            <pc:docMk/>
            <pc:sldMk cId="583941259" sldId="299"/>
            <ac:spMk id="6" creationId="{DB91B59A-269D-D130-4EA5-C07AD2AC3A6B}"/>
          </ac:spMkLst>
        </pc:spChg>
        <pc:spChg chg="mod">
          <ac:chgData name="Devita, Mariano" userId="790ddd12-d095-4063-9590-047d0ef1fce2" providerId="ADAL" clId="{D72FB022-ACC1-432E-A309-C700CF44763B}" dt="2026-05-13T15:18:47.858" v="13783" actId="1076"/>
          <ac:spMkLst>
            <pc:docMk/>
            <pc:sldMk cId="583941259" sldId="299"/>
            <ac:spMk id="14" creationId="{B1260FE2-E1F7-A2EF-4D1B-0B2D21905420}"/>
          </ac:spMkLst>
        </pc:spChg>
        <pc:spChg chg="mod">
          <ac:chgData name="Devita, Mariano" userId="790ddd12-d095-4063-9590-047d0ef1fce2" providerId="ADAL" clId="{D72FB022-ACC1-432E-A309-C700CF44763B}" dt="2026-05-13T15:20:10.080" v="13784" actId="1076"/>
          <ac:spMkLst>
            <pc:docMk/>
            <pc:sldMk cId="583941259" sldId="299"/>
            <ac:spMk id="15" creationId="{8D2EB986-BCB0-BB5B-3E97-28893BE4073B}"/>
          </ac:spMkLst>
        </pc:spChg>
        <pc:cxnChg chg="mod">
          <ac:chgData name="Devita, Mariano" userId="790ddd12-d095-4063-9590-047d0ef1fce2" providerId="ADAL" clId="{D72FB022-ACC1-432E-A309-C700CF44763B}" dt="2026-05-13T15:18:07.122" v="13779" actId="208"/>
          <ac:cxnSpMkLst>
            <pc:docMk/>
            <pc:sldMk cId="583941259" sldId="299"/>
            <ac:cxnSpMk id="8" creationId="{A5648743-7426-A49E-4D01-DBF037DBCBF0}"/>
          </ac:cxnSpMkLst>
        </pc:cxnChg>
        <pc:cxnChg chg="mod">
          <ac:chgData name="Devita, Mariano" userId="790ddd12-d095-4063-9590-047d0ef1fce2" providerId="ADAL" clId="{D72FB022-ACC1-432E-A309-C700CF44763B}" dt="2026-05-13T15:18:07.122" v="13779" actId="208"/>
          <ac:cxnSpMkLst>
            <pc:docMk/>
            <pc:sldMk cId="583941259" sldId="299"/>
            <ac:cxnSpMk id="9" creationId="{BF711058-D020-CFFA-0CA9-4E2E9716CAB7}"/>
          </ac:cxnSpMkLst>
        </pc:cxnChg>
      </pc:sldChg>
      <pc:sldChg chg="modSp add mod modNotesTx">
        <pc:chgData name="Devita, Mariano" userId="790ddd12-d095-4063-9590-047d0ef1fce2" providerId="ADAL" clId="{D72FB022-ACC1-432E-A309-C700CF44763B}" dt="2026-05-13T16:02:26.147" v="14111" actId="20577"/>
        <pc:sldMkLst>
          <pc:docMk/>
          <pc:sldMk cId="656600423" sldId="300"/>
        </pc:sldMkLst>
        <pc:spChg chg="mod">
          <ac:chgData name="Devita, Mariano" userId="790ddd12-d095-4063-9590-047d0ef1fce2" providerId="ADAL" clId="{D72FB022-ACC1-432E-A309-C700CF44763B}" dt="2026-05-13T15:56:51.943" v="14072" actId="255"/>
          <ac:spMkLst>
            <pc:docMk/>
            <pc:sldMk cId="656600423" sldId="300"/>
            <ac:spMk id="24" creationId="{8C8D909E-377F-AE2C-4FDC-505AA959D3E2}"/>
          </ac:spMkLst>
        </pc:spChg>
        <pc:spChg chg="mod">
          <ac:chgData name="Devita, Mariano" userId="790ddd12-d095-4063-9590-047d0ef1fce2" providerId="ADAL" clId="{D72FB022-ACC1-432E-A309-C700CF44763B}" dt="2026-05-13T15:56:51.943" v="14072" actId="255"/>
          <ac:spMkLst>
            <pc:docMk/>
            <pc:sldMk cId="656600423" sldId="300"/>
            <ac:spMk id="25" creationId="{A51F9882-BBA3-F6C2-1F96-87513E46D4BC}"/>
          </ac:spMkLst>
        </pc:spChg>
        <pc:spChg chg="mod">
          <ac:chgData name="Devita, Mariano" userId="790ddd12-d095-4063-9590-047d0ef1fce2" providerId="ADAL" clId="{D72FB022-ACC1-432E-A309-C700CF44763B}" dt="2026-05-13T15:56:51.943" v="14072" actId="255"/>
          <ac:spMkLst>
            <pc:docMk/>
            <pc:sldMk cId="656600423" sldId="300"/>
            <ac:spMk id="26" creationId="{C030DBFB-3D3B-D419-CBC8-5CF620BEB9FA}"/>
          </ac:spMkLst>
        </pc:spChg>
        <pc:spChg chg="mod">
          <ac:chgData name="Devita, Mariano" userId="790ddd12-d095-4063-9590-047d0ef1fce2" providerId="ADAL" clId="{D72FB022-ACC1-432E-A309-C700CF44763B}" dt="2026-05-13T15:54:43.850" v="14070"/>
          <ac:spMkLst>
            <pc:docMk/>
            <pc:sldMk cId="656600423" sldId="300"/>
            <ac:spMk id="31" creationId="{D41DF3BA-B4D5-F04F-1E1D-524E021AA73D}"/>
          </ac:spMkLst>
        </pc:spChg>
        <pc:grpChg chg="mod">
          <ac:chgData name="Devita, Mariano" userId="790ddd12-d095-4063-9590-047d0ef1fce2" providerId="ADAL" clId="{D72FB022-ACC1-432E-A309-C700CF44763B}" dt="2026-05-13T15:54:43.850" v="14070"/>
          <ac:grpSpMkLst>
            <pc:docMk/>
            <pc:sldMk cId="656600423" sldId="300"/>
            <ac:grpSpMk id="28" creationId="{E830523A-5007-40B5-7E26-49DEC54B4A21}"/>
          </ac:grpSpMkLst>
        </pc:grpChg>
        <pc:cxnChg chg="mod">
          <ac:chgData name="Devita, Mariano" userId="790ddd12-d095-4063-9590-047d0ef1fce2" providerId="ADAL" clId="{D72FB022-ACC1-432E-A309-C700CF44763B}" dt="2026-05-13T15:54:43.850" v="14070"/>
          <ac:cxnSpMkLst>
            <pc:docMk/>
            <pc:sldMk cId="656600423" sldId="300"/>
            <ac:cxnSpMk id="32" creationId="{08B0B921-87E7-765F-AC7A-2471F58E9312}"/>
          </ac:cxnSpMkLst>
        </pc:cxnChg>
      </pc:sldChg>
      <pc:sldChg chg="addSp delSp modSp add mod addAnim delAnim modNotesTx">
        <pc:chgData name="Devita, Mariano" userId="790ddd12-d095-4063-9590-047d0ef1fce2" providerId="ADAL" clId="{D72FB022-ACC1-432E-A309-C700CF44763B}" dt="2026-05-14T18:30:57.747" v="24055" actId="20577"/>
        <pc:sldMkLst>
          <pc:docMk/>
          <pc:sldMk cId="3241245517" sldId="301"/>
        </pc:sldMkLst>
        <pc:spChg chg="add">
          <ac:chgData name="Devita, Mariano" userId="790ddd12-d095-4063-9590-047d0ef1fce2" providerId="ADAL" clId="{D72FB022-ACC1-432E-A309-C700CF44763B}" dt="2026-05-13T15:58:15.833" v="14076" actId="478"/>
          <ac:spMkLst>
            <pc:docMk/>
            <pc:sldMk cId="3241245517" sldId="301"/>
            <ac:spMk id="4" creationId="{2F0FBAE6-7729-B5A2-08C4-864DF3A43F41}"/>
          </ac:spMkLst>
        </pc:spChg>
        <pc:spChg chg="add del">
          <ac:chgData name="Devita, Mariano" userId="790ddd12-d095-4063-9590-047d0ef1fce2" providerId="ADAL" clId="{D72FB022-ACC1-432E-A309-C700CF44763B}" dt="2026-05-13T15:58:21.018" v="14077" actId="478"/>
          <ac:spMkLst>
            <pc:docMk/>
            <pc:sldMk cId="3241245517" sldId="301"/>
            <ac:spMk id="6" creationId="{C18C05B6-D0F9-4BB7-4630-21138518A6E5}"/>
          </ac:spMkLst>
        </pc:spChg>
        <pc:spChg chg="del">
          <ac:chgData name="Devita, Mariano" userId="790ddd12-d095-4063-9590-047d0ef1fce2" providerId="ADAL" clId="{D72FB022-ACC1-432E-A309-C700CF44763B}" dt="2026-05-13T15:58:01.047" v="14074" actId="478"/>
          <ac:spMkLst>
            <pc:docMk/>
            <pc:sldMk cId="3241245517" sldId="301"/>
            <ac:spMk id="7" creationId="{9939ECC0-0BA7-1A02-E68C-FA28B079D8BE}"/>
          </ac:spMkLst>
        </pc:spChg>
        <pc:spChg chg="add del mod">
          <ac:chgData name="Devita, Mariano" userId="790ddd12-d095-4063-9590-047d0ef1fce2" providerId="ADAL" clId="{D72FB022-ACC1-432E-A309-C700CF44763B}" dt="2026-05-13T16:01:10.077" v="14104" actId="478"/>
          <ac:spMkLst>
            <pc:docMk/>
            <pc:sldMk cId="3241245517" sldId="301"/>
            <ac:spMk id="8" creationId="{A4BF2EE4-F08A-8B8A-37AF-EA62B57E5D32}"/>
          </ac:spMkLst>
        </pc:spChg>
        <pc:spChg chg="add mod">
          <ac:chgData name="Devita, Mariano" userId="790ddd12-d095-4063-9590-047d0ef1fce2" providerId="ADAL" clId="{D72FB022-ACC1-432E-A309-C700CF44763B}" dt="2026-05-13T15:59:28.954" v="14090" actId="20577"/>
          <ac:spMkLst>
            <pc:docMk/>
            <pc:sldMk cId="3241245517" sldId="301"/>
            <ac:spMk id="9" creationId="{87075937-2826-14C8-471D-203562D4D818}"/>
          </ac:spMkLst>
        </pc:spChg>
        <pc:spChg chg="add del">
          <ac:chgData name="Devita, Mariano" userId="790ddd12-d095-4063-9590-047d0ef1fce2" providerId="ADAL" clId="{D72FB022-ACC1-432E-A309-C700CF44763B}" dt="2026-05-13T15:58:21.018" v="14077" actId="478"/>
          <ac:spMkLst>
            <pc:docMk/>
            <pc:sldMk cId="3241245517" sldId="301"/>
            <ac:spMk id="11" creationId="{34E093AA-E1EE-F123-3DAD-D2A1D78938EC}"/>
          </ac:spMkLst>
        </pc:spChg>
        <pc:spChg chg="add mod">
          <ac:chgData name="Devita, Mariano" userId="790ddd12-d095-4063-9590-047d0ef1fce2" providerId="ADAL" clId="{D72FB022-ACC1-432E-A309-C700CF44763B}" dt="2026-05-13T15:59:44.170" v="14091" actId="571"/>
          <ac:spMkLst>
            <pc:docMk/>
            <pc:sldMk cId="3241245517" sldId="301"/>
            <ac:spMk id="12" creationId="{0C7DBE5B-4C3C-DB8F-1F24-278FB97C0A51}"/>
          </ac:spMkLst>
        </pc:spChg>
        <pc:spChg chg="del">
          <ac:chgData name="Devita, Mariano" userId="790ddd12-d095-4063-9590-047d0ef1fce2" providerId="ADAL" clId="{D72FB022-ACC1-432E-A309-C700CF44763B}" dt="2026-05-13T15:58:21.018" v="14077" actId="478"/>
          <ac:spMkLst>
            <pc:docMk/>
            <pc:sldMk cId="3241245517" sldId="301"/>
            <ac:spMk id="20" creationId="{E8C96398-6596-7F9A-FBD3-F8AF5C882A4D}"/>
          </ac:spMkLst>
        </pc:spChg>
        <pc:spChg chg="mod">
          <ac:chgData name="Devita, Mariano" userId="790ddd12-d095-4063-9590-047d0ef1fce2" providerId="ADAL" clId="{D72FB022-ACC1-432E-A309-C700CF44763B}" dt="2026-05-13T16:00:23.934" v="14094" actId="20577"/>
          <ac:spMkLst>
            <pc:docMk/>
            <pc:sldMk cId="3241245517" sldId="301"/>
            <ac:spMk id="24" creationId="{792687EC-375B-B669-5AA5-91779B412382}"/>
          </ac:spMkLst>
        </pc:spChg>
        <pc:spChg chg="mod">
          <ac:chgData name="Devita, Mariano" userId="790ddd12-d095-4063-9590-047d0ef1fce2" providerId="ADAL" clId="{D72FB022-ACC1-432E-A309-C700CF44763B}" dt="2026-05-13T16:00:27.445" v="14096" actId="20577"/>
          <ac:spMkLst>
            <pc:docMk/>
            <pc:sldMk cId="3241245517" sldId="301"/>
            <ac:spMk id="25" creationId="{A55912BE-6E69-D7E7-D932-FD7345247D56}"/>
          </ac:spMkLst>
        </pc:spChg>
        <pc:spChg chg="mod">
          <ac:chgData name="Devita, Mariano" userId="790ddd12-d095-4063-9590-047d0ef1fce2" providerId="ADAL" clId="{D72FB022-ACC1-432E-A309-C700CF44763B}" dt="2026-05-13T15:57:09.663" v="14073" actId="255"/>
          <ac:spMkLst>
            <pc:docMk/>
            <pc:sldMk cId="3241245517" sldId="301"/>
            <ac:spMk id="26" creationId="{02E52FC6-C1E9-ACBD-89CA-8C4E822E6BC3}"/>
          </ac:spMkLst>
        </pc:spChg>
        <pc:spChg chg="add del">
          <ac:chgData name="Devita, Mariano" userId="790ddd12-d095-4063-9590-047d0ef1fce2" providerId="ADAL" clId="{D72FB022-ACC1-432E-A309-C700CF44763B}" dt="2026-05-13T15:58:21.018" v="14077" actId="478"/>
          <ac:spMkLst>
            <pc:docMk/>
            <pc:sldMk cId="3241245517" sldId="301"/>
            <ac:spMk id="30" creationId="{D88A83BD-2E9C-C2D9-3DC4-BB450C1D604E}"/>
          </ac:spMkLst>
        </pc:spChg>
        <pc:spChg chg="mod">
          <ac:chgData name="Devita, Mariano" userId="790ddd12-d095-4063-9590-047d0ef1fce2" providerId="ADAL" clId="{D72FB022-ACC1-432E-A309-C700CF44763B}" dt="2026-05-13T16:18:16.482" v="14667" actId="20577"/>
          <ac:spMkLst>
            <pc:docMk/>
            <pc:sldMk cId="3241245517" sldId="301"/>
            <ac:spMk id="31" creationId="{C32FE056-03F3-B267-6BF0-09FDDA257EB9}"/>
          </ac:spMkLst>
        </pc:spChg>
        <pc:spChg chg="add mod">
          <ac:chgData name="Devita, Mariano" userId="790ddd12-d095-4063-9590-047d0ef1fce2" providerId="ADAL" clId="{D72FB022-ACC1-432E-A309-C700CF44763B}" dt="2026-05-13T15:59:49.253" v="14093" actId="20577"/>
          <ac:spMkLst>
            <pc:docMk/>
            <pc:sldMk cId="3241245517" sldId="301"/>
            <ac:spMk id="33" creationId="{913BDC18-00EA-6C0C-5CB7-68A43E8C31C3}"/>
          </ac:spMkLst>
        </pc:spChg>
        <pc:spChg chg="add">
          <ac:chgData name="Devita, Mariano" userId="790ddd12-d095-4063-9590-047d0ef1fce2" providerId="ADAL" clId="{D72FB022-ACC1-432E-A309-C700CF44763B}" dt="2026-05-13T15:58:15.833" v="14076" actId="478"/>
          <ac:spMkLst>
            <pc:docMk/>
            <pc:sldMk cId="3241245517" sldId="301"/>
            <ac:spMk id="34" creationId="{200AFF2B-B3A0-DA20-DBD8-2A9AB580B495}"/>
          </ac:spMkLst>
        </pc:spChg>
        <pc:spChg chg="add">
          <ac:chgData name="Devita, Mariano" userId="790ddd12-d095-4063-9590-047d0ef1fce2" providerId="ADAL" clId="{D72FB022-ACC1-432E-A309-C700CF44763B}" dt="2026-05-13T15:58:15.833" v="14076" actId="478"/>
          <ac:spMkLst>
            <pc:docMk/>
            <pc:sldMk cId="3241245517" sldId="301"/>
            <ac:spMk id="35" creationId="{92281321-DE69-B2B1-4F7B-3758639124C1}"/>
          </ac:spMkLst>
        </pc:spChg>
        <pc:spChg chg="add del mod">
          <ac:chgData name="Devita, Mariano" userId="790ddd12-d095-4063-9590-047d0ef1fce2" providerId="ADAL" clId="{D72FB022-ACC1-432E-A309-C700CF44763B}" dt="2026-05-13T16:01:06.651" v="14103" actId="478"/>
          <ac:spMkLst>
            <pc:docMk/>
            <pc:sldMk cId="3241245517" sldId="301"/>
            <ac:spMk id="37" creationId="{67E81C9E-9E3F-0F8F-B05A-B6F5C24AC379}"/>
          </ac:spMkLst>
        </pc:spChg>
        <pc:spChg chg="del">
          <ac:chgData name="Devita, Mariano" userId="790ddd12-d095-4063-9590-047d0ef1fce2" providerId="ADAL" clId="{D72FB022-ACC1-432E-A309-C700CF44763B}" dt="2026-05-13T15:58:21.018" v="14077" actId="478"/>
          <ac:spMkLst>
            <pc:docMk/>
            <pc:sldMk cId="3241245517" sldId="301"/>
            <ac:spMk id="39" creationId="{926890F3-B807-F0C3-6199-F8FB0F4A7011}"/>
          </ac:spMkLst>
        </pc:spChg>
        <pc:spChg chg="add">
          <ac:chgData name="Devita, Mariano" userId="790ddd12-d095-4063-9590-047d0ef1fce2" providerId="ADAL" clId="{D72FB022-ACC1-432E-A309-C700CF44763B}" dt="2026-05-13T15:58:15.833" v="14076" actId="478"/>
          <ac:spMkLst>
            <pc:docMk/>
            <pc:sldMk cId="3241245517" sldId="301"/>
            <ac:spMk id="41" creationId="{58A7933A-A8F3-DD01-DD6C-DE45D0A2C333}"/>
          </ac:spMkLst>
        </pc:spChg>
        <pc:spChg chg="add">
          <ac:chgData name="Devita, Mariano" userId="790ddd12-d095-4063-9590-047d0ef1fce2" providerId="ADAL" clId="{D72FB022-ACC1-432E-A309-C700CF44763B}" dt="2026-05-13T15:58:15.833" v="14076" actId="478"/>
          <ac:spMkLst>
            <pc:docMk/>
            <pc:sldMk cId="3241245517" sldId="301"/>
            <ac:spMk id="45" creationId="{51045454-E7F2-C763-A32F-CF2D880A36B2}"/>
          </ac:spMkLst>
        </pc:spChg>
        <pc:spChg chg="del">
          <ac:chgData name="Devita, Mariano" userId="790ddd12-d095-4063-9590-047d0ef1fce2" providerId="ADAL" clId="{D72FB022-ACC1-432E-A309-C700CF44763B}" dt="2026-05-13T15:58:24.811" v="14078" actId="478"/>
          <ac:spMkLst>
            <pc:docMk/>
            <pc:sldMk cId="3241245517" sldId="301"/>
            <ac:spMk id="48" creationId="{2778A2DD-DDF6-68F2-5181-922B13724FF4}"/>
          </ac:spMkLst>
        </pc:spChg>
        <pc:spChg chg="del">
          <ac:chgData name="Devita, Mariano" userId="790ddd12-d095-4063-9590-047d0ef1fce2" providerId="ADAL" clId="{D72FB022-ACC1-432E-A309-C700CF44763B}" dt="2026-05-13T15:58:24.811" v="14078" actId="478"/>
          <ac:spMkLst>
            <pc:docMk/>
            <pc:sldMk cId="3241245517" sldId="301"/>
            <ac:spMk id="49" creationId="{D0C0D596-FDF6-F6CB-E0D2-381D164EF44D}"/>
          </ac:spMkLst>
        </pc:spChg>
        <pc:spChg chg="del">
          <ac:chgData name="Devita, Mariano" userId="790ddd12-d095-4063-9590-047d0ef1fce2" providerId="ADAL" clId="{D72FB022-ACC1-432E-A309-C700CF44763B}" dt="2026-05-13T15:58:01.047" v="14074" actId="478"/>
          <ac:spMkLst>
            <pc:docMk/>
            <pc:sldMk cId="3241245517" sldId="301"/>
            <ac:spMk id="51" creationId="{24A7B543-74E6-E805-2112-0BC8230A660E}"/>
          </ac:spMkLst>
        </pc:spChg>
        <pc:spChg chg="del">
          <ac:chgData name="Devita, Mariano" userId="790ddd12-d095-4063-9590-047d0ef1fce2" providerId="ADAL" clId="{D72FB022-ACC1-432E-A309-C700CF44763B}" dt="2026-05-13T15:58:21.018" v="14077" actId="478"/>
          <ac:spMkLst>
            <pc:docMk/>
            <pc:sldMk cId="3241245517" sldId="301"/>
            <ac:spMk id="52" creationId="{D7EF5971-DDAF-5808-9720-F203B339E688}"/>
          </ac:spMkLst>
        </pc:spChg>
        <pc:spChg chg="del">
          <ac:chgData name="Devita, Mariano" userId="790ddd12-d095-4063-9590-047d0ef1fce2" providerId="ADAL" clId="{D72FB022-ACC1-432E-A309-C700CF44763B}" dt="2026-05-13T15:58:21.018" v="14077" actId="478"/>
          <ac:spMkLst>
            <pc:docMk/>
            <pc:sldMk cId="3241245517" sldId="301"/>
            <ac:spMk id="55" creationId="{F3389466-0941-75B9-A156-9A6B1118ADD4}"/>
          </ac:spMkLst>
        </pc:spChg>
        <pc:spChg chg="del">
          <ac:chgData name="Devita, Mariano" userId="790ddd12-d095-4063-9590-047d0ef1fce2" providerId="ADAL" clId="{D72FB022-ACC1-432E-A309-C700CF44763B}" dt="2026-05-13T15:58:21.018" v="14077" actId="478"/>
          <ac:spMkLst>
            <pc:docMk/>
            <pc:sldMk cId="3241245517" sldId="301"/>
            <ac:spMk id="59" creationId="{71A61020-2E30-EBEC-36EB-71BA07C3294F}"/>
          </ac:spMkLst>
        </pc:spChg>
        <pc:spChg chg="add mod">
          <ac:chgData name="Devita, Mariano" userId="790ddd12-d095-4063-9590-047d0ef1fce2" providerId="ADAL" clId="{D72FB022-ACC1-432E-A309-C700CF44763B}" dt="2026-05-13T16:01:01.703" v="14102" actId="20577"/>
          <ac:spMkLst>
            <pc:docMk/>
            <pc:sldMk cId="3241245517" sldId="301"/>
            <ac:spMk id="63" creationId="{2BBEBA41-23EE-EEE0-2BE4-8D9F90AA311B}"/>
          </ac:spMkLst>
        </pc:spChg>
        <pc:spChg chg="add mod">
          <ac:chgData name="Devita, Mariano" userId="790ddd12-d095-4063-9590-047d0ef1fce2" providerId="ADAL" clId="{D72FB022-ACC1-432E-A309-C700CF44763B}" dt="2026-05-13T16:01:47.267" v="14106" actId="571"/>
          <ac:spMkLst>
            <pc:docMk/>
            <pc:sldMk cId="3241245517" sldId="301"/>
            <ac:spMk id="65" creationId="{59CB38DB-C8DB-D659-C86C-D02AF3514199}"/>
          </ac:spMkLst>
        </pc:spChg>
        <pc:spChg chg="add mod">
          <ac:chgData name="Devita, Mariano" userId="790ddd12-d095-4063-9590-047d0ef1fce2" providerId="ADAL" clId="{D72FB022-ACC1-432E-A309-C700CF44763B}" dt="2026-05-13T16:09:34.747" v="14112" actId="1076"/>
          <ac:spMkLst>
            <pc:docMk/>
            <pc:sldMk cId="3241245517" sldId="301"/>
            <ac:spMk id="66" creationId="{0CDB8179-2CD6-8CE1-1888-BDFE3778D14F}"/>
          </ac:spMkLst>
        </pc:spChg>
        <pc:spChg chg="add mod">
          <ac:chgData name="Devita, Mariano" userId="790ddd12-d095-4063-9590-047d0ef1fce2" providerId="ADAL" clId="{D72FB022-ACC1-432E-A309-C700CF44763B}" dt="2026-05-13T16:14:09.018" v="14141" actId="20577"/>
          <ac:spMkLst>
            <pc:docMk/>
            <pc:sldMk cId="3241245517" sldId="301"/>
            <ac:spMk id="67" creationId="{B2028464-76BB-FFB4-891B-71EAB3569D1A}"/>
          </ac:spMkLst>
        </pc:spChg>
        <pc:spChg chg="add mod">
          <ac:chgData name="Devita, Mariano" userId="790ddd12-d095-4063-9590-047d0ef1fce2" providerId="ADAL" clId="{D72FB022-ACC1-432E-A309-C700CF44763B}" dt="2026-05-13T16:14:24.528" v="14143" actId="1076"/>
          <ac:spMkLst>
            <pc:docMk/>
            <pc:sldMk cId="3241245517" sldId="301"/>
            <ac:spMk id="68" creationId="{A000592A-47A0-0187-B5AB-DADAA06A33F4}"/>
          </ac:spMkLst>
        </pc:spChg>
        <pc:spChg chg="del">
          <ac:chgData name="Devita, Mariano" userId="790ddd12-d095-4063-9590-047d0ef1fce2" providerId="ADAL" clId="{D72FB022-ACC1-432E-A309-C700CF44763B}" dt="2026-05-13T15:58:21.018" v="14077" actId="478"/>
          <ac:spMkLst>
            <pc:docMk/>
            <pc:sldMk cId="3241245517" sldId="301"/>
            <ac:spMk id="70" creationId="{32501CC3-529D-D20B-FB08-20EBCA625713}"/>
          </ac:spMkLst>
        </pc:spChg>
        <pc:spChg chg="del">
          <ac:chgData name="Devita, Mariano" userId="790ddd12-d095-4063-9590-047d0ef1fce2" providerId="ADAL" clId="{D72FB022-ACC1-432E-A309-C700CF44763B}" dt="2026-05-13T15:58:21.018" v="14077" actId="478"/>
          <ac:spMkLst>
            <pc:docMk/>
            <pc:sldMk cId="3241245517" sldId="301"/>
            <ac:spMk id="72" creationId="{1DCCD162-022D-9CA1-CF4B-DBA0AE7781BA}"/>
          </ac:spMkLst>
        </pc:spChg>
        <pc:spChg chg="add">
          <ac:chgData name="Devita, Mariano" userId="790ddd12-d095-4063-9590-047d0ef1fce2" providerId="ADAL" clId="{D72FB022-ACC1-432E-A309-C700CF44763B}" dt="2026-05-13T15:58:15.833" v="14076" actId="478"/>
          <ac:spMkLst>
            <pc:docMk/>
            <pc:sldMk cId="3241245517" sldId="301"/>
            <ac:spMk id="73" creationId="{2356A5A7-26E0-AF41-8E6E-83D87A8FD7E6}"/>
          </ac:spMkLst>
        </pc:spChg>
        <pc:spChg chg="add">
          <ac:chgData name="Devita, Mariano" userId="790ddd12-d095-4063-9590-047d0ef1fce2" providerId="ADAL" clId="{D72FB022-ACC1-432E-A309-C700CF44763B}" dt="2026-05-13T15:58:15.833" v="14076" actId="478"/>
          <ac:spMkLst>
            <pc:docMk/>
            <pc:sldMk cId="3241245517" sldId="301"/>
            <ac:spMk id="77" creationId="{0D2A9EA7-04F1-F2E0-3693-E5597F80DE2E}"/>
          </ac:spMkLst>
        </pc:spChg>
        <pc:spChg chg="add mod">
          <ac:chgData name="Devita, Mariano" userId="790ddd12-d095-4063-9590-047d0ef1fce2" providerId="ADAL" clId="{D72FB022-ACC1-432E-A309-C700CF44763B}" dt="2026-05-14T18:30:57.747" v="24055" actId="20577"/>
          <ac:spMkLst>
            <pc:docMk/>
            <pc:sldMk cId="3241245517" sldId="301"/>
            <ac:spMk id="84" creationId="{D9C58A89-FE06-DEB2-DFCC-CCA908524830}"/>
          </ac:spMkLst>
        </pc:spChg>
        <pc:grpChg chg="mod">
          <ac:chgData name="Devita, Mariano" userId="790ddd12-d095-4063-9590-047d0ef1fce2" providerId="ADAL" clId="{D72FB022-ACC1-432E-A309-C700CF44763B}" dt="2026-05-13T16:18:16.482" v="14667" actId="20577"/>
          <ac:grpSpMkLst>
            <pc:docMk/>
            <pc:sldMk cId="3241245517" sldId="301"/>
            <ac:grpSpMk id="28" creationId="{690DB5A0-D014-F649-86BE-7F79A3FBBBE4}"/>
          </ac:grpSpMkLst>
        </pc:grpChg>
        <pc:cxnChg chg="mod">
          <ac:chgData name="Devita, Mariano" userId="790ddd12-d095-4063-9590-047d0ef1fce2" providerId="ADAL" clId="{D72FB022-ACC1-432E-A309-C700CF44763B}" dt="2026-05-13T16:20:09.294" v="14761" actId="14100"/>
          <ac:cxnSpMkLst>
            <pc:docMk/>
            <pc:sldMk cId="3241245517" sldId="301"/>
            <ac:cxnSpMk id="14" creationId="{56970A4C-B9BC-C41B-FA90-A9F4055E9821}"/>
          </ac:cxnSpMkLst>
        </pc:cxnChg>
        <pc:cxnChg chg="mod">
          <ac:chgData name="Devita, Mariano" userId="790ddd12-d095-4063-9590-047d0ef1fce2" providerId="ADAL" clId="{D72FB022-ACC1-432E-A309-C700CF44763B}" dt="2026-05-13T16:14:56.544" v="14144" actId="13822"/>
          <ac:cxnSpMkLst>
            <pc:docMk/>
            <pc:sldMk cId="3241245517" sldId="301"/>
            <ac:cxnSpMk id="15" creationId="{F9DEC54B-38D0-6721-9827-C8D338597612}"/>
          </ac:cxnSpMkLst>
        </pc:cxnChg>
        <pc:cxnChg chg="mod">
          <ac:chgData name="Devita, Mariano" userId="790ddd12-d095-4063-9590-047d0ef1fce2" providerId="ADAL" clId="{D72FB022-ACC1-432E-A309-C700CF44763B}" dt="2026-05-13T16:20:09.294" v="14761" actId="14100"/>
          <ac:cxnSpMkLst>
            <pc:docMk/>
            <pc:sldMk cId="3241245517" sldId="301"/>
            <ac:cxnSpMk id="18" creationId="{B910F204-4A2D-8209-5945-0BE12E00093D}"/>
          </ac:cxnSpMkLst>
        </pc:cxnChg>
        <pc:cxnChg chg="mod">
          <ac:chgData name="Devita, Mariano" userId="790ddd12-d095-4063-9590-047d0ef1fce2" providerId="ADAL" clId="{D72FB022-ACC1-432E-A309-C700CF44763B}" dt="2026-05-13T16:20:09.294" v="14761" actId="14100"/>
          <ac:cxnSpMkLst>
            <pc:docMk/>
            <pc:sldMk cId="3241245517" sldId="301"/>
            <ac:cxnSpMk id="22" creationId="{1A1AD04E-585F-8214-E636-C4027A987827}"/>
          </ac:cxnSpMkLst>
        </pc:cxnChg>
        <pc:cxnChg chg="mod">
          <ac:chgData name="Devita, Mariano" userId="790ddd12-d095-4063-9590-047d0ef1fce2" providerId="ADAL" clId="{D72FB022-ACC1-432E-A309-C700CF44763B}" dt="2026-05-13T16:18:16.482" v="14667" actId="20577"/>
          <ac:cxnSpMkLst>
            <pc:docMk/>
            <pc:sldMk cId="3241245517" sldId="301"/>
            <ac:cxnSpMk id="32" creationId="{90DEAEBD-D63C-443F-300D-D8E1D7D7CAEA}"/>
          </ac:cxnSpMkLst>
        </pc:cxnChg>
        <pc:cxnChg chg="add mod">
          <ac:chgData name="Devita, Mariano" userId="790ddd12-d095-4063-9590-047d0ef1fce2" providerId="ADAL" clId="{D72FB022-ACC1-432E-A309-C700CF44763B}" dt="2026-05-13T16:14:06.939" v="14140" actId="1076"/>
          <ac:cxnSpMkLst>
            <pc:docMk/>
            <pc:sldMk cId="3241245517" sldId="301"/>
            <ac:cxnSpMk id="82" creationId="{A2DFB81C-0245-95DF-0DA4-A2FE980FBCA6}"/>
          </ac:cxnSpMkLst>
        </pc:cxnChg>
        <pc:cxnChg chg="add mod">
          <ac:chgData name="Devita, Mariano" userId="790ddd12-d095-4063-9590-047d0ef1fce2" providerId="ADAL" clId="{D72FB022-ACC1-432E-A309-C700CF44763B}" dt="2026-05-13T16:14:18.715" v="14142" actId="571"/>
          <ac:cxnSpMkLst>
            <pc:docMk/>
            <pc:sldMk cId="3241245517" sldId="301"/>
            <ac:cxnSpMk id="83" creationId="{CBECD8F1-A900-CDC7-091D-4FE66B7AF07D}"/>
          </ac:cxnSpMkLst>
        </pc:cxnChg>
      </pc:sldChg>
      <pc:sldChg chg="addSp delSp modSp add mod">
        <pc:chgData name="Devita, Mariano" userId="790ddd12-d095-4063-9590-047d0ef1fce2" providerId="ADAL" clId="{D72FB022-ACC1-432E-A309-C700CF44763B}" dt="2026-05-13T16:29:42.570" v="15121" actId="20577"/>
        <pc:sldMkLst>
          <pc:docMk/>
          <pc:sldMk cId="1963087049" sldId="302"/>
        </pc:sldMkLst>
        <pc:spChg chg="add del mod">
          <ac:chgData name="Devita, Mariano" userId="790ddd12-d095-4063-9590-047d0ef1fce2" providerId="ADAL" clId="{D72FB022-ACC1-432E-A309-C700CF44763B}" dt="2026-05-13T16:25:36.017" v="14806" actId="478"/>
          <ac:spMkLst>
            <pc:docMk/>
            <pc:sldMk cId="1963087049" sldId="302"/>
            <ac:spMk id="3" creationId="{1B44B246-68F3-40C3-B022-0E46869F38E9}"/>
          </ac:spMkLst>
        </pc:spChg>
        <pc:spChg chg="add mod">
          <ac:chgData name="Devita, Mariano" userId="790ddd12-d095-4063-9590-047d0ef1fce2" providerId="ADAL" clId="{D72FB022-ACC1-432E-A309-C700CF44763B}" dt="2026-05-13T16:25:45.339" v="14808" actId="20577"/>
          <ac:spMkLst>
            <pc:docMk/>
            <pc:sldMk cId="1963087049" sldId="302"/>
            <ac:spMk id="4" creationId="{66814CC7-9845-ABCE-9902-544CFD6EE335}"/>
          </ac:spMkLst>
        </pc:spChg>
        <pc:spChg chg="add mod">
          <ac:chgData name="Devita, Mariano" userId="790ddd12-d095-4063-9590-047d0ef1fce2" providerId="ADAL" clId="{D72FB022-ACC1-432E-A309-C700CF44763B}" dt="2026-05-13T16:25:43.398" v="14807" actId="1076"/>
          <ac:spMkLst>
            <pc:docMk/>
            <pc:sldMk cId="1963087049" sldId="302"/>
            <ac:spMk id="5" creationId="{DE2CAD28-E107-9783-AD11-95F2907F87AD}"/>
          </ac:spMkLst>
        </pc:spChg>
        <pc:spChg chg="add mod">
          <ac:chgData name="Devita, Mariano" userId="790ddd12-d095-4063-9590-047d0ef1fce2" providerId="ADAL" clId="{D72FB022-ACC1-432E-A309-C700CF44763B}" dt="2026-05-13T16:25:43.398" v="14807" actId="1076"/>
          <ac:spMkLst>
            <pc:docMk/>
            <pc:sldMk cId="1963087049" sldId="302"/>
            <ac:spMk id="6" creationId="{09CFCAAB-C83A-110F-7E63-B0DA6C010B0D}"/>
          </ac:spMkLst>
        </pc:spChg>
        <pc:spChg chg="add mod">
          <ac:chgData name="Devita, Mariano" userId="790ddd12-d095-4063-9590-047d0ef1fce2" providerId="ADAL" clId="{D72FB022-ACC1-432E-A309-C700CF44763B}" dt="2026-05-13T16:25:43.398" v="14807" actId="1076"/>
          <ac:spMkLst>
            <pc:docMk/>
            <pc:sldMk cId="1963087049" sldId="302"/>
            <ac:spMk id="7" creationId="{D6CAFE7A-78ED-6D0C-461D-7AC657579776}"/>
          </ac:spMkLst>
        </pc:spChg>
        <pc:spChg chg="del mod">
          <ac:chgData name="Devita, Mariano" userId="790ddd12-d095-4063-9590-047d0ef1fce2" providerId="ADAL" clId="{D72FB022-ACC1-432E-A309-C700CF44763B}" dt="2026-05-13T16:25:36.017" v="14806" actId="478"/>
          <ac:spMkLst>
            <pc:docMk/>
            <pc:sldMk cId="1963087049" sldId="302"/>
            <ac:spMk id="9" creationId="{114C6F30-53E9-9A58-17CA-4C2C2FC74C79}"/>
          </ac:spMkLst>
        </pc:spChg>
        <pc:spChg chg="del">
          <ac:chgData name="Devita, Mariano" userId="790ddd12-d095-4063-9590-047d0ef1fce2" providerId="ADAL" clId="{D72FB022-ACC1-432E-A309-C700CF44763B}" dt="2026-05-13T16:22:21.691" v="14776" actId="478"/>
          <ac:spMkLst>
            <pc:docMk/>
            <pc:sldMk cId="1963087049" sldId="302"/>
            <ac:spMk id="12" creationId="{27256CC3-2D7F-63ED-0683-251AB9AD2C35}"/>
          </ac:spMkLst>
        </pc:spChg>
        <pc:spChg chg="del mod">
          <ac:chgData name="Devita, Mariano" userId="790ddd12-d095-4063-9590-047d0ef1fce2" providerId="ADAL" clId="{D72FB022-ACC1-432E-A309-C700CF44763B}" dt="2026-05-13T16:25:36.017" v="14806" actId="478"/>
          <ac:spMkLst>
            <pc:docMk/>
            <pc:sldMk cId="1963087049" sldId="302"/>
            <ac:spMk id="33" creationId="{F395E875-EF39-8180-4DE6-A424A21BC801}"/>
          </ac:spMkLst>
        </pc:spChg>
        <pc:spChg chg="del">
          <ac:chgData name="Devita, Mariano" userId="790ddd12-d095-4063-9590-047d0ef1fce2" providerId="ADAL" clId="{D72FB022-ACC1-432E-A309-C700CF44763B}" dt="2026-05-13T16:23:08.634" v="14789" actId="478"/>
          <ac:spMkLst>
            <pc:docMk/>
            <pc:sldMk cId="1963087049" sldId="302"/>
            <ac:spMk id="63" creationId="{B6ACED2A-2249-465D-2CEC-86FDABD4DC77}"/>
          </ac:spMkLst>
        </pc:spChg>
        <pc:spChg chg="del">
          <ac:chgData name="Devita, Mariano" userId="790ddd12-d095-4063-9590-047d0ef1fce2" providerId="ADAL" clId="{D72FB022-ACC1-432E-A309-C700CF44763B}" dt="2026-05-13T16:23:05.317" v="14785" actId="478"/>
          <ac:spMkLst>
            <pc:docMk/>
            <pc:sldMk cId="1963087049" sldId="302"/>
            <ac:spMk id="66" creationId="{F44562F8-9543-C0C5-0F7A-FC05AC327E5F}"/>
          </ac:spMkLst>
        </pc:spChg>
        <pc:spChg chg="del">
          <ac:chgData name="Devita, Mariano" userId="790ddd12-d095-4063-9590-047d0ef1fce2" providerId="ADAL" clId="{D72FB022-ACC1-432E-A309-C700CF44763B}" dt="2026-05-13T16:23:06.921" v="14787" actId="478"/>
          <ac:spMkLst>
            <pc:docMk/>
            <pc:sldMk cId="1963087049" sldId="302"/>
            <ac:spMk id="67" creationId="{8623FEDB-D5D5-C88A-96A3-B7FBDC988CB0}"/>
          </ac:spMkLst>
        </pc:spChg>
        <pc:spChg chg="del">
          <ac:chgData name="Devita, Mariano" userId="790ddd12-d095-4063-9590-047d0ef1fce2" providerId="ADAL" clId="{D72FB022-ACC1-432E-A309-C700CF44763B}" dt="2026-05-13T16:23:04.478" v="14784" actId="478"/>
          <ac:spMkLst>
            <pc:docMk/>
            <pc:sldMk cId="1963087049" sldId="302"/>
            <ac:spMk id="68" creationId="{AC50C7A8-FDDD-5530-8317-4D8D8F4E0EF5}"/>
          </ac:spMkLst>
        </pc:spChg>
        <pc:spChg chg="mod">
          <ac:chgData name="Devita, Mariano" userId="790ddd12-d095-4063-9590-047d0ef1fce2" providerId="ADAL" clId="{D72FB022-ACC1-432E-A309-C700CF44763B}" dt="2026-05-13T16:29:42.570" v="15121" actId="20577"/>
          <ac:spMkLst>
            <pc:docMk/>
            <pc:sldMk cId="1963087049" sldId="302"/>
            <ac:spMk id="84" creationId="{1533FE19-B2BB-80D0-56D1-DCF182BEB484}"/>
          </ac:spMkLst>
        </pc:spChg>
        <pc:cxnChg chg="del">
          <ac:chgData name="Devita, Mariano" userId="790ddd12-d095-4063-9590-047d0ef1fce2" providerId="ADAL" clId="{D72FB022-ACC1-432E-A309-C700CF44763B}" dt="2026-05-13T16:23:07.508" v="14788" actId="478"/>
          <ac:cxnSpMkLst>
            <pc:docMk/>
            <pc:sldMk cId="1963087049" sldId="302"/>
            <ac:cxnSpMk id="82" creationId="{495387C5-0BB5-F3D8-7439-7FD10B5A552C}"/>
          </ac:cxnSpMkLst>
        </pc:cxnChg>
        <pc:cxnChg chg="del">
          <ac:chgData name="Devita, Mariano" userId="790ddd12-d095-4063-9590-047d0ef1fce2" providerId="ADAL" clId="{D72FB022-ACC1-432E-A309-C700CF44763B}" dt="2026-05-13T16:23:06.058" v="14786" actId="478"/>
          <ac:cxnSpMkLst>
            <pc:docMk/>
            <pc:sldMk cId="1963087049" sldId="302"/>
            <ac:cxnSpMk id="83" creationId="{1572086C-CB72-FD32-EF75-36786069DE14}"/>
          </ac:cxnSpMkLst>
        </pc:cxnChg>
      </pc:sldChg>
      <pc:sldChg chg="modSp add mod ord">
        <pc:chgData name="Devita, Mariano" userId="790ddd12-d095-4063-9590-047d0ef1fce2" providerId="ADAL" clId="{D72FB022-ACC1-432E-A309-C700CF44763B}" dt="2026-05-13T16:32:09.117" v="15170" actId="14100"/>
        <pc:sldMkLst>
          <pc:docMk/>
          <pc:sldMk cId="2384418209" sldId="303"/>
        </pc:sldMkLst>
        <pc:spChg chg="mod">
          <ac:chgData name="Devita, Mariano" userId="790ddd12-d095-4063-9590-047d0ef1fce2" providerId="ADAL" clId="{D72FB022-ACC1-432E-A309-C700CF44763B}" dt="2026-05-13T16:30:08.689" v="15142" actId="20577"/>
          <ac:spMkLst>
            <pc:docMk/>
            <pc:sldMk cId="2384418209" sldId="303"/>
            <ac:spMk id="2" creationId="{131CA850-CD3C-1701-42B3-1BA630E8ABE5}"/>
          </ac:spMkLst>
        </pc:spChg>
        <pc:spChg chg="mod">
          <ac:chgData name="Devita, Mariano" userId="790ddd12-d095-4063-9590-047d0ef1fce2" providerId="ADAL" clId="{D72FB022-ACC1-432E-A309-C700CF44763B}" dt="2026-05-13T16:32:06.866" v="15169" actId="14100"/>
          <ac:spMkLst>
            <pc:docMk/>
            <pc:sldMk cId="2384418209" sldId="303"/>
            <ac:spMk id="3" creationId="{CE9DD7F1-7EAE-047A-977A-5F9C1AC07D64}"/>
          </ac:spMkLst>
        </pc:spChg>
        <pc:spChg chg="mod">
          <ac:chgData name="Devita, Mariano" userId="790ddd12-d095-4063-9590-047d0ef1fce2" providerId="ADAL" clId="{D72FB022-ACC1-432E-A309-C700CF44763B}" dt="2026-05-13T16:32:09.117" v="15170" actId="14100"/>
          <ac:spMkLst>
            <pc:docMk/>
            <pc:sldMk cId="2384418209" sldId="303"/>
            <ac:spMk id="6" creationId="{6D35D293-AAF8-721A-B874-0B0BAF39052F}"/>
          </ac:spMkLst>
        </pc:spChg>
        <pc:spChg chg="mod">
          <ac:chgData name="Devita, Mariano" userId="790ddd12-d095-4063-9590-047d0ef1fce2" providerId="ADAL" clId="{D72FB022-ACC1-432E-A309-C700CF44763B}" dt="2026-05-13T16:30:03.147" v="15125"/>
          <ac:spMkLst>
            <pc:docMk/>
            <pc:sldMk cId="2384418209" sldId="303"/>
            <ac:spMk id="13" creationId="{2113D4CC-7459-826F-5C75-AE544BB2453D}"/>
          </ac:spMkLst>
        </pc:spChg>
        <pc:grpChg chg="mod">
          <ac:chgData name="Devita, Mariano" userId="790ddd12-d095-4063-9590-047d0ef1fce2" providerId="ADAL" clId="{D72FB022-ACC1-432E-A309-C700CF44763B}" dt="2026-05-13T16:30:03.147" v="15125"/>
          <ac:grpSpMkLst>
            <pc:docMk/>
            <pc:sldMk cId="2384418209" sldId="303"/>
            <ac:grpSpMk id="12" creationId="{AF1F5FB0-F3AC-471B-8936-215CF433ABFC}"/>
          </ac:grpSpMkLst>
        </pc:grpChg>
        <pc:cxnChg chg="mod">
          <ac:chgData name="Devita, Mariano" userId="790ddd12-d095-4063-9590-047d0ef1fce2" providerId="ADAL" clId="{D72FB022-ACC1-432E-A309-C700CF44763B}" dt="2026-05-13T16:30:03.147" v="15125"/>
          <ac:cxnSpMkLst>
            <pc:docMk/>
            <pc:sldMk cId="2384418209" sldId="303"/>
            <ac:cxnSpMk id="16" creationId="{9398DB78-9EC4-31B1-0208-B4B01D05098B}"/>
          </ac:cxnSpMkLst>
        </pc:cxnChg>
      </pc:sldChg>
      <pc:sldChg chg="delSp modSp add mod ord">
        <pc:chgData name="Devita, Mariano" userId="790ddd12-d095-4063-9590-047d0ef1fce2" providerId="ADAL" clId="{D72FB022-ACC1-432E-A309-C700CF44763B}" dt="2026-05-13T16:37:40.737" v="15487"/>
        <pc:sldMkLst>
          <pc:docMk/>
          <pc:sldMk cId="2348472917" sldId="304"/>
        </pc:sldMkLst>
        <pc:spChg chg="mod">
          <ac:chgData name="Devita, Mariano" userId="790ddd12-d095-4063-9590-047d0ef1fce2" providerId="ADAL" clId="{D72FB022-ACC1-432E-A309-C700CF44763B}" dt="2026-05-13T16:37:27.770" v="15485" actId="12"/>
          <ac:spMkLst>
            <pc:docMk/>
            <pc:sldMk cId="2348472917" sldId="304"/>
            <ac:spMk id="2" creationId="{C0177B14-4B22-FB34-A605-5A3765FB9726}"/>
          </ac:spMkLst>
        </pc:spChg>
        <pc:spChg chg="del">
          <ac:chgData name="Devita, Mariano" userId="790ddd12-d095-4063-9590-047d0ef1fce2" providerId="ADAL" clId="{D72FB022-ACC1-432E-A309-C700CF44763B}" dt="2026-05-13T16:34:12.649" v="15189" actId="478"/>
          <ac:spMkLst>
            <pc:docMk/>
            <pc:sldMk cId="2348472917" sldId="304"/>
            <ac:spMk id="3" creationId="{8CF8D5F3-D299-50BE-81C9-31A8E59A191E}"/>
          </ac:spMkLst>
        </pc:spChg>
        <pc:spChg chg="del">
          <ac:chgData name="Devita, Mariano" userId="790ddd12-d095-4063-9590-047d0ef1fce2" providerId="ADAL" clId="{D72FB022-ACC1-432E-A309-C700CF44763B}" dt="2026-05-13T16:34:12.649" v="15189" actId="478"/>
          <ac:spMkLst>
            <pc:docMk/>
            <pc:sldMk cId="2348472917" sldId="304"/>
            <ac:spMk id="6" creationId="{F3CDD45B-3370-B255-A8C8-EDA750332C0B}"/>
          </ac:spMkLst>
        </pc:spChg>
        <pc:spChg chg="mod">
          <ac:chgData name="Devita, Mariano" userId="790ddd12-d095-4063-9590-047d0ef1fce2" providerId="ADAL" clId="{D72FB022-ACC1-432E-A309-C700CF44763B}" dt="2026-05-13T16:32:21.624" v="15188" actId="20577"/>
          <ac:spMkLst>
            <pc:docMk/>
            <pc:sldMk cId="2348472917" sldId="304"/>
            <ac:spMk id="13" creationId="{5982BCFB-8D28-2E9E-EB8E-69AB1628A329}"/>
          </ac:spMkLst>
        </pc:spChg>
        <pc:spChg chg="del">
          <ac:chgData name="Devita, Mariano" userId="790ddd12-d095-4063-9590-047d0ef1fce2" providerId="ADAL" clId="{D72FB022-ACC1-432E-A309-C700CF44763B}" dt="2026-05-13T16:34:12.649" v="15189" actId="478"/>
          <ac:spMkLst>
            <pc:docMk/>
            <pc:sldMk cId="2348472917" sldId="304"/>
            <ac:spMk id="14" creationId="{6F278903-909A-72A0-72D4-6691DD158974}"/>
          </ac:spMkLst>
        </pc:spChg>
        <pc:spChg chg="del">
          <ac:chgData name="Devita, Mariano" userId="790ddd12-d095-4063-9590-047d0ef1fce2" providerId="ADAL" clId="{D72FB022-ACC1-432E-A309-C700CF44763B}" dt="2026-05-13T16:34:12.649" v="15189" actId="478"/>
          <ac:spMkLst>
            <pc:docMk/>
            <pc:sldMk cId="2348472917" sldId="304"/>
            <ac:spMk id="15" creationId="{076C1365-8A7A-F5C3-C4F3-C26CC3F7B8E0}"/>
          </ac:spMkLst>
        </pc:spChg>
        <pc:cxnChg chg="del">
          <ac:chgData name="Devita, Mariano" userId="790ddd12-d095-4063-9590-047d0ef1fce2" providerId="ADAL" clId="{D72FB022-ACC1-432E-A309-C700CF44763B}" dt="2026-05-13T16:34:12.649" v="15189" actId="478"/>
          <ac:cxnSpMkLst>
            <pc:docMk/>
            <pc:sldMk cId="2348472917" sldId="304"/>
            <ac:cxnSpMk id="8" creationId="{D1988EDA-A4E5-8B82-4849-51D233659A11}"/>
          </ac:cxnSpMkLst>
        </pc:cxnChg>
        <pc:cxnChg chg="del">
          <ac:chgData name="Devita, Mariano" userId="790ddd12-d095-4063-9590-047d0ef1fce2" providerId="ADAL" clId="{D72FB022-ACC1-432E-A309-C700CF44763B}" dt="2026-05-13T16:34:12.649" v="15189" actId="478"/>
          <ac:cxnSpMkLst>
            <pc:docMk/>
            <pc:sldMk cId="2348472917" sldId="304"/>
            <ac:cxnSpMk id="9" creationId="{9792BE57-2297-EDD2-A4AD-D89DAE226021}"/>
          </ac:cxnSpMkLst>
        </pc:cxnChg>
      </pc:sldChg>
      <pc:sldChg chg="addSp delSp modSp add mod modNotesTx">
        <pc:chgData name="Devita, Mariano" userId="790ddd12-d095-4063-9590-047d0ef1fce2" providerId="ADAL" clId="{D72FB022-ACC1-432E-A309-C700CF44763B}" dt="2026-05-14T14:57:55.312" v="21382" actId="1076"/>
        <pc:sldMkLst>
          <pc:docMk/>
          <pc:sldMk cId="4129305451" sldId="305"/>
        </pc:sldMkLst>
        <pc:spChg chg="mod">
          <ac:chgData name="Devita, Mariano" userId="790ddd12-d095-4063-9590-047d0ef1fce2" providerId="ADAL" clId="{D72FB022-ACC1-432E-A309-C700CF44763B}" dt="2026-05-14T14:57:50.222" v="21381" actId="14"/>
          <ac:spMkLst>
            <pc:docMk/>
            <pc:sldMk cId="4129305451" sldId="305"/>
            <ac:spMk id="2" creationId="{68A68380-4B2A-4D9C-B847-CB3C7C109A60}"/>
          </ac:spMkLst>
        </pc:spChg>
        <pc:spChg chg="add del mod">
          <ac:chgData name="Devita, Mariano" userId="790ddd12-d095-4063-9590-047d0ef1fce2" providerId="ADAL" clId="{D72FB022-ACC1-432E-A309-C700CF44763B}" dt="2026-05-14T14:36:14.503" v="18941" actId="478"/>
          <ac:spMkLst>
            <pc:docMk/>
            <pc:sldMk cId="4129305451" sldId="305"/>
            <ac:spMk id="3" creationId="{DA362C07-21C6-263C-9B99-8613E161EF9C}"/>
          </ac:spMkLst>
        </pc:spChg>
        <pc:spChg chg="add mod">
          <ac:chgData name="Devita, Mariano" userId="790ddd12-d095-4063-9590-047d0ef1fce2" providerId="ADAL" clId="{D72FB022-ACC1-432E-A309-C700CF44763B}" dt="2026-05-14T14:57:55.312" v="21382" actId="1076"/>
          <ac:spMkLst>
            <pc:docMk/>
            <pc:sldMk cId="4129305451" sldId="305"/>
            <ac:spMk id="4" creationId="{7A57B6FD-EC95-CC3C-40DB-3BA903D3216B}"/>
          </ac:spMkLst>
        </pc:spChg>
      </pc:sldChg>
      <pc:sldChg chg="delSp modSp add del mod">
        <pc:chgData name="Devita, Mariano" userId="790ddd12-d095-4063-9590-047d0ef1fce2" providerId="ADAL" clId="{D72FB022-ACC1-432E-A309-C700CF44763B}" dt="2026-05-14T15:00:57.807" v="21590" actId="2696"/>
        <pc:sldMkLst>
          <pc:docMk/>
          <pc:sldMk cId="955532474" sldId="306"/>
        </pc:sldMkLst>
        <pc:spChg chg="mod">
          <ac:chgData name="Devita, Mariano" userId="790ddd12-d095-4063-9590-047d0ef1fce2" providerId="ADAL" clId="{D72FB022-ACC1-432E-A309-C700CF44763B}" dt="2026-05-14T15:00:20.988" v="21583" actId="20577"/>
          <ac:spMkLst>
            <pc:docMk/>
            <pc:sldMk cId="955532474" sldId="306"/>
            <ac:spMk id="2" creationId="{2A42ED4A-FE47-00BE-58CC-E32C58DB945E}"/>
          </ac:spMkLst>
        </pc:spChg>
        <pc:spChg chg="del">
          <ac:chgData name="Devita, Mariano" userId="790ddd12-d095-4063-9590-047d0ef1fce2" providerId="ADAL" clId="{D72FB022-ACC1-432E-A309-C700CF44763B}" dt="2026-05-13T19:33:38.372" v="16862" actId="478"/>
          <ac:spMkLst>
            <pc:docMk/>
            <pc:sldMk cId="955532474" sldId="306"/>
            <ac:spMk id="3" creationId="{8498B518-641B-EF24-78CC-D9F6A1A1F9F7}"/>
          </ac:spMkLst>
        </pc:spChg>
      </pc:sldChg>
      <pc:sldChg chg="addSp modSp add mod modNotesTx">
        <pc:chgData name="Devita, Mariano" userId="790ddd12-d095-4063-9590-047d0ef1fce2" providerId="ADAL" clId="{D72FB022-ACC1-432E-A309-C700CF44763B}" dt="2026-05-14T15:21:08.911" v="22213" actId="20577"/>
        <pc:sldMkLst>
          <pc:docMk/>
          <pc:sldMk cId="2073611717" sldId="307"/>
        </pc:sldMkLst>
        <pc:spChg chg="mod">
          <ac:chgData name="Devita, Mariano" userId="790ddd12-d095-4063-9590-047d0ef1fce2" providerId="ADAL" clId="{D72FB022-ACC1-432E-A309-C700CF44763B}" dt="2026-05-13T19:48:20.049" v="17523" actId="20577"/>
          <ac:spMkLst>
            <pc:docMk/>
            <pc:sldMk cId="2073611717" sldId="307"/>
            <ac:spMk id="5" creationId="{6776E5C0-2A61-5DA2-2B02-2B436390AAF3}"/>
          </ac:spMkLst>
        </pc:spChg>
        <pc:spChg chg="add mod">
          <ac:chgData name="Devita, Mariano" userId="790ddd12-d095-4063-9590-047d0ef1fce2" providerId="ADAL" clId="{D72FB022-ACC1-432E-A309-C700CF44763B}" dt="2026-05-14T15:19:33.300" v="21945" actId="1076"/>
          <ac:spMkLst>
            <pc:docMk/>
            <pc:sldMk cId="2073611717" sldId="307"/>
            <ac:spMk id="6" creationId="{666993E8-007C-0620-892E-60B9791FD1DA}"/>
          </ac:spMkLst>
        </pc:spChg>
      </pc:sldChg>
      <pc:sldChg chg="addSp delSp modSp add mod ord">
        <pc:chgData name="Devita, Mariano" userId="790ddd12-d095-4063-9590-047d0ef1fce2" providerId="ADAL" clId="{D72FB022-ACC1-432E-A309-C700CF44763B}" dt="2026-05-14T19:11:49.438" v="24121" actId="20577"/>
        <pc:sldMkLst>
          <pc:docMk/>
          <pc:sldMk cId="1034811373" sldId="308"/>
        </pc:sldMkLst>
        <pc:spChg chg="mod">
          <ac:chgData name="Devita, Mariano" userId="790ddd12-d095-4063-9590-047d0ef1fce2" providerId="ADAL" clId="{D72FB022-ACC1-432E-A309-C700CF44763B}" dt="2026-05-13T19:52:37.704" v="17548" actId="20577"/>
          <ac:spMkLst>
            <pc:docMk/>
            <pc:sldMk cId="1034811373" sldId="308"/>
            <ac:spMk id="3" creationId="{22E38EB5-033C-938F-D7BC-1263FB8FBFEA}"/>
          </ac:spMkLst>
        </pc:spChg>
        <pc:spChg chg="add mod">
          <ac:chgData name="Devita, Mariano" userId="790ddd12-d095-4063-9590-047d0ef1fce2" providerId="ADAL" clId="{D72FB022-ACC1-432E-A309-C700CF44763B}" dt="2026-05-14T19:11:49.438" v="24121" actId="20577"/>
          <ac:spMkLst>
            <pc:docMk/>
            <pc:sldMk cId="1034811373" sldId="308"/>
            <ac:spMk id="5" creationId="{322173CA-5A43-04A0-4241-B9B68DA722FA}"/>
          </ac:spMkLst>
        </pc:spChg>
        <pc:spChg chg="del mod">
          <ac:chgData name="Devita, Mariano" userId="790ddd12-d095-4063-9590-047d0ef1fce2" providerId="ADAL" clId="{D72FB022-ACC1-432E-A309-C700CF44763B}" dt="2026-05-13T20:05:04.614" v="17552"/>
          <ac:spMkLst>
            <pc:docMk/>
            <pc:sldMk cId="1034811373" sldId="308"/>
            <ac:spMk id="5" creationId="{A89AC734-9FBB-D6FD-40D5-1A438D72E363}"/>
          </ac:spMkLst>
        </pc:spChg>
        <pc:picChg chg="add del mod">
          <ac:chgData name="Devita, Mariano" userId="790ddd12-d095-4063-9590-047d0ef1fce2" providerId="ADAL" clId="{D72FB022-ACC1-432E-A309-C700CF44763B}" dt="2026-05-14T15:22:52.964" v="22268" actId="478"/>
          <ac:picMkLst>
            <pc:docMk/>
            <pc:sldMk cId="1034811373" sldId="308"/>
            <ac:picMk id="7" creationId="{4C059960-27F1-47C9-19C1-B50957ECDC70}"/>
          </ac:picMkLst>
        </pc:picChg>
      </pc:sldChg>
      <pc:sldChg chg="addSp delSp modSp add del mod">
        <pc:chgData name="Devita, Mariano" userId="790ddd12-d095-4063-9590-047d0ef1fce2" providerId="ADAL" clId="{D72FB022-ACC1-432E-A309-C700CF44763B}" dt="2026-05-14T15:22:08.373" v="22220" actId="2696"/>
        <pc:sldMkLst>
          <pc:docMk/>
          <pc:sldMk cId="2766882330" sldId="309"/>
        </pc:sldMkLst>
        <pc:picChg chg="add mod">
          <ac:chgData name="Devita, Mariano" userId="790ddd12-d095-4063-9590-047d0ef1fce2" providerId="ADAL" clId="{D72FB022-ACC1-432E-A309-C700CF44763B}" dt="2026-05-13T20:21:40.083" v="17958" actId="1076"/>
          <ac:picMkLst>
            <pc:docMk/>
            <pc:sldMk cId="2766882330" sldId="309"/>
            <ac:picMk id="6" creationId="{C2CCCC53-2DB6-3AD5-3E0B-7CB31F7E5D22}"/>
          </ac:picMkLst>
        </pc:picChg>
        <pc:picChg chg="del">
          <ac:chgData name="Devita, Mariano" userId="790ddd12-d095-4063-9590-047d0ef1fce2" providerId="ADAL" clId="{D72FB022-ACC1-432E-A309-C700CF44763B}" dt="2026-05-13T20:21:37.888" v="17956" actId="478"/>
          <ac:picMkLst>
            <pc:docMk/>
            <pc:sldMk cId="2766882330" sldId="309"/>
            <ac:picMk id="7" creationId="{990F72F3-0A70-70B5-E4C0-C90B43407771}"/>
          </ac:picMkLst>
        </pc:picChg>
      </pc:sldChg>
      <pc:sldChg chg="addSp delSp modSp add mod">
        <pc:chgData name="Devita, Mariano" userId="790ddd12-d095-4063-9590-047d0ef1fce2" providerId="ADAL" clId="{D72FB022-ACC1-432E-A309-C700CF44763B}" dt="2026-05-14T14:00:58.346" v="18572" actId="20577"/>
        <pc:sldMkLst>
          <pc:docMk/>
          <pc:sldMk cId="1076734511" sldId="310"/>
        </pc:sldMkLst>
        <pc:spChg chg="add mod">
          <ac:chgData name="Devita, Mariano" userId="790ddd12-d095-4063-9590-047d0ef1fce2" providerId="ADAL" clId="{D72FB022-ACC1-432E-A309-C700CF44763B}" dt="2026-05-14T14:00:58.346" v="18572" actId="20577"/>
          <ac:spMkLst>
            <pc:docMk/>
            <pc:sldMk cId="1076734511" sldId="310"/>
            <ac:spMk id="6" creationId="{36B36A5F-F5C2-ACF9-72AC-A628100C135E}"/>
          </ac:spMkLst>
        </pc:spChg>
        <pc:spChg chg="del">
          <ac:chgData name="Devita, Mariano" userId="790ddd12-d095-4063-9590-047d0ef1fce2" providerId="ADAL" clId="{D72FB022-ACC1-432E-A309-C700CF44763B}" dt="2026-05-14T13:30:48.373" v="17986" actId="478"/>
          <ac:spMkLst>
            <pc:docMk/>
            <pc:sldMk cId="1076734511" sldId="310"/>
            <ac:spMk id="28" creationId="{69E25628-40CB-53A3-9A21-4FFBCCD522A8}"/>
          </ac:spMkLst>
        </pc:spChg>
        <pc:spChg chg="del mod">
          <ac:chgData name="Devita, Mariano" userId="790ddd12-d095-4063-9590-047d0ef1fce2" providerId="ADAL" clId="{D72FB022-ACC1-432E-A309-C700CF44763B}" dt="2026-05-14T13:58:30.302" v="18494" actId="478"/>
          <ac:spMkLst>
            <pc:docMk/>
            <pc:sldMk cId="1076734511" sldId="310"/>
            <ac:spMk id="31" creationId="{52BB2325-966A-F20A-3E41-D4D2BA191359}"/>
          </ac:spMkLst>
        </pc:spChg>
      </pc:sldChg>
      <pc:sldChg chg="addSp delSp modSp add mod">
        <pc:chgData name="Devita, Mariano" userId="790ddd12-d095-4063-9590-047d0ef1fce2" providerId="ADAL" clId="{D72FB022-ACC1-432E-A309-C700CF44763B}" dt="2026-05-14T14:05:01.743" v="18682" actId="478"/>
        <pc:sldMkLst>
          <pc:docMk/>
          <pc:sldMk cId="1923099214" sldId="311"/>
        </pc:sldMkLst>
        <pc:spChg chg="add del mod">
          <ac:chgData name="Devita, Mariano" userId="790ddd12-d095-4063-9590-047d0ef1fce2" providerId="ADAL" clId="{D72FB022-ACC1-432E-A309-C700CF44763B}" dt="2026-05-14T14:05:00.038" v="18681" actId="478"/>
          <ac:spMkLst>
            <pc:docMk/>
            <pc:sldMk cId="1923099214" sldId="311"/>
            <ac:spMk id="5" creationId="{DECFBBF1-9CF8-E394-CBF1-4F2DE1CE747D}"/>
          </ac:spMkLst>
        </pc:spChg>
        <pc:spChg chg="mod">
          <ac:chgData name="Devita, Mariano" userId="790ddd12-d095-4063-9590-047d0ef1fce2" providerId="ADAL" clId="{D72FB022-ACC1-432E-A309-C700CF44763B}" dt="2026-05-14T14:04:12.252" v="18677" actId="114"/>
          <ac:spMkLst>
            <pc:docMk/>
            <pc:sldMk cId="1923099214" sldId="311"/>
            <ac:spMk id="6" creationId="{A380EA73-D1B6-95E6-3240-6CCF37A48238}"/>
          </ac:spMkLst>
        </pc:spChg>
        <pc:spChg chg="del">
          <ac:chgData name="Devita, Mariano" userId="790ddd12-d095-4063-9590-047d0ef1fce2" providerId="ADAL" clId="{D72FB022-ACC1-432E-A309-C700CF44763B}" dt="2026-05-14T14:05:01.743" v="18682" actId="478"/>
          <ac:spMkLst>
            <pc:docMk/>
            <pc:sldMk cId="1923099214" sldId="311"/>
            <ac:spMk id="31" creationId="{E0661EBC-39EA-B0F6-37C0-75F0D577E8C2}"/>
          </ac:spMkLst>
        </pc:spChg>
      </pc:sldChg>
      <pc:sldChg chg="addSp modSp add mod">
        <pc:chgData name="Devita, Mariano" userId="790ddd12-d095-4063-9590-047d0ef1fce2" providerId="ADAL" clId="{D72FB022-ACC1-432E-A309-C700CF44763B}" dt="2026-05-14T14:09:42.330" v="18744"/>
        <pc:sldMkLst>
          <pc:docMk/>
          <pc:sldMk cId="1056996461" sldId="312"/>
        </pc:sldMkLst>
        <pc:spChg chg="mod">
          <ac:chgData name="Devita, Mariano" userId="790ddd12-d095-4063-9590-047d0ef1fce2" providerId="ADAL" clId="{D72FB022-ACC1-432E-A309-C700CF44763B}" dt="2026-05-14T14:07:27.079" v="18727" actId="1076"/>
          <ac:spMkLst>
            <pc:docMk/>
            <pc:sldMk cId="1056996461" sldId="312"/>
            <ac:spMk id="5" creationId="{283552EF-4F37-5B50-ABE8-268DB16C247A}"/>
          </ac:spMkLst>
        </pc:spChg>
        <pc:spChg chg="mod">
          <ac:chgData name="Devita, Mariano" userId="790ddd12-d095-4063-9590-047d0ef1fce2" providerId="ADAL" clId="{D72FB022-ACC1-432E-A309-C700CF44763B}" dt="2026-05-14T14:07:20.776" v="18726" actId="20577"/>
          <ac:spMkLst>
            <pc:docMk/>
            <pc:sldMk cId="1056996461" sldId="312"/>
            <ac:spMk id="6" creationId="{3C5306E3-D52A-6628-F802-D32F66D34842}"/>
          </ac:spMkLst>
        </pc:spChg>
        <pc:spChg chg="add mod">
          <ac:chgData name="Devita, Mariano" userId="790ddd12-d095-4063-9590-047d0ef1fce2" providerId="ADAL" clId="{D72FB022-ACC1-432E-A309-C700CF44763B}" dt="2026-05-14T14:09:22.523" v="18742" actId="1076"/>
          <ac:spMkLst>
            <pc:docMk/>
            <pc:sldMk cId="1056996461" sldId="312"/>
            <ac:spMk id="7" creationId="{6650EB6A-7739-7E2A-08D6-CA9843D998D6}"/>
          </ac:spMkLst>
        </pc:spChg>
        <pc:spChg chg="add mod">
          <ac:chgData name="Devita, Mariano" userId="790ddd12-d095-4063-9590-047d0ef1fce2" providerId="ADAL" clId="{D72FB022-ACC1-432E-A309-C700CF44763B}" dt="2026-05-14T14:09:29.265" v="18743" actId="1076"/>
          <ac:spMkLst>
            <pc:docMk/>
            <pc:sldMk cId="1056996461" sldId="312"/>
            <ac:spMk id="8" creationId="{1A8674D4-37F7-27E6-8EB9-27A0C2EF27AE}"/>
          </ac:spMkLst>
        </pc:spChg>
        <pc:spChg chg="add mod">
          <ac:chgData name="Devita, Mariano" userId="790ddd12-d095-4063-9590-047d0ef1fce2" providerId="ADAL" clId="{D72FB022-ACC1-432E-A309-C700CF44763B}" dt="2026-05-14T14:09:42.330" v="18744"/>
          <ac:spMkLst>
            <pc:docMk/>
            <pc:sldMk cId="1056996461" sldId="312"/>
            <ac:spMk id="9" creationId="{5C4A795C-7D62-D21C-07DD-91AA4EBDBDED}"/>
          </ac:spMkLst>
        </pc:spChg>
        <pc:spChg chg="mod">
          <ac:chgData name="Devita, Mariano" userId="790ddd12-d095-4063-9590-047d0ef1fce2" providerId="ADAL" clId="{D72FB022-ACC1-432E-A309-C700CF44763B}" dt="2026-05-14T14:05:11.222" v="18684" actId="1076"/>
          <ac:spMkLst>
            <pc:docMk/>
            <pc:sldMk cId="1056996461" sldId="312"/>
            <ac:spMk id="31" creationId="{081EA618-A74A-0ED1-D7FC-6A9BF6578180}"/>
          </ac:spMkLst>
        </pc:spChg>
      </pc:sldChg>
      <pc:sldChg chg="addSp delSp modSp add mod">
        <pc:chgData name="Devita, Mariano" userId="790ddd12-d095-4063-9590-047d0ef1fce2" providerId="ADAL" clId="{D72FB022-ACC1-432E-A309-C700CF44763B}" dt="2026-05-14T14:12:16.959" v="18775" actId="114"/>
        <pc:sldMkLst>
          <pc:docMk/>
          <pc:sldMk cId="137722598" sldId="313"/>
        </pc:sldMkLst>
        <pc:spChg chg="del">
          <ac:chgData name="Devita, Mariano" userId="790ddd12-d095-4063-9590-047d0ef1fce2" providerId="ADAL" clId="{D72FB022-ACC1-432E-A309-C700CF44763B}" dt="2026-05-14T14:10:04.349" v="18748" actId="478"/>
          <ac:spMkLst>
            <pc:docMk/>
            <pc:sldMk cId="137722598" sldId="313"/>
            <ac:spMk id="5" creationId="{103FA3F9-BE9F-1E1F-1E19-16B1FC48CEAF}"/>
          </ac:spMkLst>
        </pc:spChg>
        <pc:spChg chg="mod">
          <ac:chgData name="Devita, Mariano" userId="790ddd12-d095-4063-9590-047d0ef1fce2" providerId="ADAL" clId="{D72FB022-ACC1-432E-A309-C700CF44763B}" dt="2026-05-14T14:10:26.080" v="18750" actId="20577"/>
          <ac:spMkLst>
            <pc:docMk/>
            <pc:sldMk cId="137722598" sldId="313"/>
            <ac:spMk id="6" creationId="{138D77FD-502A-04E0-6826-09A082BE1A56}"/>
          </ac:spMkLst>
        </pc:spChg>
        <pc:spChg chg="del">
          <ac:chgData name="Devita, Mariano" userId="790ddd12-d095-4063-9590-047d0ef1fce2" providerId="ADAL" clId="{D72FB022-ACC1-432E-A309-C700CF44763B}" dt="2026-05-14T14:10:01.785" v="18747" actId="478"/>
          <ac:spMkLst>
            <pc:docMk/>
            <pc:sldMk cId="137722598" sldId="313"/>
            <ac:spMk id="7" creationId="{EF69AAC0-0042-B2CA-B2A4-599670D6974E}"/>
          </ac:spMkLst>
        </pc:spChg>
        <pc:spChg chg="del">
          <ac:chgData name="Devita, Mariano" userId="790ddd12-d095-4063-9590-047d0ef1fce2" providerId="ADAL" clId="{D72FB022-ACC1-432E-A309-C700CF44763B}" dt="2026-05-14T14:10:00.762" v="18746" actId="478"/>
          <ac:spMkLst>
            <pc:docMk/>
            <pc:sldMk cId="137722598" sldId="313"/>
            <ac:spMk id="8" creationId="{D2853FD1-B17F-F308-02FA-CE36BD486A05}"/>
          </ac:spMkLst>
        </pc:spChg>
        <pc:spChg chg="del">
          <ac:chgData name="Devita, Mariano" userId="790ddd12-d095-4063-9590-047d0ef1fce2" providerId="ADAL" clId="{D72FB022-ACC1-432E-A309-C700CF44763B}" dt="2026-05-14T14:11:45.330" v="18768" actId="478"/>
          <ac:spMkLst>
            <pc:docMk/>
            <pc:sldMk cId="137722598" sldId="313"/>
            <ac:spMk id="9" creationId="{FB66EF96-BF4C-C103-797A-E4991C0891DB}"/>
          </ac:spMkLst>
        </pc:spChg>
        <pc:spChg chg="add mod">
          <ac:chgData name="Devita, Mariano" userId="790ddd12-d095-4063-9590-047d0ef1fce2" providerId="ADAL" clId="{D72FB022-ACC1-432E-A309-C700CF44763B}" dt="2026-05-14T14:11:02.704" v="18757"/>
          <ac:spMkLst>
            <pc:docMk/>
            <pc:sldMk cId="137722598" sldId="313"/>
            <ac:spMk id="11" creationId="{77B11687-BFD2-A31A-B282-8C2EA81A798F}"/>
          </ac:spMkLst>
        </pc:spChg>
        <pc:spChg chg="add mod">
          <ac:chgData name="Devita, Mariano" userId="790ddd12-d095-4063-9590-047d0ef1fce2" providerId="ADAL" clId="{D72FB022-ACC1-432E-A309-C700CF44763B}" dt="2026-05-14T14:11:42.901" v="18767" actId="1076"/>
          <ac:spMkLst>
            <pc:docMk/>
            <pc:sldMk cId="137722598" sldId="313"/>
            <ac:spMk id="12" creationId="{DEE4F148-C0E9-CD94-F94D-D8A90EA3F7C0}"/>
          </ac:spMkLst>
        </pc:spChg>
        <pc:spChg chg="add mod">
          <ac:chgData name="Devita, Mariano" userId="790ddd12-d095-4063-9590-047d0ef1fce2" providerId="ADAL" clId="{D72FB022-ACC1-432E-A309-C700CF44763B}" dt="2026-05-14T14:12:16.959" v="18775" actId="114"/>
          <ac:spMkLst>
            <pc:docMk/>
            <pc:sldMk cId="137722598" sldId="313"/>
            <ac:spMk id="13" creationId="{401185A3-E9A8-C572-4999-94E6F04CDC43}"/>
          </ac:spMkLst>
        </pc:spChg>
        <pc:spChg chg="del">
          <ac:chgData name="Devita, Mariano" userId="790ddd12-d095-4063-9590-047d0ef1fce2" providerId="ADAL" clId="{D72FB022-ACC1-432E-A309-C700CF44763B}" dt="2026-05-14T14:11:45.330" v="18768" actId="478"/>
          <ac:spMkLst>
            <pc:docMk/>
            <pc:sldMk cId="137722598" sldId="313"/>
            <ac:spMk id="31" creationId="{21593EAC-E6EF-652F-689B-A1F3BFD2A460}"/>
          </ac:spMkLst>
        </pc:spChg>
      </pc:sldChg>
      <pc:sldChg chg="addSp delSp modSp add mod">
        <pc:chgData name="Devita, Mariano" userId="790ddd12-d095-4063-9590-047d0ef1fce2" providerId="ADAL" clId="{D72FB022-ACC1-432E-A309-C700CF44763B}" dt="2026-05-14T18:50:37.783" v="24057" actId="20577"/>
        <pc:sldMkLst>
          <pc:docMk/>
          <pc:sldMk cId="4209105788" sldId="314"/>
        </pc:sldMkLst>
        <pc:spChg chg="add mod">
          <ac:chgData name="Devita, Mariano" userId="790ddd12-d095-4063-9590-047d0ef1fce2" providerId="ADAL" clId="{D72FB022-ACC1-432E-A309-C700CF44763B}" dt="2026-05-14T14:16:14.931" v="18791" actId="1076"/>
          <ac:spMkLst>
            <pc:docMk/>
            <pc:sldMk cId="4209105788" sldId="314"/>
            <ac:spMk id="5" creationId="{ED017E6C-8394-B5E7-7DC7-31F259003D68}"/>
          </ac:spMkLst>
        </pc:spChg>
        <pc:spChg chg="mod">
          <ac:chgData name="Devita, Mariano" userId="790ddd12-d095-4063-9590-047d0ef1fce2" providerId="ADAL" clId="{D72FB022-ACC1-432E-A309-C700CF44763B}" dt="2026-05-14T18:50:37.783" v="24057" actId="20577"/>
          <ac:spMkLst>
            <pc:docMk/>
            <pc:sldMk cId="4209105788" sldId="314"/>
            <ac:spMk id="6" creationId="{06BCCAAB-EFA5-93F9-5D39-98099157FE11}"/>
          </ac:spMkLst>
        </pc:spChg>
        <pc:spChg chg="add mod">
          <ac:chgData name="Devita, Mariano" userId="790ddd12-d095-4063-9590-047d0ef1fce2" providerId="ADAL" clId="{D72FB022-ACC1-432E-A309-C700CF44763B}" dt="2026-05-14T14:19:41.239" v="18834" actId="1076"/>
          <ac:spMkLst>
            <pc:docMk/>
            <pc:sldMk cId="4209105788" sldId="314"/>
            <ac:spMk id="7" creationId="{6D51159A-10D2-0042-2F80-DEDA8C351D15}"/>
          </ac:spMkLst>
        </pc:spChg>
        <pc:spChg chg="add mod">
          <ac:chgData name="Devita, Mariano" userId="790ddd12-d095-4063-9590-047d0ef1fce2" providerId="ADAL" clId="{D72FB022-ACC1-432E-A309-C700CF44763B}" dt="2026-05-14T14:19:45.470" v="18835" actId="1076"/>
          <ac:spMkLst>
            <pc:docMk/>
            <pc:sldMk cId="4209105788" sldId="314"/>
            <ac:spMk id="8" creationId="{129804CA-4843-2C94-3C50-6A0B4D92172B}"/>
          </ac:spMkLst>
        </pc:spChg>
        <pc:spChg chg="add mod">
          <ac:chgData name="Devita, Mariano" userId="790ddd12-d095-4063-9590-047d0ef1fce2" providerId="ADAL" clId="{D72FB022-ACC1-432E-A309-C700CF44763B}" dt="2026-05-14T14:21:19.488" v="18846" actId="1076"/>
          <ac:spMkLst>
            <pc:docMk/>
            <pc:sldMk cId="4209105788" sldId="314"/>
            <ac:spMk id="9" creationId="{CB08FF59-8CEE-5891-645C-635ED72150E9}"/>
          </ac:spMkLst>
        </pc:spChg>
        <pc:spChg chg="del">
          <ac:chgData name="Devita, Mariano" userId="790ddd12-d095-4063-9590-047d0ef1fce2" providerId="ADAL" clId="{D72FB022-ACC1-432E-A309-C700CF44763B}" dt="2026-05-14T14:16:08.458" v="18790" actId="478"/>
          <ac:spMkLst>
            <pc:docMk/>
            <pc:sldMk cId="4209105788" sldId="314"/>
            <ac:spMk id="11" creationId="{13D80E75-C83E-4D04-6811-560C49C3F3F8}"/>
          </ac:spMkLst>
        </pc:spChg>
        <pc:spChg chg="del">
          <ac:chgData name="Devita, Mariano" userId="790ddd12-d095-4063-9590-047d0ef1fce2" providerId="ADAL" clId="{D72FB022-ACC1-432E-A309-C700CF44763B}" dt="2026-05-14T14:16:08.458" v="18790" actId="478"/>
          <ac:spMkLst>
            <pc:docMk/>
            <pc:sldMk cId="4209105788" sldId="314"/>
            <ac:spMk id="12" creationId="{C3E13B6A-7A1B-E493-4327-658D43385FDE}"/>
          </ac:spMkLst>
        </pc:spChg>
        <pc:spChg chg="del">
          <ac:chgData name="Devita, Mariano" userId="790ddd12-d095-4063-9590-047d0ef1fce2" providerId="ADAL" clId="{D72FB022-ACC1-432E-A309-C700CF44763B}" dt="2026-05-14T14:16:08.458" v="18790" actId="478"/>
          <ac:spMkLst>
            <pc:docMk/>
            <pc:sldMk cId="4209105788" sldId="314"/>
            <ac:spMk id="13" creationId="{6059793F-51BB-B3B6-1ADF-46F216826924}"/>
          </ac:spMkLst>
        </pc:spChg>
      </pc:sldChg>
      <pc:sldChg chg="addSp modSp add mod ord">
        <pc:chgData name="Devita, Mariano" userId="790ddd12-d095-4063-9590-047d0ef1fce2" providerId="ADAL" clId="{D72FB022-ACC1-432E-A309-C700CF44763B}" dt="2026-05-14T14:28:58.862" v="18940" actId="20577"/>
        <pc:sldMkLst>
          <pc:docMk/>
          <pc:sldMk cId="2613686045" sldId="315"/>
        </pc:sldMkLst>
        <pc:spChg chg="add mod">
          <ac:chgData name="Devita, Mariano" userId="790ddd12-d095-4063-9590-047d0ef1fce2" providerId="ADAL" clId="{D72FB022-ACC1-432E-A309-C700CF44763B}" dt="2026-05-14T14:26:25.786" v="18856" actId="1076"/>
          <ac:spMkLst>
            <pc:docMk/>
            <pc:sldMk cId="2613686045" sldId="315"/>
            <ac:spMk id="5" creationId="{D8D66BC9-6B2A-6A8F-8CAE-7404B8657BD2}"/>
          </ac:spMkLst>
        </pc:spChg>
        <pc:spChg chg="mod">
          <ac:chgData name="Devita, Mariano" userId="790ddd12-d095-4063-9590-047d0ef1fce2" providerId="ADAL" clId="{D72FB022-ACC1-432E-A309-C700CF44763B}" dt="2026-05-14T14:28:58.862" v="18940" actId="20577"/>
          <ac:spMkLst>
            <pc:docMk/>
            <pc:sldMk cId="2613686045" sldId="315"/>
            <ac:spMk id="28" creationId="{ECC077FB-7C59-5EA7-5B11-8642A2C3618D}"/>
          </ac:spMkLst>
        </pc:spChg>
      </pc:sldChg>
      <pc:sldChg chg="modSp add mod">
        <pc:chgData name="Devita, Mariano" userId="790ddd12-d095-4063-9590-047d0ef1fce2" providerId="ADAL" clId="{D72FB022-ACC1-432E-A309-C700CF44763B}" dt="2026-05-14T15:14:37.752" v="21778" actId="1076"/>
        <pc:sldMkLst>
          <pc:docMk/>
          <pc:sldMk cId="330967881" sldId="316"/>
        </pc:sldMkLst>
        <pc:spChg chg="mod">
          <ac:chgData name="Devita, Mariano" userId="790ddd12-d095-4063-9590-047d0ef1fce2" providerId="ADAL" clId="{D72FB022-ACC1-432E-A309-C700CF44763B}" dt="2026-05-14T15:14:37.752" v="21778" actId="1076"/>
          <ac:spMkLst>
            <pc:docMk/>
            <pc:sldMk cId="330967881" sldId="316"/>
            <ac:spMk id="2" creationId="{5FEDF607-3095-5013-7EA2-B634F22C2031}"/>
          </ac:spMkLst>
        </pc:spChg>
      </pc:sldChg>
      <pc:sldChg chg="addSp modSp add mod modNotesTx">
        <pc:chgData name="Devita, Mariano" userId="790ddd12-d095-4063-9590-047d0ef1fce2" providerId="ADAL" clId="{D72FB022-ACC1-432E-A309-C700CF44763B}" dt="2026-05-14T15:21:43.391" v="22219" actId="20577"/>
        <pc:sldMkLst>
          <pc:docMk/>
          <pc:sldMk cId="2975234383" sldId="317"/>
        </pc:sldMkLst>
        <pc:spChg chg="mod">
          <ac:chgData name="Devita, Mariano" userId="790ddd12-d095-4063-9590-047d0ef1fce2" providerId="ADAL" clId="{D72FB022-ACC1-432E-A309-C700CF44763B}" dt="2026-05-14T15:21:43.391" v="22219" actId="20577"/>
          <ac:spMkLst>
            <pc:docMk/>
            <pc:sldMk cId="2975234383" sldId="317"/>
            <ac:spMk id="5" creationId="{15712C1D-ECC4-3565-A7BF-7502C92EF9AA}"/>
          </ac:spMkLst>
        </pc:spChg>
        <pc:picChg chg="add mod">
          <ac:chgData name="Devita, Mariano" userId="790ddd12-d095-4063-9590-047d0ef1fce2" providerId="ADAL" clId="{D72FB022-ACC1-432E-A309-C700CF44763B}" dt="2026-05-14T15:21:34.110" v="22217" actId="14100"/>
          <ac:picMkLst>
            <pc:docMk/>
            <pc:sldMk cId="2975234383" sldId="317"/>
            <ac:picMk id="7" creationId="{A2A0B1BF-9168-3CF0-A4C9-DDB7F252C419}"/>
          </ac:picMkLst>
        </pc:picChg>
      </pc:sldChg>
      <pc:sldChg chg="addSp modSp add mod">
        <pc:chgData name="Devita, Mariano" userId="790ddd12-d095-4063-9590-047d0ef1fce2" providerId="ADAL" clId="{D72FB022-ACC1-432E-A309-C700CF44763B}" dt="2026-05-14T16:32:42.709" v="23077" actId="20577"/>
        <pc:sldMkLst>
          <pc:docMk/>
          <pc:sldMk cId="4058396984" sldId="318"/>
        </pc:sldMkLst>
        <pc:spChg chg="mod">
          <ac:chgData name="Devita, Mariano" userId="790ddd12-d095-4063-9590-047d0ef1fce2" providerId="ADAL" clId="{D72FB022-ACC1-432E-A309-C700CF44763B}" dt="2026-05-14T16:32:42.709" v="23077" actId="20577"/>
          <ac:spMkLst>
            <pc:docMk/>
            <pc:sldMk cId="4058396984" sldId="318"/>
            <ac:spMk id="3" creationId="{B0C6405F-D01B-9EC7-7ADF-B240B648F894}"/>
          </ac:spMkLst>
        </pc:spChg>
        <pc:spChg chg="add mod">
          <ac:chgData name="Devita, Mariano" userId="790ddd12-d095-4063-9590-047d0ef1fce2" providerId="ADAL" clId="{D72FB022-ACC1-432E-A309-C700CF44763B}" dt="2026-05-14T16:22:25.200" v="23054" actId="114"/>
          <ac:spMkLst>
            <pc:docMk/>
            <pc:sldMk cId="4058396984" sldId="318"/>
            <ac:spMk id="5" creationId="{5E6B3B1D-6C16-8552-1ADA-7DD65F756536}"/>
          </ac:spMkLst>
        </pc:spChg>
        <pc:picChg chg="mod">
          <ac:chgData name="Devita, Mariano" userId="790ddd12-d095-4063-9590-047d0ef1fce2" providerId="ADAL" clId="{D72FB022-ACC1-432E-A309-C700CF44763B}" dt="2026-05-14T15:32:24.039" v="22849" actId="1076"/>
          <ac:picMkLst>
            <pc:docMk/>
            <pc:sldMk cId="4058396984" sldId="318"/>
            <ac:picMk id="7" creationId="{3A9B78D2-3213-DAC4-BE9F-349D36699876}"/>
          </ac:picMkLst>
        </pc:picChg>
      </pc:sldChg>
      <pc:sldChg chg="addSp delSp modSp add mod delAnim modAnim">
        <pc:chgData name="Devita, Mariano" userId="790ddd12-d095-4063-9590-047d0ef1fce2" providerId="ADAL" clId="{D72FB022-ACC1-432E-A309-C700CF44763B}" dt="2026-05-14T15:57:44.896" v="23045" actId="20577"/>
        <pc:sldMkLst>
          <pc:docMk/>
          <pc:sldMk cId="1811324783" sldId="319"/>
        </pc:sldMkLst>
        <pc:spChg chg="mod">
          <ac:chgData name="Devita, Mariano" userId="790ddd12-d095-4063-9590-047d0ef1fce2" providerId="ADAL" clId="{D72FB022-ACC1-432E-A309-C700CF44763B}" dt="2026-05-14T15:36:00.253" v="22903" actId="20577"/>
          <ac:spMkLst>
            <pc:docMk/>
            <pc:sldMk cId="1811324783" sldId="319"/>
            <ac:spMk id="5" creationId="{D4757560-240C-77CE-6975-EE446CA0CB32}"/>
          </ac:spMkLst>
        </pc:spChg>
        <pc:spChg chg="add del">
          <ac:chgData name="Devita, Mariano" userId="790ddd12-d095-4063-9590-047d0ef1fce2" providerId="ADAL" clId="{D72FB022-ACC1-432E-A309-C700CF44763B}" dt="2026-05-14T15:36:14.622" v="22905" actId="478"/>
          <ac:spMkLst>
            <pc:docMk/>
            <pc:sldMk cId="1811324783" sldId="319"/>
            <ac:spMk id="6" creationId="{4CF0160E-5183-9BD4-8DD7-24EEA69F4DB3}"/>
          </ac:spMkLst>
        </pc:spChg>
        <pc:spChg chg="add mod">
          <ac:chgData name="Devita, Mariano" userId="790ddd12-d095-4063-9590-047d0ef1fce2" providerId="ADAL" clId="{D72FB022-ACC1-432E-A309-C700CF44763B}" dt="2026-05-14T15:36:30.968" v="22907" actId="1076"/>
          <ac:spMkLst>
            <pc:docMk/>
            <pc:sldMk cId="1811324783" sldId="319"/>
            <ac:spMk id="14" creationId="{7566083F-2BB1-85CF-8FB2-97A033FF1CA5}"/>
          </ac:spMkLst>
        </pc:spChg>
        <pc:spChg chg="del">
          <ac:chgData name="Devita, Mariano" userId="790ddd12-d095-4063-9590-047d0ef1fce2" providerId="ADAL" clId="{D72FB022-ACC1-432E-A309-C700CF44763B}" dt="2026-05-14T15:38:48.785" v="22936" actId="478"/>
          <ac:spMkLst>
            <pc:docMk/>
            <pc:sldMk cId="1811324783" sldId="319"/>
            <ac:spMk id="16" creationId="{761AB4C5-6912-C5F3-7760-48A5682123C0}"/>
          </ac:spMkLst>
        </pc:spChg>
        <pc:spChg chg="mod">
          <ac:chgData name="Devita, Mariano" userId="790ddd12-d095-4063-9590-047d0ef1fce2" providerId="ADAL" clId="{D72FB022-ACC1-432E-A309-C700CF44763B}" dt="2026-05-14T15:37:59.483" v="22923" actId="1076"/>
          <ac:spMkLst>
            <pc:docMk/>
            <pc:sldMk cId="1811324783" sldId="319"/>
            <ac:spMk id="17" creationId="{1F0F11BD-7AD8-DA34-D060-4C399394751C}"/>
          </ac:spMkLst>
        </pc:spChg>
        <pc:spChg chg="del mod">
          <ac:chgData name="Devita, Mariano" userId="790ddd12-d095-4063-9590-047d0ef1fce2" providerId="ADAL" clId="{D72FB022-ACC1-432E-A309-C700CF44763B}" dt="2026-05-14T15:38:23.012" v="22927" actId="478"/>
          <ac:spMkLst>
            <pc:docMk/>
            <pc:sldMk cId="1811324783" sldId="319"/>
            <ac:spMk id="18" creationId="{62CF9AC4-C9E5-10FF-F278-4A64592590EB}"/>
          </ac:spMkLst>
        </pc:spChg>
        <pc:spChg chg="del">
          <ac:chgData name="Devita, Mariano" userId="790ddd12-d095-4063-9590-047d0ef1fce2" providerId="ADAL" clId="{D72FB022-ACC1-432E-A309-C700CF44763B}" dt="2026-05-14T15:38:07.134" v="22924" actId="478"/>
          <ac:spMkLst>
            <pc:docMk/>
            <pc:sldMk cId="1811324783" sldId="319"/>
            <ac:spMk id="19" creationId="{453C8D74-7A44-CF62-526A-DC76D8F826FF}"/>
          </ac:spMkLst>
        </pc:spChg>
        <pc:spChg chg="add del mod">
          <ac:chgData name="Devita, Mariano" userId="790ddd12-d095-4063-9590-047d0ef1fce2" providerId="ADAL" clId="{D72FB022-ACC1-432E-A309-C700CF44763B}" dt="2026-05-14T15:38:48.785" v="22936" actId="478"/>
          <ac:spMkLst>
            <pc:docMk/>
            <pc:sldMk cId="1811324783" sldId="319"/>
            <ac:spMk id="20" creationId="{0B660EA6-741A-DDEB-568B-77B525ECAEAD}"/>
          </ac:spMkLst>
        </pc:spChg>
        <pc:spChg chg="del">
          <ac:chgData name="Devita, Mariano" userId="790ddd12-d095-4063-9590-047d0ef1fce2" providerId="ADAL" clId="{D72FB022-ACC1-432E-A309-C700CF44763B}" dt="2026-05-14T15:37:36.874" v="22918" actId="478"/>
          <ac:spMkLst>
            <pc:docMk/>
            <pc:sldMk cId="1811324783" sldId="319"/>
            <ac:spMk id="21" creationId="{D0B0BBB3-C416-78A4-5A67-973AACED036E}"/>
          </ac:spMkLst>
        </pc:spChg>
        <pc:spChg chg="del">
          <ac:chgData name="Devita, Mariano" userId="790ddd12-d095-4063-9590-047d0ef1fce2" providerId="ADAL" clId="{D72FB022-ACC1-432E-A309-C700CF44763B}" dt="2026-05-14T15:38:48.785" v="22936" actId="478"/>
          <ac:spMkLst>
            <pc:docMk/>
            <pc:sldMk cId="1811324783" sldId="319"/>
            <ac:spMk id="22" creationId="{77F437FE-5E12-D61C-E24E-6DB323376C8B}"/>
          </ac:spMkLst>
        </pc:spChg>
        <pc:spChg chg="del">
          <ac:chgData name="Devita, Mariano" userId="790ddd12-d095-4063-9590-047d0ef1fce2" providerId="ADAL" clId="{D72FB022-ACC1-432E-A309-C700CF44763B}" dt="2026-05-14T15:38:48.785" v="22936" actId="478"/>
          <ac:spMkLst>
            <pc:docMk/>
            <pc:sldMk cId="1811324783" sldId="319"/>
            <ac:spMk id="23" creationId="{C2A508C2-598B-7657-B3B8-BBE918D9B8BA}"/>
          </ac:spMkLst>
        </pc:spChg>
        <pc:spChg chg="del">
          <ac:chgData name="Devita, Mariano" userId="790ddd12-d095-4063-9590-047d0ef1fce2" providerId="ADAL" clId="{D72FB022-ACC1-432E-A309-C700CF44763B}" dt="2026-05-14T15:38:48.785" v="22936" actId="478"/>
          <ac:spMkLst>
            <pc:docMk/>
            <pc:sldMk cId="1811324783" sldId="319"/>
            <ac:spMk id="25" creationId="{10B80833-01C2-2A93-9302-0C3862C346BB}"/>
          </ac:spMkLst>
        </pc:spChg>
        <pc:spChg chg="del">
          <ac:chgData name="Devita, Mariano" userId="790ddd12-d095-4063-9590-047d0ef1fce2" providerId="ADAL" clId="{D72FB022-ACC1-432E-A309-C700CF44763B}" dt="2026-05-14T15:38:48.785" v="22936" actId="478"/>
          <ac:spMkLst>
            <pc:docMk/>
            <pc:sldMk cId="1811324783" sldId="319"/>
            <ac:spMk id="26" creationId="{AB4F03CC-0331-E463-4AF8-671AD13AE265}"/>
          </ac:spMkLst>
        </pc:spChg>
        <pc:spChg chg="del mod">
          <ac:chgData name="Devita, Mariano" userId="790ddd12-d095-4063-9590-047d0ef1fce2" providerId="ADAL" clId="{D72FB022-ACC1-432E-A309-C700CF44763B}" dt="2026-05-14T15:38:37.822" v="22934" actId="478"/>
          <ac:spMkLst>
            <pc:docMk/>
            <pc:sldMk cId="1811324783" sldId="319"/>
            <ac:spMk id="27" creationId="{2BE62C94-D3D8-C32E-8B6C-C9FC988F16FE}"/>
          </ac:spMkLst>
        </pc:spChg>
        <pc:spChg chg="add del mod">
          <ac:chgData name="Devita, Mariano" userId="790ddd12-d095-4063-9590-047d0ef1fce2" providerId="ADAL" clId="{D72FB022-ACC1-432E-A309-C700CF44763B}" dt="2026-05-14T15:38:37.822" v="22934" actId="478"/>
          <ac:spMkLst>
            <pc:docMk/>
            <pc:sldMk cId="1811324783" sldId="319"/>
            <ac:spMk id="28" creationId="{D63A0EA1-269A-7CA5-FA35-9791640A02F5}"/>
          </ac:spMkLst>
        </pc:spChg>
        <pc:spChg chg="del">
          <ac:chgData name="Devita, Mariano" userId="790ddd12-d095-4063-9590-047d0ef1fce2" providerId="ADAL" clId="{D72FB022-ACC1-432E-A309-C700CF44763B}" dt="2026-05-14T15:38:37.822" v="22934" actId="478"/>
          <ac:spMkLst>
            <pc:docMk/>
            <pc:sldMk cId="1811324783" sldId="319"/>
            <ac:spMk id="29" creationId="{D431E867-7994-B8C5-21B4-FF7231C0EA0C}"/>
          </ac:spMkLst>
        </pc:spChg>
        <pc:spChg chg="add del mod">
          <ac:chgData name="Devita, Mariano" userId="790ddd12-d095-4063-9590-047d0ef1fce2" providerId="ADAL" clId="{D72FB022-ACC1-432E-A309-C700CF44763B}" dt="2026-05-14T15:38:07.134" v="22924" actId="478"/>
          <ac:spMkLst>
            <pc:docMk/>
            <pc:sldMk cId="1811324783" sldId="319"/>
            <ac:spMk id="30" creationId="{59D1FED0-73EB-C7C5-3BDB-10FCBE0F6436}"/>
          </ac:spMkLst>
        </pc:spChg>
        <pc:spChg chg="del">
          <ac:chgData name="Devita, Mariano" userId="790ddd12-d095-4063-9590-047d0ef1fce2" providerId="ADAL" clId="{D72FB022-ACC1-432E-A309-C700CF44763B}" dt="2026-05-14T15:38:07.134" v="22924" actId="478"/>
          <ac:spMkLst>
            <pc:docMk/>
            <pc:sldMk cId="1811324783" sldId="319"/>
            <ac:spMk id="31" creationId="{1CD7252E-F5C1-8346-2E07-3F6859028AB0}"/>
          </ac:spMkLst>
        </pc:spChg>
        <pc:spChg chg="del">
          <ac:chgData name="Devita, Mariano" userId="790ddd12-d095-4063-9590-047d0ef1fce2" providerId="ADAL" clId="{D72FB022-ACC1-432E-A309-C700CF44763B}" dt="2026-05-14T15:38:07.134" v="22924" actId="478"/>
          <ac:spMkLst>
            <pc:docMk/>
            <pc:sldMk cId="1811324783" sldId="319"/>
            <ac:spMk id="32" creationId="{D724EC96-E499-4862-A270-2BB777D6BB5D}"/>
          </ac:spMkLst>
        </pc:spChg>
        <pc:spChg chg="del">
          <ac:chgData name="Devita, Mariano" userId="790ddd12-d095-4063-9590-047d0ef1fce2" providerId="ADAL" clId="{D72FB022-ACC1-432E-A309-C700CF44763B}" dt="2026-05-14T15:38:07.134" v="22924" actId="478"/>
          <ac:spMkLst>
            <pc:docMk/>
            <pc:sldMk cId="1811324783" sldId="319"/>
            <ac:spMk id="33" creationId="{005F46FF-FE1E-FDA1-0C76-DBADB8B6C663}"/>
          </ac:spMkLst>
        </pc:spChg>
        <pc:spChg chg="del">
          <ac:chgData name="Devita, Mariano" userId="790ddd12-d095-4063-9590-047d0ef1fce2" providerId="ADAL" clId="{D72FB022-ACC1-432E-A309-C700CF44763B}" dt="2026-05-14T15:38:07.134" v="22924" actId="478"/>
          <ac:spMkLst>
            <pc:docMk/>
            <pc:sldMk cId="1811324783" sldId="319"/>
            <ac:spMk id="34" creationId="{388AD6F3-C669-189D-42C2-B20D8D0E0CD8}"/>
          </ac:spMkLst>
        </pc:spChg>
        <pc:spChg chg="del">
          <ac:chgData name="Devita, Mariano" userId="790ddd12-d095-4063-9590-047d0ef1fce2" providerId="ADAL" clId="{D72FB022-ACC1-432E-A309-C700CF44763B}" dt="2026-05-14T15:38:23.012" v="22927" actId="478"/>
          <ac:spMkLst>
            <pc:docMk/>
            <pc:sldMk cId="1811324783" sldId="319"/>
            <ac:spMk id="35" creationId="{C58F7919-8685-9875-84AD-3DF3A73E9F18}"/>
          </ac:spMkLst>
        </pc:spChg>
        <pc:spChg chg="add del mod">
          <ac:chgData name="Devita, Mariano" userId="790ddd12-d095-4063-9590-047d0ef1fce2" providerId="ADAL" clId="{D72FB022-ACC1-432E-A309-C700CF44763B}" dt="2026-05-14T15:38:23.012" v="22927" actId="478"/>
          <ac:spMkLst>
            <pc:docMk/>
            <pc:sldMk cId="1811324783" sldId="319"/>
            <ac:spMk id="36" creationId="{BEE4512A-3F13-65A2-035A-0AB24A5F64A7}"/>
          </ac:spMkLst>
        </pc:spChg>
        <pc:spChg chg="del">
          <ac:chgData name="Devita, Mariano" userId="790ddd12-d095-4063-9590-047d0ef1fce2" providerId="ADAL" clId="{D72FB022-ACC1-432E-A309-C700CF44763B}" dt="2026-05-14T15:37:36.874" v="22918" actId="478"/>
          <ac:spMkLst>
            <pc:docMk/>
            <pc:sldMk cId="1811324783" sldId="319"/>
            <ac:spMk id="37" creationId="{DC9456A3-F434-F562-C60E-52533D54DD35}"/>
          </ac:spMkLst>
        </pc:spChg>
        <pc:spChg chg="add del mod">
          <ac:chgData name="Devita, Mariano" userId="790ddd12-d095-4063-9590-047d0ef1fce2" providerId="ADAL" clId="{D72FB022-ACC1-432E-A309-C700CF44763B}" dt="2026-05-14T15:37:36.874" v="22918" actId="478"/>
          <ac:spMkLst>
            <pc:docMk/>
            <pc:sldMk cId="1811324783" sldId="319"/>
            <ac:spMk id="38" creationId="{C90E5804-9DBF-F9C1-7EB7-D15C3222AC73}"/>
          </ac:spMkLst>
        </pc:spChg>
        <pc:spChg chg="add del mod">
          <ac:chgData name="Devita, Mariano" userId="790ddd12-d095-4063-9590-047d0ef1fce2" providerId="ADAL" clId="{D72FB022-ACC1-432E-A309-C700CF44763B}" dt="2026-05-14T15:37:36.874" v="22918" actId="478"/>
          <ac:spMkLst>
            <pc:docMk/>
            <pc:sldMk cId="1811324783" sldId="319"/>
            <ac:spMk id="39" creationId="{2A31355C-FB19-8AF0-AB55-7E3B34632653}"/>
          </ac:spMkLst>
        </pc:spChg>
        <pc:spChg chg="del">
          <ac:chgData name="Devita, Mariano" userId="790ddd12-d095-4063-9590-047d0ef1fce2" providerId="ADAL" clId="{D72FB022-ACC1-432E-A309-C700CF44763B}" dt="2026-05-14T15:38:07.134" v="22924" actId="478"/>
          <ac:spMkLst>
            <pc:docMk/>
            <pc:sldMk cId="1811324783" sldId="319"/>
            <ac:spMk id="41" creationId="{E0F321E3-7DAD-79A8-5D6F-534D6CFF6C0A}"/>
          </ac:spMkLst>
        </pc:spChg>
        <pc:spChg chg="del">
          <ac:chgData name="Devita, Mariano" userId="790ddd12-d095-4063-9590-047d0ef1fce2" providerId="ADAL" clId="{D72FB022-ACC1-432E-A309-C700CF44763B}" dt="2026-05-14T15:38:23.012" v="22927" actId="478"/>
          <ac:spMkLst>
            <pc:docMk/>
            <pc:sldMk cId="1811324783" sldId="319"/>
            <ac:spMk id="42" creationId="{6B4A8579-466C-6E61-618A-5C7A68770639}"/>
          </ac:spMkLst>
        </pc:spChg>
        <pc:spChg chg="del">
          <ac:chgData name="Devita, Mariano" userId="790ddd12-d095-4063-9590-047d0ef1fce2" providerId="ADAL" clId="{D72FB022-ACC1-432E-A309-C700CF44763B}" dt="2026-05-14T15:38:37.822" v="22934" actId="478"/>
          <ac:spMkLst>
            <pc:docMk/>
            <pc:sldMk cId="1811324783" sldId="319"/>
            <ac:spMk id="44" creationId="{64F01826-0230-367A-6138-FF1B1587881E}"/>
          </ac:spMkLst>
        </pc:spChg>
        <pc:spChg chg="del">
          <ac:chgData name="Devita, Mariano" userId="790ddd12-d095-4063-9590-047d0ef1fce2" providerId="ADAL" clId="{D72FB022-ACC1-432E-A309-C700CF44763B}" dt="2026-05-14T15:37:36.874" v="22918" actId="478"/>
          <ac:spMkLst>
            <pc:docMk/>
            <pc:sldMk cId="1811324783" sldId="319"/>
            <ac:spMk id="45" creationId="{CC796D84-7B60-125D-5FE4-50EDDF24DF4B}"/>
          </ac:spMkLst>
        </pc:spChg>
        <pc:spChg chg="del">
          <ac:chgData name="Devita, Mariano" userId="790ddd12-d095-4063-9590-047d0ef1fce2" providerId="ADAL" clId="{D72FB022-ACC1-432E-A309-C700CF44763B}" dt="2026-05-14T15:37:36.874" v="22918" actId="478"/>
          <ac:spMkLst>
            <pc:docMk/>
            <pc:sldMk cId="1811324783" sldId="319"/>
            <ac:spMk id="46" creationId="{16648013-E3BE-3B7F-9202-8D94EBC971C8}"/>
          </ac:spMkLst>
        </pc:spChg>
        <pc:spChg chg="del">
          <ac:chgData name="Devita, Mariano" userId="790ddd12-d095-4063-9590-047d0ef1fce2" providerId="ADAL" clId="{D72FB022-ACC1-432E-A309-C700CF44763B}" dt="2026-05-14T15:37:39.206" v="22919" actId="478"/>
          <ac:spMkLst>
            <pc:docMk/>
            <pc:sldMk cId="1811324783" sldId="319"/>
            <ac:spMk id="47" creationId="{9CA3B80E-0F41-EAFC-FEAA-2459D4BD8D43}"/>
          </ac:spMkLst>
        </pc:spChg>
        <pc:spChg chg="del">
          <ac:chgData name="Devita, Mariano" userId="790ddd12-d095-4063-9590-047d0ef1fce2" providerId="ADAL" clId="{D72FB022-ACC1-432E-A309-C700CF44763B}" dt="2026-05-14T15:38:07.134" v="22924" actId="478"/>
          <ac:spMkLst>
            <pc:docMk/>
            <pc:sldMk cId="1811324783" sldId="319"/>
            <ac:spMk id="50" creationId="{6533BCBA-D80C-25FB-968A-0F579C9F276A}"/>
          </ac:spMkLst>
        </pc:spChg>
        <pc:spChg chg="del">
          <ac:chgData name="Devita, Mariano" userId="790ddd12-d095-4063-9590-047d0ef1fce2" providerId="ADAL" clId="{D72FB022-ACC1-432E-A309-C700CF44763B}" dt="2026-05-14T15:38:23.012" v="22927" actId="478"/>
          <ac:spMkLst>
            <pc:docMk/>
            <pc:sldMk cId="1811324783" sldId="319"/>
            <ac:spMk id="51" creationId="{76656B31-0228-B05A-3189-B46AE7789ADA}"/>
          </ac:spMkLst>
        </pc:spChg>
        <pc:spChg chg="del">
          <ac:chgData name="Devita, Mariano" userId="790ddd12-d095-4063-9590-047d0ef1fce2" providerId="ADAL" clId="{D72FB022-ACC1-432E-A309-C700CF44763B}" dt="2026-05-14T15:38:48.785" v="22936" actId="478"/>
          <ac:spMkLst>
            <pc:docMk/>
            <pc:sldMk cId="1811324783" sldId="319"/>
            <ac:spMk id="52" creationId="{E3F23A58-BD90-C264-F014-F7E2F98B840F}"/>
          </ac:spMkLst>
        </pc:spChg>
        <pc:spChg chg="add del mod">
          <ac:chgData name="Devita, Mariano" userId="790ddd12-d095-4063-9590-047d0ef1fce2" providerId="ADAL" clId="{D72FB022-ACC1-432E-A309-C700CF44763B}" dt="2026-05-14T15:38:07.134" v="22924" actId="478"/>
          <ac:spMkLst>
            <pc:docMk/>
            <pc:sldMk cId="1811324783" sldId="319"/>
            <ac:spMk id="55" creationId="{B09873CD-0552-71D7-E328-33E3EDBDFFC5}"/>
          </ac:spMkLst>
        </pc:spChg>
        <pc:spChg chg="del">
          <ac:chgData name="Devita, Mariano" userId="790ddd12-d095-4063-9590-047d0ef1fce2" providerId="ADAL" clId="{D72FB022-ACC1-432E-A309-C700CF44763B}" dt="2026-05-14T15:38:37.822" v="22934" actId="478"/>
          <ac:spMkLst>
            <pc:docMk/>
            <pc:sldMk cId="1811324783" sldId="319"/>
            <ac:spMk id="56" creationId="{ED1C9720-DFD1-C1D3-EC07-FEBEEE5A2DE1}"/>
          </ac:spMkLst>
        </pc:spChg>
        <pc:spChg chg="del">
          <ac:chgData name="Devita, Mariano" userId="790ddd12-d095-4063-9590-047d0ef1fce2" providerId="ADAL" clId="{D72FB022-ACC1-432E-A309-C700CF44763B}" dt="2026-05-14T15:38:48.785" v="22936" actId="478"/>
          <ac:spMkLst>
            <pc:docMk/>
            <pc:sldMk cId="1811324783" sldId="319"/>
            <ac:spMk id="57" creationId="{EC2662FD-F8D4-5AFE-D60D-AC02EAD91CCC}"/>
          </ac:spMkLst>
        </pc:spChg>
        <pc:spChg chg="del">
          <ac:chgData name="Devita, Mariano" userId="790ddd12-d095-4063-9590-047d0ef1fce2" providerId="ADAL" clId="{D72FB022-ACC1-432E-A309-C700CF44763B}" dt="2026-05-14T15:38:23.012" v="22927" actId="478"/>
          <ac:spMkLst>
            <pc:docMk/>
            <pc:sldMk cId="1811324783" sldId="319"/>
            <ac:spMk id="59" creationId="{0A76A86B-D5F0-444D-E6DF-E32698977B62}"/>
          </ac:spMkLst>
        </pc:spChg>
        <pc:spChg chg="del">
          <ac:chgData name="Devita, Mariano" userId="790ddd12-d095-4063-9590-047d0ef1fce2" providerId="ADAL" clId="{D72FB022-ACC1-432E-A309-C700CF44763B}" dt="2026-05-14T15:37:36.874" v="22918" actId="478"/>
          <ac:spMkLst>
            <pc:docMk/>
            <pc:sldMk cId="1811324783" sldId="319"/>
            <ac:spMk id="60" creationId="{5032E09D-1D99-FC5E-D886-8EAAAFF79EDB}"/>
          </ac:spMkLst>
        </pc:spChg>
        <pc:spChg chg="del">
          <ac:chgData name="Devita, Mariano" userId="790ddd12-d095-4063-9590-047d0ef1fce2" providerId="ADAL" clId="{D72FB022-ACC1-432E-A309-C700CF44763B}" dt="2026-05-14T15:38:07.134" v="22924" actId="478"/>
          <ac:spMkLst>
            <pc:docMk/>
            <pc:sldMk cId="1811324783" sldId="319"/>
            <ac:spMk id="61" creationId="{F7D5796B-A447-C405-522D-4E57F740FC19}"/>
          </ac:spMkLst>
        </pc:spChg>
        <pc:spChg chg="del">
          <ac:chgData name="Devita, Mariano" userId="790ddd12-d095-4063-9590-047d0ef1fce2" providerId="ADAL" clId="{D72FB022-ACC1-432E-A309-C700CF44763B}" dt="2026-05-14T15:37:36.874" v="22918" actId="478"/>
          <ac:spMkLst>
            <pc:docMk/>
            <pc:sldMk cId="1811324783" sldId="319"/>
            <ac:spMk id="62" creationId="{B57AC484-1020-7D36-1907-20BC88F09D1A}"/>
          </ac:spMkLst>
        </pc:spChg>
        <pc:spChg chg="add del mod">
          <ac:chgData name="Devita, Mariano" userId="790ddd12-d095-4063-9590-047d0ef1fce2" providerId="ADAL" clId="{D72FB022-ACC1-432E-A309-C700CF44763B}" dt="2026-05-14T15:38:23.012" v="22927" actId="478"/>
          <ac:spMkLst>
            <pc:docMk/>
            <pc:sldMk cId="1811324783" sldId="319"/>
            <ac:spMk id="65" creationId="{01F800B5-B85D-32D7-E7DB-29553767966D}"/>
          </ac:spMkLst>
        </pc:spChg>
        <pc:spChg chg="del">
          <ac:chgData name="Devita, Mariano" userId="790ddd12-d095-4063-9590-047d0ef1fce2" providerId="ADAL" clId="{D72FB022-ACC1-432E-A309-C700CF44763B}" dt="2026-05-14T15:38:37.822" v="22934" actId="478"/>
          <ac:spMkLst>
            <pc:docMk/>
            <pc:sldMk cId="1811324783" sldId="319"/>
            <ac:spMk id="66" creationId="{EEABDE3C-3E3A-EEDD-AD02-64B2AB910608}"/>
          </ac:spMkLst>
        </pc:spChg>
        <pc:spChg chg="add del mod">
          <ac:chgData name="Devita, Mariano" userId="790ddd12-d095-4063-9590-047d0ef1fce2" providerId="ADAL" clId="{D72FB022-ACC1-432E-A309-C700CF44763B}" dt="2026-05-14T15:37:36.874" v="22918" actId="478"/>
          <ac:spMkLst>
            <pc:docMk/>
            <pc:sldMk cId="1811324783" sldId="319"/>
            <ac:spMk id="67" creationId="{2AA15268-31A9-6051-FF2F-2778C0E9467B}"/>
          </ac:spMkLst>
        </pc:spChg>
        <pc:spChg chg="del">
          <ac:chgData name="Devita, Mariano" userId="790ddd12-d095-4063-9590-047d0ef1fce2" providerId="ADAL" clId="{D72FB022-ACC1-432E-A309-C700CF44763B}" dt="2026-05-14T15:37:36.874" v="22918" actId="478"/>
          <ac:spMkLst>
            <pc:docMk/>
            <pc:sldMk cId="1811324783" sldId="319"/>
            <ac:spMk id="68" creationId="{BA1B087D-9569-6508-20EF-E3B971177CFE}"/>
          </ac:spMkLst>
        </pc:spChg>
        <pc:spChg chg="del">
          <ac:chgData name="Devita, Mariano" userId="790ddd12-d095-4063-9590-047d0ef1fce2" providerId="ADAL" clId="{D72FB022-ACC1-432E-A309-C700CF44763B}" dt="2026-05-14T15:38:48.785" v="22936" actId="478"/>
          <ac:spMkLst>
            <pc:docMk/>
            <pc:sldMk cId="1811324783" sldId="319"/>
            <ac:spMk id="69" creationId="{B83E0E58-E5F3-E376-B3C3-91A2BBF8044C}"/>
          </ac:spMkLst>
        </pc:spChg>
        <pc:spChg chg="del">
          <ac:chgData name="Devita, Mariano" userId="790ddd12-d095-4063-9590-047d0ef1fce2" providerId="ADAL" clId="{D72FB022-ACC1-432E-A309-C700CF44763B}" dt="2026-05-14T15:38:48.785" v="22936" actId="478"/>
          <ac:spMkLst>
            <pc:docMk/>
            <pc:sldMk cId="1811324783" sldId="319"/>
            <ac:spMk id="70" creationId="{C5E644F0-1FD0-3878-B756-10D0FC7E443A}"/>
          </ac:spMkLst>
        </pc:spChg>
        <pc:spChg chg="add mod">
          <ac:chgData name="Devita, Mariano" userId="790ddd12-d095-4063-9590-047d0ef1fce2" providerId="ADAL" clId="{D72FB022-ACC1-432E-A309-C700CF44763B}" dt="2026-05-14T15:39:51.367" v="22943" actId="1076"/>
          <ac:spMkLst>
            <pc:docMk/>
            <pc:sldMk cId="1811324783" sldId="319"/>
            <ac:spMk id="71" creationId="{68C2145F-6146-B0AB-3C68-470D745E02E1}"/>
          </ac:spMkLst>
        </pc:spChg>
        <pc:spChg chg="add mod">
          <ac:chgData name="Devita, Mariano" userId="790ddd12-d095-4063-9590-047d0ef1fce2" providerId="ADAL" clId="{D72FB022-ACC1-432E-A309-C700CF44763B}" dt="2026-05-14T15:39:31.691" v="22940" actId="1076"/>
          <ac:spMkLst>
            <pc:docMk/>
            <pc:sldMk cId="1811324783" sldId="319"/>
            <ac:spMk id="72" creationId="{4AFA7BDE-9B55-5C7B-7FB7-2FCD5C6BAD31}"/>
          </ac:spMkLst>
        </pc:spChg>
        <pc:spChg chg="add mod">
          <ac:chgData name="Devita, Mariano" userId="790ddd12-d095-4063-9590-047d0ef1fce2" providerId="ADAL" clId="{D72FB022-ACC1-432E-A309-C700CF44763B}" dt="2026-05-14T15:39:38.741" v="22942" actId="1076"/>
          <ac:spMkLst>
            <pc:docMk/>
            <pc:sldMk cId="1811324783" sldId="319"/>
            <ac:spMk id="73" creationId="{2CBC7CC5-3DE9-0D9B-BE1C-F9A63B91C0DF}"/>
          </ac:spMkLst>
        </pc:spChg>
        <pc:spChg chg="add mod">
          <ac:chgData name="Devita, Mariano" userId="790ddd12-d095-4063-9590-047d0ef1fce2" providerId="ADAL" clId="{D72FB022-ACC1-432E-A309-C700CF44763B}" dt="2026-05-14T15:39:57" v="22945" actId="20577"/>
          <ac:spMkLst>
            <pc:docMk/>
            <pc:sldMk cId="1811324783" sldId="319"/>
            <ac:spMk id="74" creationId="{FD41A47A-F53E-BE37-8CC5-5487C7580401}"/>
          </ac:spMkLst>
        </pc:spChg>
        <pc:spChg chg="add mod">
          <ac:chgData name="Devita, Mariano" userId="790ddd12-d095-4063-9590-047d0ef1fce2" providerId="ADAL" clId="{D72FB022-ACC1-432E-A309-C700CF44763B}" dt="2026-05-14T15:40:21.276" v="22946" actId="571"/>
          <ac:spMkLst>
            <pc:docMk/>
            <pc:sldMk cId="1811324783" sldId="319"/>
            <ac:spMk id="75" creationId="{3C9F2C09-201F-2801-1C4F-83ABA47B8622}"/>
          </ac:spMkLst>
        </pc:spChg>
        <pc:spChg chg="add mod">
          <ac:chgData name="Devita, Mariano" userId="790ddd12-d095-4063-9590-047d0ef1fce2" providerId="ADAL" clId="{D72FB022-ACC1-432E-A309-C700CF44763B}" dt="2026-05-14T15:57:44.896" v="23045" actId="20577"/>
          <ac:spMkLst>
            <pc:docMk/>
            <pc:sldMk cId="1811324783" sldId="319"/>
            <ac:spMk id="76" creationId="{67E5AE9C-3C5E-50AF-9058-E9A7E7B50CAD}"/>
          </ac:spMkLst>
        </pc:spChg>
        <pc:cxnChg chg="mod">
          <ac:chgData name="Devita, Mariano" userId="790ddd12-d095-4063-9590-047d0ef1fce2" providerId="ADAL" clId="{D72FB022-ACC1-432E-A309-C700CF44763B}" dt="2026-05-14T15:57:10.427" v="22997" actId="14100"/>
          <ac:cxnSpMkLst>
            <pc:docMk/>
            <pc:sldMk cId="1811324783" sldId="319"/>
            <ac:cxnSpMk id="7" creationId="{1FCFCFCE-39F6-3B46-12C1-EF731A43138D}"/>
          </ac:cxnSpMkLst>
        </pc:cxnChg>
        <pc:cxnChg chg="mod">
          <ac:chgData name="Devita, Mariano" userId="790ddd12-d095-4063-9590-047d0ef1fce2" providerId="ADAL" clId="{D72FB022-ACC1-432E-A309-C700CF44763B}" dt="2026-05-14T15:57:10.427" v="22997" actId="14100"/>
          <ac:cxnSpMkLst>
            <pc:docMk/>
            <pc:sldMk cId="1811324783" sldId="319"/>
            <ac:cxnSpMk id="9" creationId="{3EA9D559-D978-C69B-23DE-58A4BD4F601F}"/>
          </ac:cxnSpMkLst>
        </pc:cxnChg>
        <pc:cxnChg chg="mod">
          <ac:chgData name="Devita, Mariano" userId="790ddd12-d095-4063-9590-047d0ef1fce2" providerId="ADAL" clId="{D72FB022-ACC1-432E-A309-C700CF44763B}" dt="2026-05-14T15:57:10.427" v="22997" actId="14100"/>
          <ac:cxnSpMkLst>
            <pc:docMk/>
            <pc:sldMk cId="1811324783" sldId="319"/>
            <ac:cxnSpMk id="11" creationId="{27583F4E-9DFD-32F8-A91D-9642C940CF7C}"/>
          </ac:cxnSpMkLst>
        </pc:cxnChg>
      </pc:sldChg>
      <pc:sldChg chg="delSp add del mod">
        <pc:chgData name="Devita, Mariano" userId="790ddd12-d095-4063-9590-047d0ef1fce2" providerId="ADAL" clId="{D72FB022-ACC1-432E-A309-C700CF44763B}" dt="2026-05-14T16:32:49.566" v="23079" actId="47"/>
        <pc:sldMkLst>
          <pc:docMk/>
          <pc:sldMk cId="2340777775" sldId="320"/>
        </pc:sldMkLst>
        <pc:picChg chg="del">
          <ac:chgData name="Devita, Mariano" userId="790ddd12-d095-4063-9590-047d0ef1fce2" providerId="ADAL" clId="{D72FB022-ACC1-432E-A309-C700CF44763B}" dt="2026-05-14T16:28:32.254" v="23056" actId="478"/>
          <ac:picMkLst>
            <pc:docMk/>
            <pc:sldMk cId="2340777775" sldId="320"/>
            <ac:picMk id="7" creationId="{A51F6C60-AF33-19AD-160C-46AD4130CFF1}"/>
          </ac:picMkLst>
        </pc:picChg>
      </pc:sldChg>
      <pc:sldChg chg="addSp delSp modSp add mod ord">
        <pc:chgData name="Devita, Mariano" userId="790ddd12-d095-4063-9590-047d0ef1fce2" providerId="ADAL" clId="{D72FB022-ACC1-432E-A309-C700CF44763B}" dt="2026-05-14T16:44:05.259" v="23484" actId="1076"/>
        <pc:sldMkLst>
          <pc:docMk/>
          <pc:sldMk cId="1186771843" sldId="321"/>
        </pc:sldMkLst>
        <pc:spChg chg="mod">
          <ac:chgData name="Devita, Mariano" userId="790ddd12-d095-4063-9590-047d0ef1fce2" providerId="ADAL" clId="{D72FB022-ACC1-432E-A309-C700CF44763B}" dt="2026-05-14T16:37:28.837" v="23481" actId="1076"/>
          <ac:spMkLst>
            <pc:docMk/>
            <pc:sldMk cId="1186771843" sldId="321"/>
            <ac:spMk id="5" creationId="{71DAD56F-54C0-F09F-839B-16F132AD4415}"/>
          </ac:spMkLst>
        </pc:spChg>
        <pc:spChg chg="add mod">
          <ac:chgData name="Devita, Mariano" userId="790ddd12-d095-4063-9590-047d0ef1fce2" providerId="ADAL" clId="{D72FB022-ACC1-432E-A309-C700CF44763B}" dt="2026-05-14T16:37:23.580" v="23480" actId="20577"/>
          <ac:spMkLst>
            <pc:docMk/>
            <pc:sldMk cId="1186771843" sldId="321"/>
            <ac:spMk id="6" creationId="{C7F7ACA3-5451-F40A-C3FC-1D7F0BCE4CE0}"/>
          </ac:spMkLst>
        </pc:spChg>
        <pc:spChg chg="add mod">
          <ac:chgData name="Devita, Mariano" userId="790ddd12-d095-4063-9590-047d0ef1fce2" providerId="ADAL" clId="{D72FB022-ACC1-432E-A309-C700CF44763B}" dt="2026-05-14T16:44:05.259" v="23484" actId="1076"/>
          <ac:spMkLst>
            <pc:docMk/>
            <pc:sldMk cId="1186771843" sldId="321"/>
            <ac:spMk id="8" creationId="{F5847828-0576-0A09-F2F2-CB05D9B3B6A3}"/>
          </ac:spMkLst>
        </pc:spChg>
        <pc:picChg chg="del">
          <ac:chgData name="Devita, Mariano" userId="790ddd12-d095-4063-9590-047d0ef1fce2" providerId="ADAL" clId="{D72FB022-ACC1-432E-A309-C700CF44763B}" dt="2026-05-14T16:32:51.430" v="23080" actId="478"/>
          <ac:picMkLst>
            <pc:docMk/>
            <pc:sldMk cId="1186771843" sldId="321"/>
            <ac:picMk id="7" creationId="{F979D568-2ED2-E3B0-4F8C-6836F1CAE6A6}"/>
          </ac:picMkLst>
        </pc:picChg>
      </pc:sldChg>
      <pc:sldChg chg="addSp delSp modSp add mod">
        <pc:chgData name="Devita, Mariano" userId="790ddd12-d095-4063-9590-047d0ef1fce2" providerId="ADAL" clId="{D72FB022-ACC1-432E-A309-C700CF44763B}" dt="2026-05-14T17:29:49.314" v="24048" actId="108"/>
        <pc:sldMkLst>
          <pc:docMk/>
          <pc:sldMk cId="1594186081" sldId="322"/>
        </pc:sldMkLst>
        <pc:spChg chg="del">
          <ac:chgData name="Devita, Mariano" userId="790ddd12-d095-4063-9590-047d0ef1fce2" providerId="ADAL" clId="{D72FB022-ACC1-432E-A309-C700CF44763B}" dt="2026-05-14T16:44:23.046" v="23487" actId="478"/>
          <ac:spMkLst>
            <pc:docMk/>
            <pc:sldMk cId="1594186081" sldId="322"/>
            <ac:spMk id="5" creationId="{A6077D4B-8D6B-713C-A50E-2E66A1353B55}"/>
          </ac:spMkLst>
        </pc:spChg>
        <pc:spChg chg="add mod">
          <ac:chgData name="Devita, Mariano" userId="790ddd12-d095-4063-9590-047d0ef1fce2" providerId="ADAL" clId="{D72FB022-ACC1-432E-A309-C700CF44763B}" dt="2026-05-14T17:29:49.314" v="24048" actId="108"/>
          <ac:spMkLst>
            <pc:docMk/>
            <pc:sldMk cId="1594186081" sldId="322"/>
            <ac:spMk id="6" creationId="{32C29C84-86BB-955E-5081-8A1354F65242}"/>
          </ac:spMkLst>
        </pc:spChg>
        <pc:picChg chg="del">
          <ac:chgData name="Devita, Mariano" userId="790ddd12-d095-4063-9590-047d0ef1fce2" providerId="ADAL" clId="{D72FB022-ACC1-432E-A309-C700CF44763B}" dt="2026-05-14T16:44:20.772" v="23486" actId="478"/>
          <ac:picMkLst>
            <pc:docMk/>
            <pc:sldMk cId="1594186081" sldId="322"/>
            <ac:picMk id="7" creationId="{F75551EA-8074-0E35-F570-554BF6E43A14}"/>
          </ac:picMkLst>
        </pc:picChg>
      </pc:sldChg>
    </pc:docChg>
  </pc:docChgLst>
  <pc:docChgLst>
    <pc:chgData name="Devita, Mariano" userId="790ddd12-d095-4063-9590-047d0ef1fce2" providerId="ADAL" clId="{CCBA6F51-92DE-43A8-901F-B14A75114952}"/>
    <pc:docChg chg="undo custSel addSld delSld modSld sldOrd">
      <pc:chgData name="Devita, Mariano" userId="790ddd12-d095-4063-9590-047d0ef1fce2" providerId="ADAL" clId="{CCBA6F51-92DE-43A8-901F-B14A75114952}" dt="2026-05-08T19:28:24.899" v="2097" actId="20577"/>
      <pc:docMkLst>
        <pc:docMk/>
      </pc:docMkLst>
      <pc:sldChg chg="modSp mod">
        <pc:chgData name="Devita, Mariano" userId="790ddd12-d095-4063-9590-047d0ef1fce2" providerId="ADAL" clId="{CCBA6F51-92DE-43A8-901F-B14A75114952}" dt="2026-04-20T20:45:25.644" v="1327" actId="20577"/>
        <pc:sldMkLst>
          <pc:docMk/>
          <pc:sldMk cId="451311008" sldId="263"/>
        </pc:sldMkLst>
      </pc:sldChg>
      <pc:sldChg chg="modSp mod">
        <pc:chgData name="Devita, Mariano" userId="790ddd12-d095-4063-9590-047d0ef1fce2" providerId="ADAL" clId="{CCBA6F51-92DE-43A8-901F-B14A75114952}" dt="2026-05-08T15:17:06.974" v="1978" actId="20577"/>
        <pc:sldMkLst>
          <pc:docMk/>
          <pc:sldMk cId="1659522194" sldId="287"/>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AR"/>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FA23384-5EE5-4CB5-9D5D-FCE48CF34B54}" type="datetimeFigureOut">
              <a:rPr lang="es-AR" smtClean="0"/>
              <a:t>14/5/2026</a:t>
            </a:fld>
            <a:endParaRPr lang="es-AR"/>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AR"/>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AR"/>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4FD6F28-6B8B-4B26-A2BC-83661054027C}" type="slidenum">
              <a:rPr lang="es-AR" smtClean="0"/>
              <a:t>‹Nº›</a:t>
            </a:fld>
            <a:endParaRPr lang="es-AR"/>
          </a:p>
        </p:txBody>
      </p:sp>
    </p:spTree>
    <p:extLst>
      <p:ext uri="{BB962C8B-B14F-4D97-AF65-F5344CB8AC3E}">
        <p14:creationId xmlns:p14="http://schemas.microsoft.com/office/powerpoint/2010/main" val="295185612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EEF2A6-9662-38EA-12CD-E2C518BBC719}"/>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F3E30C78-7039-CE42-2AF1-5E5A10932117}"/>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AC4111E8-A3B0-6FFC-1A48-C892AF45DEC8}"/>
              </a:ext>
            </a:extLst>
          </p:cNvPr>
          <p:cNvSpPr>
            <a:spLocks noGrp="1"/>
          </p:cNvSpPr>
          <p:nvPr>
            <p:ph type="body" idx="1"/>
          </p:nvPr>
        </p:nvSpPr>
        <p:spPr/>
        <p:txBody>
          <a:bodyPr/>
          <a:lstStyle/>
          <a:p>
            <a:endParaRPr lang="es-AR" dirty="0"/>
          </a:p>
        </p:txBody>
      </p:sp>
      <p:sp>
        <p:nvSpPr>
          <p:cNvPr id="4" name="Marcador de número de diapositiva 3">
            <a:extLst>
              <a:ext uri="{FF2B5EF4-FFF2-40B4-BE49-F238E27FC236}">
                <a16:creationId xmlns:a16="http://schemas.microsoft.com/office/drawing/2014/main" id="{9C5CAE3C-893D-04A2-B266-40B09F668977}"/>
              </a:ext>
            </a:extLst>
          </p:cNvPr>
          <p:cNvSpPr>
            <a:spLocks noGrp="1"/>
          </p:cNvSpPr>
          <p:nvPr>
            <p:ph type="sldNum" sz="quarter" idx="5"/>
          </p:nvPr>
        </p:nvSpPr>
        <p:spPr/>
        <p:txBody>
          <a:bodyPr/>
          <a:lstStyle/>
          <a:p>
            <a:fld id="{E4FD6F28-6B8B-4B26-A2BC-83661054027C}" type="slidenum">
              <a:rPr lang="es-AR" smtClean="0"/>
              <a:t>2</a:t>
            </a:fld>
            <a:endParaRPr lang="es-AR"/>
          </a:p>
        </p:txBody>
      </p:sp>
    </p:spTree>
    <p:extLst>
      <p:ext uri="{BB962C8B-B14F-4D97-AF65-F5344CB8AC3E}">
        <p14:creationId xmlns:p14="http://schemas.microsoft.com/office/powerpoint/2010/main" val="302542265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F96EBA-CD9C-EDBB-C07C-9A2040FD729D}"/>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E8862EE0-9EE3-5044-FAF3-8D769462460B}"/>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456D2E8E-3BE7-D94C-A362-75137728CB18}"/>
              </a:ext>
            </a:extLst>
          </p:cNvPr>
          <p:cNvSpPr>
            <a:spLocks noGrp="1"/>
          </p:cNvSpPr>
          <p:nvPr>
            <p:ph type="body" idx="1"/>
          </p:nvPr>
        </p:nvSpPr>
        <p:spPr/>
        <p:txBody>
          <a:bodyPr/>
          <a:lstStyle/>
          <a:p>
            <a:endParaRPr lang="es-AR" dirty="0"/>
          </a:p>
        </p:txBody>
      </p:sp>
      <p:sp>
        <p:nvSpPr>
          <p:cNvPr id="4" name="Marcador de número de diapositiva 3">
            <a:extLst>
              <a:ext uri="{FF2B5EF4-FFF2-40B4-BE49-F238E27FC236}">
                <a16:creationId xmlns:a16="http://schemas.microsoft.com/office/drawing/2014/main" id="{18530F79-6A97-0AF9-79BB-09D5C082EE83}"/>
              </a:ext>
            </a:extLst>
          </p:cNvPr>
          <p:cNvSpPr>
            <a:spLocks noGrp="1"/>
          </p:cNvSpPr>
          <p:nvPr>
            <p:ph type="sldNum" sz="quarter" idx="5"/>
          </p:nvPr>
        </p:nvSpPr>
        <p:spPr/>
        <p:txBody>
          <a:bodyPr/>
          <a:lstStyle/>
          <a:p>
            <a:fld id="{E4FD6F28-6B8B-4B26-A2BC-83661054027C}" type="slidenum">
              <a:rPr lang="es-AR" smtClean="0"/>
              <a:t>3</a:t>
            </a:fld>
            <a:endParaRPr lang="es-AR"/>
          </a:p>
        </p:txBody>
      </p:sp>
    </p:spTree>
    <p:extLst>
      <p:ext uri="{BB962C8B-B14F-4D97-AF65-F5344CB8AC3E}">
        <p14:creationId xmlns:p14="http://schemas.microsoft.com/office/powerpoint/2010/main" val="20547962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E4F1D0-0FEB-33BE-BAF2-6FFD4DCC2FA9}"/>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C485A9D0-510D-2312-45AF-B09AA4FBEF55}"/>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142898CD-C6F3-0398-E0DB-D2655A37EFB1}"/>
              </a:ext>
            </a:extLst>
          </p:cNvPr>
          <p:cNvSpPr>
            <a:spLocks noGrp="1"/>
          </p:cNvSpPr>
          <p:nvPr>
            <p:ph type="body" idx="1"/>
          </p:nvPr>
        </p:nvSpPr>
        <p:spPr/>
        <p:txBody>
          <a:bodyPr/>
          <a:lstStyle/>
          <a:p>
            <a:endParaRPr lang="es-AR" dirty="0"/>
          </a:p>
        </p:txBody>
      </p:sp>
      <p:sp>
        <p:nvSpPr>
          <p:cNvPr id="4" name="Marcador de número de diapositiva 3">
            <a:extLst>
              <a:ext uri="{FF2B5EF4-FFF2-40B4-BE49-F238E27FC236}">
                <a16:creationId xmlns:a16="http://schemas.microsoft.com/office/drawing/2014/main" id="{7577BF4C-D146-BA4F-214C-3C6A4608F2DB}"/>
              </a:ext>
            </a:extLst>
          </p:cNvPr>
          <p:cNvSpPr>
            <a:spLocks noGrp="1"/>
          </p:cNvSpPr>
          <p:nvPr>
            <p:ph type="sldNum" sz="quarter" idx="5"/>
          </p:nvPr>
        </p:nvSpPr>
        <p:spPr/>
        <p:txBody>
          <a:bodyPr/>
          <a:lstStyle/>
          <a:p>
            <a:fld id="{E4FD6F28-6B8B-4B26-A2BC-83661054027C}" type="slidenum">
              <a:rPr lang="es-AR" smtClean="0"/>
              <a:t>4</a:t>
            </a:fld>
            <a:endParaRPr lang="es-AR"/>
          </a:p>
        </p:txBody>
      </p:sp>
    </p:spTree>
    <p:extLst>
      <p:ext uri="{BB962C8B-B14F-4D97-AF65-F5344CB8AC3E}">
        <p14:creationId xmlns:p14="http://schemas.microsoft.com/office/powerpoint/2010/main" val="129014981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AR" dirty="0"/>
          </a:p>
        </p:txBody>
      </p:sp>
      <p:sp>
        <p:nvSpPr>
          <p:cNvPr id="4" name="Marcador de número de diapositiva 3"/>
          <p:cNvSpPr>
            <a:spLocks noGrp="1"/>
          </p:cNvSpPr>
          <p:nvPr>
            <p:ph type="sldNum" sz="quarter" idx="5"/>
          </p:nvPr>
        </p:nvSpPr>
        <p:spPr/>
        <p:txBody>
          <a:bodyPr/>
          <a:lstStyle/>
          <a:p>
            <a:fld id="{E4FD6F28-6B8B-4B26-A2BC-83661054027C}" type="slidenum">
              <a:rPr lang="es-AR" smtClean="0"/>
              <a:t>8</a:t>
            </a:fld>
            <a:endParaRPr lang="es-AR"/>
          </a:p>
        </p:txBody>
      </p:sp>
    </p:spTree>
    <p:extLst>
      <p:ext uri="{BB962C8B-B14F-4D97-AF65-F5344CB8AC3E}">
        <p14:creationId xmlns:p14="http://schemas.microsoft.com/office/powerpoint/2010/main" val="209690392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73A282-2389-D9E2-38F5-3440E89F938E}"/>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1D867F39-19D8-B540-4D67-F24137E5EFD0}"/>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C70E10DA-2A99-15B1-D29D-8EF81061A53B}"/>
              </a:ext>
            </a:extLst>
          </p:cNvPr>
          <p:cNvSpPr>
            <a:spLocks noGrp="1"/>
          </p:cNvSpPr>
          <p:nvPr>
            <p:ph type="body" idx="1"/>
          </p:nvPr>
        </p:nvSpPr>
        <p:spPr/>
        <p:txBody>
          <a:bodyPr/>
          <a:lstStyle/>
          <a:p>
            <a:endParaRPr lang="es-AR" dirty="0"/>
          </a:p>
        </p:txBody>
      </p:sp>
      <p:sp>
        <p:nvSpPr>
          <p:cNvPr id="4" name="Marcador de número de diapositiva 3">
            <a:extLst>
              <a:ext uri="{FF2B5EF4-FFF2-40B4-BE49-F238E27FC236}">
                <a16:creationId xmlns:a16="http://schemas.microsoft.com/office/drawing/2014/main" id="{54AB0DF0-3BB6-2024-B04E-4F1C8EB077D2}"/>
              </a:ext>
            </a:extLst>
          </p:cNvPr>
          <p:cNvSpPr>
            <a:spLocks noGrp="1"/>
          </p:cNvSpPr>
          <p:nvPr>
            <p:ph type="sldNum" sz="quarter" idx="5"/>
          </p:nvPr>
        </p:nvSpPr>
        <p:spPr/>
        <p:txBody>
          <a:bodyPr/>
          <a:lstStyle/>
          <a:p>
            <a:fld id="{E4FD6F28-6B8B-4B26-A2BC-83661054027C}" type="slidenum">
              <a:rPr lang="es-AR" smtClean="0"/>
              <a:t>9</a:t>
            </a:fld>
            <a:endParaRPr lang="es-AR"/>
          </a:p>
        </p:txBody>
      </p:sp>
    </p:spTree>
    <p:extLst>
      <p:ext uri="{BB962C8B-B14F-4D97-AF65-F5344CB8AC3E}">
        <p14:creationId xmlns:p14="http://schemas.microsoft.com/office/powerpoint/2010/main" val="67560124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6A4881-D311-CEF6-1B2E-127E4F1F5479}"/>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0F517E6E-3A19-ADB4-07F7-EA8871F97618}"/>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93F93A35-8619-BEA8-B762-2BE3EF6A318C}"/>
              </a:ext>
            </a:extLst>
          </p:cNvPr>
          <p:cNvSpPr>
            <a:spLocks noGrp="1"/>
          </p:cNvSpPr>
          <p:nvPr>
            <p:ph type="body" idx="1"/>
          </p:nvPr>
        </p:nvSpPr>
        <p:spPr/>
        <p:txBody>
          <a:bodyPr/>
          <a:lstStyle/>
          <a:p>
            <a:endParaRPr lang="es-AR" dirty="0"/>
          </a:p>
        </p:txBody>
      </p:sp>
      <p:sp>
        <p:nvSpPr>
          <p:cNvPr id="4" name="Marcador de número de diapositiva 3">
            <a:extLst>
              <a:ext uri="{FF2B5EF4-FFF2-40B4-BE49-F238E27FC236}">
                <a16:creationId xmlns:a16="http://schemas.microsoft.com/office/drawing/2014/main" id="{A9395B2C-3CC1-04F4-293F-1212DDB1730E}"/>
              </a:ext>
            </a:extLst>
          </p:cNvPr>
          <p:cNvSpPr>
            <a:spLocks noGrp="1"/>
          </p:cNvSpPr>
          <p:nvPr>
            <p:ph type="sldNum" sz="quarter" idx="5"/>
          </p:nvPr>
        </p:nvSpPr>
        <p:spPr/>
        <p:txBody>
          <a:bodyPr/>
          <a:lstStyle/>
          <a:p>
            <a:fld id="{E4FD6F28-6B8B-4B26-A2BC-83661054027C}" type="slidenum">
              <a:rPr lang="es-AR" smtClean="0"/>
              <a:t>10</a:t>
            </a:fld>
            <a:endParaRPr lang="es-AR"/>
          </a:p>
        </p:txBody>
      </p:sp>
    </p:spTree>
    <p:extLst>
      <p:ext uri="{BB962C8B-B14F-4D97-AF65-F5344CB8AC3E}">
        <p14:creationId xmlns:p14="http://schemas.microsoft.com/office/powerpoint/2010/main" val="43321437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B96B38-E0A0-0B9E-666F-FD3EA5B79D0E}"/>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36CCF2EA-358E-793D-712C-61D98D0D6969}"/>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E8A544D5-476F-F34F-B53C-E5B805059046}"/>
              </a:ext>
            </a:extLst>
          </p:cNvPr>
          <p:cNvSpPr>
            <a:spLocks noGrp="1"/>
          </p:cNvSpPr>
          <p:nvPr>
            <p:ph type="body" idx="1"/>
          </p:nvPr>
        </p:nvSpPr>
        <p:spPr/>
        <p:txBody>
          <a:bodyPr/>
          <a:lstStyle/>
          <a:p>
            <a:endParaRPr lang="es-AR" dirty="0"/>
          </a:p>
        </p:txBody>
      </p:sp>
      <p:sp>
        <p:nvSpPr>
          <p:cNvPr id="4" name="Marcador de número de diapositiva 3">
            <a:extLst>
              <a:ext uri="{FF2B5EF4-FFF2-40B4-BE49-F238E27FC236}">
                <a16:creationId xmlns:a16="http://schemas.microsoft.com/office/drawing/2014/main" id="{1F40838B-E9FB-4F4F-FCCB-3853852CF683}"/>
              </a:ext>
            </a:extLst>
          </p:cNvPr>
          <p:cNvSpPr>
            <a:spLocks noGrp="1"/>
          </p:cNvSpPr>
          <p:nvPr>
            <p:ph type="sldNum" sz="quarter" idx="5"/>
          </p:nvPr>
        </p:nvSpPr>
        <p:spPr/>
        <p:txBody>
          <a:bodyPr/>
          <a:lstStyle/>
          <a:p>
            <a:fld id="{E4FD6F28-6B8B-4B26-A2BC-83661054027C}" type="slidenum">
              <a:rPr lang="es-AR" smtClean="0"/>
              <a:t>11</a:t>
            </a:fld>
            <a:endParaRPr lang="es-AR"/>
          </a:p>
        </p:txBody>
      </p:sp>
    </p:spTree>
    <p:extLst>
      <p:ext uri="{BB962C8B-B14F-4D97-AF65-F5344CB8AC3E}">
        <p14:creationId xmlns:p14="http://schemas.microsoft.com/office/powerpoint/2010/main" val="136630131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AE4048-7B3D-FC99-5BC8-B447A6D7DC7B}"/>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D5BC87F5-9BFB-9734-E501-97AB72FD7624}"/>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0AC81F21-1A69-1657-9B5F-EF5E0A7D0ABC}"/>
              </a:ext>
            </a:extLst>
          </p:cNvPr>
          <p:cNvSpPr>
            <a:spLocks noGrp="1"/>
          </p:cNvSpPr>
          <p:nvPr>
            <p:ph type="body" idx="1"/>
          </p:nvPr>
        </p:nvSpPr>
        <p:spPr/>
        <p:txBody>
          <a:bodyPr/>
          <a:lstStyle/>
          <a:p>
            <a:endParaRPr lang="es-AR" dirty="0"/>
          </a:p>
        </p:txBody>
      </p:sp>
      <p:sp>
        <p:nvSpPr>
          <p:cNvPr id="4" name="Marcador de número de diapositiva 3">
            <a:extLst>
              <a:ext uri="{FF2B5EF4-FFF2-40B4-BE49-F238E27FC236}">
                <a16:creationId xmlns:a16="http://schemas.microsoft.com/office/drawing/2014/main" id="{76D898DB-EE30-F3B4-62B5-3D516CD9C87E}"/>
              </a:ext>
            </a:extLst>
          </p:cNvPr>
          <p:cNvSpPr>
            <a:spLocks noGrp="1"/>
          </p:cNvSpPr>
          <p:nvPr>
            <p:ph type="sldNum" sz="quarter" idx="5"/>
          </p:nvPr>
        </p:nvSpPr>
        <p:spPr/>
        <p:txBody>
          <a:bodyPr/>
          <a:lstStyle/>
          <a:p>
            <a:fld id="{E4FD6F28-6B8B-4B26-A2BC-83661054027C}" type="slidenum">
              <a:rPr lang="es-AR" smtClean="0"/>
              <a:t>12</a:t>
            </a:fld>
            <a:endParaRPr lang="es-AR"/>
          </a:p>
        </p:txBody>
      </p:sp>
    </p:spTree>
    <p:extLst>
      <p:ext uri="{BB962C8B-B14F-4D97-AF65-F5344CB8AC3E}">
        <p14:creationId xmlns:p14="http://schemas.microsoft.com/office/powerpoint/2010/main" val="63769698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CECCFD-7289-DEE8-BAA5-5D1A549BA071}"/>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E878580C-B48B-4836-67B1-36B0FDA682F7}"/>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6C02DE15-5D50-24F1-2674-C5D2ED48B47C}"/>
              </a:ext>
            </a:extLst>
          </p:cNvPr>
          <p:cNvSpPr>
            <a:spLocks noGrp="1"/>
          </p:cNvSpPr>
          <p:nvPr>
            <p:ph type="body" idx="1"/>
          </p:nvPr>
        </p:nvSpPr>
        <p:spPr/>
        <p:txBody>
          <a:bodyPr/>
          <a:lstStyle/>
          <a:p>
            <a:endParaRPr lang="es-AR" dirty="0"/>
          </a:p>
        </p:txBody>
      </p:sp>
      <p:sp>
        <p:nvSpPr>
          <p:cNvPr id="4" name="Marcador de número de diapositiva 3">
            <a:extLst>
              <a:ext uri="{FF2B5EF4-FFF2-40B4-BE49-F238E27FC236}">
                <a16:creationId xmlns:a16="http://schemas.microsoft.com/office/drawing/2014/main" id="{8B0EE0E0-CA3E-0524-C492-7138A5EEEFAD}"/>
              </a:ext>
            </a:extLst>
          </p:cNvPr>
          <p:cNvSpPr>
            <a:spLocks noGrp="1"/>
          </p:cNvSpPr>
          <p:nvPr>
            <p:ph type="sldNum" sz="quarter" idx="5"/>
          </p:nvPr>
        </p:nvSpPr>
        <p:spPr/>
        <p:txBody>
          <a:bodyPr/>
          <a:lstStyle/>
          <a:p>
            <a:fld id="{E4FD6F28-6B8B-4B26-A2BC-83661054027C}" type="slidenum">
              <a:rPr lang="es-AR" smtClean="0"/>
              <a:t>13</a:t>
            </a:fld>
            <a:endParaRPr lang="es-AR"/>
          </a:p>
        </p:txBody>
      </p:sp>
    </p:spTree>
    <p:extLst>
      <p:ext uri="{BB962C8B-B14F-4D97-AF65-F5344CB8AC3E}">
        <p14:creationId xmlns:p14="http://schemas.microsoft.com/office/powerpoint/2010/main" val="426509147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3ECA2C-946E-C4DD-2564-B92E6EB2B3D8}"/>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A8E36CB1-C22C-A7DB-E2E8-592A272EA611}"/>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34C60568-B36A-132C-EE4F-5EF82632E401}"/>
              </a:ext>
            </a:extLst>
          </p:cNvPr>
          <p:cNvSpPr>
            <a:spLocks noGrp="1"/>
          </p:cNvSpPr>
          <p:nvPr>
            <p:ph type="body" idx="1"/>
          </p:nvPr>
        </p:nvSpPr>
        <p:spPr/>
        <p:txBody>
          <a:bodyPr/>
          <a:lstStyle/>
          <a:p>
            <a:endParaRPr lang="es-AR" dirty="0"/>
          </a:p>
        </p:txBody>
      </p:sp>
      <p:sp>
        <p:nvSpPr>
          <p:cNvPr id="4" name="Marcador de número de diapositiva 3">
            <a:extLst>
              <a:ext uri="{FF2B5EF4-FFF2-40B4-BE49-F238E27FC236}">
                <a16:creationId xmlns:a16="http://schemas.microsoft.com/office/drawing/2014/main" id="{3A91D190-DBF6-78BE-C504-CD600C2E8254}"/>
              </a:ext>
            </a:extLst>
          </p:cNvPr>
          <p:cNvSpPr>
            <a:spLocks noGrp="1"/>
          </p:cNvSpPr>
          <p:nvPr>
            <p:ph type="sldNum" sz="quarter" idx="5"/>
          </p:nvPr>
        </p:nvSpPr>
        <p:spPr/>
        <p:txBody>
          <a:bodyPr/>
          <a:lstStyle/>
          <a:p>
            <a:fld id="{E4FD6F28-6B8B-4B26-A2BC-83661054027C}" type="slidenum">
              <a:rPr lang="es-AR" smtClean="0"/>
              <a:t>14</a:t>
            </a:fld>
            <a:endParaRPr lang="es-AR"/>
          </a:p>
        </p:txBody>
      </p:sp>
    </p:spTree>
    <p:extLst>
      <p:ext uri="{BB962C8B-B14F-4D97-AF65-F5344CB8AC3E}">
        <p14:creationId xmlns:p14="http://schemas.microsoft.com/office/powerpoint/2010/main" val="380851502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1330FA-423A-8EB1-B102-4591A56CF24A}"/>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AC029A40-C655-0CB8-2B74-CD6E3F920908}"/>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E4A4D89D-9788-6915-F432-CDD65E680983}"/>
              </a:ext>
            </a:extLst>
          </p:cNvPr>
          <p:cNvSpPr>
            <a:spLocks noGrp="1"/>
          </p:cNvSpPr>
          <p:nvPr>
            <p:ph type="body" idx="1"/>
          </p:nvPr>
        </p:nvSpPr>
        <p:spPr/>
        <p:txBody>
          <a:bodyPr/>
          <a:lstStyle/>
          <a:p>
            <a:endParaRPr lang="es-AR" dirty="0"/>
          </a:p>
        </p:txBody>
      </p:sp>
      <p:sp>
        <p:nvSpPr>
          <p:cNvPr id="4" name="Marcador de número de diapositiva 3">
            <a:extLst>
              <a:ext uri="{FF2B5EF4-FFF2-40B4-BE49-F238E27FC236}">
                <a16:creationId xmlns:a16="http://schemas.microsoft.com/office/drawing/2014/main" id="{19F9BAA9-7E1F-EDA3-FEA7-2C579FE373AD}"/>
              </a:ext>
            </a:extLst>
          </p:cNvPr>
          <p:cNvSpPr>
            <a:spLocks noGrp="1"/>
          </p:cNvSpPr>
          <p:nvPr>
            <p:ph type="sldNum" sz="quarter" idx="5"/>
          </p:nvPr>
        </p:nvSpPr>
        <p:spPr/>
        <p:txBody>
          <a:bodyPr/>
          <a:lstStyle/>
          <a:p>
            <a:fld id="{E4FD6F28-6B8B-4B26-A2BC-83661054027C}" type="slidenum">
              <a:rPr lang="es-AR" smtClean="0"/>
              <a:t>15</a:t>
            </a:fld>
            <a:endParaRPr lang="es-AR"/>
          </a:p>
        </p:txBody>
      </p:sp>
    </p:spTree>
    <p:extLst>
      <p:ext uri="{BB962C8B-B14F-4D97-AF65-F5344CB8AC3E}">
        <p14:creationId xmlns:p14="http://schemas.microsoft.com/office/powerpoint/2010/main" val="26496307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60008E-E038-EBC2-1E28-CB3CA6CFA7F4}"/>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808B3A9D-53C8-9D0B-C5B5-279B1F52A642}"/>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C8601BDD-61A0-B831-28B3-8EE0FF95098F}"/>
              </a:ext>
            </a:extLst>
          </p:cNvPr>
          <p:cNvSpPr>
            <a:spLocks noGrp="1"/>
          </p:cNvSpPr>
          <p:nvPr>
            <p:ph type="body" idx="1"/>
          </p:nvPr>
        </p:nvSpPr>
        <p:spPr/>
        <p:txBody>
          <a:bodyPr/>
          <a:lstStyle/>
          <a:p>
            <a:endParaRPr lang="es-AR" dirty="0"/>
          </a:p>
        </p:txBody>
      </p:sp>
      <p:sp>
        <p:nvSpPr>
          <p:cNvPr id="4" name="Marcador de número de diapositiva 3">
            <a:extLst>
              <a:ext uri="{FF2B5EF4-FFF2-40B4-BE49-F238E27FC236}">
                <a16:creationId xmlns:a16="http://schemas.microsoft.com/office/drawing/2014/main" id="{17AB5CE9-9AB5-ABE8-9DCE-A0CE9D18ACA1}"/>
              </a:ext>
            </a:extLst>
          </p:cNvPr>
          <p:cNvSpPr>
            <a:spLocks noGrp="1"/>
          </p:cNvSpPr>
          <p:nvPr>
            <p:ph type="sldNum" sz="quarter" idx="5"/>
          </p:nvPr>
        </p:nvSpPr>
        <p:spPr/>
        <p:txBody>
          <a:bodyPr/>
          <a:lstStyle/>
          <a:p>
            <a:fld id="{E4FD6F28-6B8B-4B26-A2BC-83661054027C}" type="slidenum">
              <a:rPr lang="es-AR" smtClean="0"/>
              <a:t>16</a:t>
            </a:fld>
            <a:endParaRPr lang="es-AR"/>
          </a:p>
        </p:txBody>
      </p:sp>
    </p:spTree>
    <p:extLst>
      <p:ext uri="{BB962C8B-B14F-4D97-AF65-F5344CB8AC3E}">
        <p14:creationId xmlns:p14="http://schemas.microsoft.com/office/powerpoint/2010/main" val="134817972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7D2B63-4382-2D2D-60F2-C0B92A98F43A}"/>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D5264709-EE6F-D263-9411-015751FA3AFE}"/>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40CDB26D-C3FB-A70B-BBAA-0236E5D67DAE}"/>
              </a:ext>
            </a:extLst>
          </p:cNvPr>
          <p:cNvSpPr>
            <a:spLocks noGrp="1"/>
          </p:cNvSpPr>
          <p:nvPr>
            <p:ph type="body" idx="1"/>
          </p:nvPr>
        </p:nvSpPr>
        <p:spPr/>
        <p:txBody>
          <a:bodyPr/>
          <a:lstStyle/>
          <a:p>
            <a:endParaRPr lang="es-AR" dirty="0"/>
          </a:p>
        </p:txBody>
      </p:sp>
      <p:sp>
        <p:nvSpPr>
          <p:cNvPr id="4" name="Marcador de número de diapositiva 3">
            <a:extLst>
              <a:ext uri="{FF2B5EF4-FFF2-40B4-BE49-F238E27FC236}">
                <a16:creationId xmlns:a16="http://schemas.microsoft.com/office/drawing/2014/main" id="{A5FE0153-53EA-01B9-7769-4E9F2557F3F4}"/>
              </a:ext>
            </a:extLst>
          </p:cNvPr>
          <p:cNvSpPr>
            <a:spLocks noGrp="1"/>
          </p:cNvSpPr>
          <p:nvPr>
            <p:ph type="sldNum" sz="quarter" idx="5"/>
          </p:nvPr>
        </p:nvSpPr>
        <p:spPr/>
        <p:txBody>
          <a:bodyPr/>
          <a:lstStyle/>
          <a:p>
            <a:fld id="{E4FD6F28-6B8B-4B26-A2BC-83661054027C}" type="slidenum">
              <a:rPr lang="es-AR" smtClean="0"/>
              <a:t>17</a:t>
            </a:fld>
            <a:endParaRPr lang="es-AR"/>
          </a:p>
        </p:txBody>
      </p:sp>
    </p:spTree>
    <p:extLst>
      <p:ext uri="{BB962C8B-B14F-4D97-AF65-F5344CB8AC3E}">
        <p14:creationId xmlns:p14="http://schemas.microsoft.com/office/powerpoint/2010/main" val="402910907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2E2328-1910-85F9-FE7C-93E7FA6087A8}"/>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FA2CAAC4-D302-46A3-009D-EB06E67864F1}"/>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AE417E28-BBC3-200B-3C4D-C63361D6822D}"/>
              </a:ext>
            </a:extLst>
          </p:cNvPr>
          <p:cNvSpPr>
            <a:spLocks noGrp="1"/>
          </p:cNvSpPr>
          <p:nvPr>
            <p:ph type="body" idx="1"/>
          </p:nvPr>
        </p:nvSpPr>
        <p:spPr/>
        <p:txBody>
          <a:bodyPr/>
          <a:lstStyle/>
          <a:p>
            <a:endParaRPr lang="es-AR" dirty="0"/>
          </a:p>
        </p:txBody>
      </p:sp>
      <p:sp>
        <p:nvSpPr>
          <p:cNvPr id="4" name="Marcador de número de diapositiva 3">
            <a:extLst>
              <a:ext uri="{FF2B5EF4-FFF2-40B4-BE49-F238E27FC236}">
                <a16:creationId xmlns:a16="http://schemas.microsoft.com/office/drawing/2014/main" id="{B645DE81-51F2-580A-F450-DB1CD0D57B88}"/>
              </a:ext>
            </a:extLst>
          </p:cNvPr>
          <p:cNvSpPr>
            <a:spLocks noGrp="1"/>
          </p:cNvSpPr>
          <p:nvPr>
            <p:ph type="sldNum" sz="quarter" idx="5"/>
          </p:nvPr>
        </p:nvSpPr>
        <p:spPr/>
        <p:txBody>
          <a:bodyPr/>
          <a:lstStyle/>
          <a:p>
            <a:fld id="{E4FD6F28-6B8B-4B26-A2BC-83661054027C}" type="slidenum">
              <a:rPr lang="es-AR" smtClean="0"/>
              <a:t>18</a:t>
            </a:fld>
            <a:endParaRPr lang="es-AR"/>
          </a:p>
        </p:txBody>
      </p:sp>
    </p:spTree>
    <p:extLst>
      <p:ext uri="{BB962C8B-B14F-4D97-AF65-F5344CB8AC3E}">
        <p14:creationId xmlns:p14="http://schemas.microsoft.com/office/powerpoint/2010/main" val="84055479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B427AE-7A5F-549F-40AE-A1AA3B4311CA}"/>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03C1B373-6D91-C9E1-B543-EC025765BE5E}"/>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621FE0DA-E8F1-33D4-8852-4F5A49F2A48F}"/>
              </a:ext>
            </a:extLst>
          </p:cNvPr>
          <p:cNvSpPr>
            <a:spLocks noGrp="1"/>
          </p:cNvSpPr>
          <p:nvPr>
            <p:ph type="body" idx="1"/>
          </p:nvPr>
        </p:nvSpPr>
        <p:spPr/>
        <p:txBody>
          <a:bodyPr/>
          <a:lstStyle/>
          <a:p>
            <a:endParaRPr lang="es-AR" dirty="0"/>
          </a:p>
        </p:txBody>
      </p:sp>
      <p:sp>
        <p:nvSpPr>
          <p:cNvPr id="4" name="Marcador de número de diapositiva 3">
            <a:extLst>
              <a:ext uri="{FF2B5EF4-FFF2-40B4-BE49-F238E27FC236}">
                <a16:creationId xmlns:a16="http://schemas.microsoft.com/office/drawing/2014/main" id="{A7E894E8-BA77-A7AF-F2BE-5BB573FA25CF}"/>
              </a:ext>
            </a:extLst>
          </p:cNvPr>
          <p:cNvSpPr>
            <a:spLocks noGrp="1"/>
          </p:cNvSpPr>
          <p:nvPr>
            <p:ph type="sldNum" sz="quarter" idx="5"/>
          </p:nvPr>
        </p:nvSpPr>
        <p:spPr/>
        <p:txBody>
          <a:bodyPr/>
          <a:lstStyle/>
          <a:p>
            <a:fld id="{E4FD6F28-6B8B-4B26-A2BC-83661054027C}" type="slidenum">
              <a:rPr lang="es-AR" smtClean="0"/>
              <a:t>19</a:t>
            </a:fld>
            <a:endParaRPr lang="es-AR"/>
          </a:p>
        </p:txBody>
      </p:sp>
    </p:spTree>
    <p:extLst>
      <p:ext uri="{BB962C8B-B14F-4D97-AF65-F5344CB8AC3E}">
        <p14:creationId xmlns:p14="http://schemas.microsoft.com/office/powerpoint/2010/main" val="308918521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6BAC6F-CD3E-F653-9069-58F1C2407E3B}"/>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2DB2D54C-B9C2-7612-C072-46243289DCA4}"/>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DE12FA4B-104F-79FA-EAEA-EC4A8721E93F}"/>
              </a:ext>
            </a:extLst>
          </p:cNvPr>
          <p:cNvSpPr>
            <a:spLocks noGrp="1"/>
          </p:cNvSpPr>
          <p:nvPr>
            <p:ph type="body" idx="1"/>
          </p:nvPr>
        </p:nvSpPr>
        <p:spPr/>
        <p:txBody>
          <a:bodyPr/>
          <a:lstStyle/>
          <a:p>
            <a:endParaRPr lang="es-AR" dirty="0"/>
          </a:p>
        </p:txBody>
      </p:sp>
      <p:sp>
        <p:nvSpPr>
          <p:cNvPr id="4" name="Marcador de número de diapositiva 3">
            <a:extLst>
              <a:ext uri="{FF2B5EF4-FFF2-40B4-BE49-F238E27FC236}">
                <a16:creationId xmlns:a16="http://schemas.microsoft.com/office/drawing/2014/main" id="{A2818EB0-1B53-B6CD-197F-7C88850418F9}"/>
              </a:ext>
            </a:extLst>
          </p:cNvPr>
          <p:cNvSpPr>
            <a:spLocks noGrp="1"/>
          </p:cNvSpPr>
          <p:nvPr>
            <p:ph type="sldNum" sz="quarter" idx="5"/>
          </p:nvPr>
        </p:nvSpPr>
        <p:spPr/>
        <p:txBody>
          <a:bodyPr/>
          <a:lstStyle/>
          <a:p>
            <a:fld id="{E4FD6F28-6B8B-4B26-A2BC-83661054027C}" type="slidenum">
              <a:rPr lang="es-AR" smtClean="0"/>
              <a:t>20</a:t>
            </a:fld>
            <a:endParaRPr lang="es-AR"/>
          </a:p>
        </p:txBody>
      </p:sp>
    </p:spTree>
    <p:extLst>
      <p:ext uri="{BB962C8B-B14F-4D97-AF65-F5344CB8AC3E}">
        <p14:creationId xmlns:p14="http://schemas.microsoft.com/office/powerpoint/2010/main" val="130307766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AD898C-D699-BD85-43F2-B1F9F38BBC1F}"/>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1C45179B-5B0E-170A-8C76-20184B692839}"/>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85AEAA2D-DB34-C039-7642-8B93D75F780F}"/>
              </a:ext>
            </a:extLst>
          </p:cNvPr>
          <p:cNvSpPr>
            <a:spLocks noGrp="1"/>
          </p:cNvSpPr>
          <p:nvPr>
            <p:ph type="body" idx="1"/>
          </p:nvPr>
        </p:nvSpPr>
        <p:spPr/>
        <p:txBody>
          <a:bodyPr/>
          <a:lstStyle/>
          <a:p>
            <a:r>
              <a:rPr lang="es-AR" dirty="0"/>
              <a:t>Rentable. Los bancos pagan una tasa de interés para captar fondos. Estas tasas son netas, es decir, no sólo incluyen los intereses que pagan, sino también las políticas comerciales, de fidelización (millas, puntos, descuentos, etc.) y administración. Esas tasas pasivas tienen que ser menores que las tasas activas. Al mismo tiempo, si las tasas son muy altas, probablemente pocos depositantes saquen o estén dispuestos a sacar créditos.</a:t>
            </a:r>
          </a:p>
          <a:p>
            <a:endParaRPr lang="es-AR" dirty="0"/>
          </a:p>
          <a:p>
            <a:r>
              <a:rPr lang="es-AR" dirty="0"/>
              <a:t>Poder de mercado. En Argentina, pero supongo que en otras partes también, las cuentas públicas son administradas por bancos comerciales (pagos de sueldos, a proveedores, fondos judiciales, etc.) que suelen ser subastadas. Es decir, los bancos comerciales se convierten en agentes financieros de los estados (municipales, provinciales o nacional) pagando un cargo. El que paga más, se lleva las cuentas estatales. Estos bancos tienen pocos incentivos de captar fondos porque todos los meses tienen una buena cantidad de dinero por una cantidad asegurada de años. Así también, tienen más incentivos a colocar esos fondos en proyectos riesgosos. En términos de tasas, pagan tasas más bajas y/o ofrecen menores beneficios a sus depositantes, y cobran tasas más altas porque son más riesgosos. Y en general, mercados menos competitivos tiene mayores spreads financieros.</a:t>
            </a:r>
          </a:p>
          <a:p>
            <a:endParaRPr lang="es-AR" dirty="0"/>
          </a:p>
          <a:p>
            <a:r>
              <a:rPr lang="es-AR" dirty="0"/>
              <a:t>Además, tasas esperadas más altas (por mayor riesgo, por ejemplo), implica tasas más altas a los préstamos, que implica mayores costos financieros para los clientes, elevando el riesgo de repago.</a:t>
            </a:r>
          </a:p>
        </p:txBody>
      </p:sp>
      <p:sp>
        <p:nvSpPr>
          <p:cNvPr id="4" name="Marcador de número de diapositiva 3">
            <a:extLst>
              <a:ext uri="{FF2B5EF4-FFF2-40B4-BE49-F238E27FC236}">
                <a16:creationId xmlns:a16="http://schemas.microsoft.com/office/drawing/2014/main" id="{890CE2E4-A05D-161C-E0C0-9EEDFAFEB95C}"/>
              </a:ext>
            </a:extLst>
          </p:cNvPr>
          <p:cNvSpPr>
            <a:spLocks noGrp="1"/>
          </p:cNvSpPr>
          <p:nvPr>
            <p:ph type="sldNum" sz="quarter" idx="5"/>
          </p:nvPr>
        </p:nvSpPr>
        <p:spPr/>
        <p:txBody>
          <a:bodyPr/>
          <a:lstStyle/>
          <a:p>
            <a:fld id="{E4FD6F28-6B8B-4B26-A2BC-83661054027C}" type="slidenum">
              <a:rPr lang="es-AR" smtClean="0"/>
              <a:t>21</a:t>
            </a:fld>
            <a:endParaRPr lang="es-AR"/>
          </a:p>
        </p:txBody>
      </p:sp>
    </p:spTree>
    <p:extLst>
      <p:ext uri="{BB962C8B-B14F-4D97-AF65-F5344CB8AC3E}">
        <p14:creationId xmlns:p14="http://schemas.microsoft.com/office/powerpoint/2010/main" val="260085709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441F64-F55D-843C-1FB7-54720EC86AF1}"/>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48090A26-85AE-23F8-944B-52423E06AEEA}"/>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07E67B74-CA59-0FF1-58BB-9D015E0DE2EC}"/>
              </a:ext>
            </a:extLst>
          </p:cNvPr>
          <p:cNvSpPr>
            <a:spLocks noGrp="1"/>
          </p:cNvSpPr>
          <p:nvPr>
            <p:ph type="body" idx="1"/>
          </p:nvPr>
        </p:nvSpPr>
        <p:spPr/>
        <p:txBody>
          <a:bodyPr/>
          <a:lstStyle/>
          <a:p>
            <a:endParaRPr lang="es-AR" dirty="0"/>
          </a:p>
        </p:txBody>
      </p:sp>
      <p:sp>
        <p:nvSpPr>
          <p:cNvPr id="4" name="Marcador de número de diapositiva 3">
            <a:extLst>
              <a:ext uri="{FF2B5EF4-FFF2-40B4-BE49-F238E27FC236}">
                <a16:creationId xmlns:a16="http://schemas.microsoft.com/office/drawing/2014/main" id="{66551078-D9D1-4FF6-858C-552159107E90}"/>
              </a:ext>
            </a:extLst>
          </p:cNvPr>
          <p:cNvSpPr>
            <a:spLocks noGrp="1"/>
          </p:cNvSpPr>
          <p:nvPr>
            <p:ph type="sldNum" sz="quarter" idx="5"/>
          </p:nvPr>
        </p:nvSpPr>
        <p:spPr/>
        <p:txBody>
          <a:bodyPr/>
          <a:lstStyle/>
          <a:p>
            <a:fld id="{E4FD6F28-6B8B-4B26-A2BC-83661054027C}" type="slidenum">
              <a:rPr lang="es-AR" smtClean="0"/>
              <a:t>22</a:t>
            </a:fld>
            <a:endParaRPr lang="es-AR"/>
          </a:p>
        </p:txBody>
      </p:sp>
    </p:spTree>
    <p:extLst>
      <p:ext uri="{BB962C8B-B14F-4D97-AF65-F5344CB8AC3E}">
        <p14:creationId xmlns:p14="http://schemas.microsoft.com/office/powerpoint/2010/main" val="305903238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4B8604-24D0-493E-1989-820DD8252F5F}"/>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D71BE8E8-03BD-6595-60BC-4FBA6D54426E}"/>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FCD712DE-0949-406C-F98C-B28C189043D1}"/>
              </a:ext>
            </a:extLst>
          </p:cNvPr>
          <p:cNvSpPr>
            <a:spLocks noGrp="1"/>
          </p:cNvSpPr>
          <p:nvPr>
            <p:ph type="body" idx="1"/>
          </p:nvPr>
        </p:nvSpPr>
        <p:spPr/>
        <p:txBody>
          <a:bodyPr/>
          <a:lstStyle/>
          <a:p>
            <a:r>
              <a:rPr lang="es-AR" dirty="0"/>
              <a:t>Suben los depósitos y cae el circulante, por ejemplo comprando moneda extranjera.</a:t>
            </a:r>
          </a:p>
        </p:txBody>
      </p:sp>
      <p:sp>
        <p:nvSpPr>
          <p:cNvPr id="4" name="Marcador de número de diapositiva 3">
            <a:extLst>
              <a:ext uri="{FF2B5EF4-FFF2-40B4-BE49-F238E27FC236}">
                <a16:creationId xmlns:a16="http://schemas.microsoft.com/office/drawing/2014/main" id="{E5CD2E25-DB5E-447F-D36C-57F6BFB465AF}"/>
              </a:ext>
            </a:extLst>
          </p:cNvPr>
          <p:cNvSpPr>
            <a:spLocks noGrp="1"/>
          </p:cNvSpPr>
          <p:nvPr>
            <p:ph type="sldNum" sz="quarter" idx="5"/>
          </p:nvPr>
        </p:nvSpPr>
        <p:spPr/>
        <p:txBody>
          <a:bodyPr/>
          <a:lstStyle/>
          <a:p>
            <a:fld id="{E4FD6F28-6B8B-4B26-A2BC-83661054027C}" type="slidenum">
              <a:rPr lang="es-AR" smtClean="0"/>
              <a:t>23</a:t>
            </a:fld>
            <a:endParaRPr lang="es-AR"/>
          </a:p>
        </p:txBody>
      </p:sp>
    </p:spTree>
    <p:extLst>
      <p:ext uri="{BB962C8B-B14F-4D97-AF65-F5344CB8AC3E}">
        <p14:creationId xmlns:p14="http://schemas.microsoft.com/office/powerpoint/2010/main" val="353284520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AB967A-8F50-E96F-7DD8-3BF00C3C717D}"/>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9496B8F9-929D-343A-DDC2-B472A6760EE7}"/>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DF3969B8-BB15-A01A-4B4E-34A8BD3771EE}"/>
              </a:ext>
            </a:extLst>
          </p:cNvPr>
          <p:cNvSpPr>
            <a:spLocks noGrp="1"/>
          </p:cNvSpPr>
          <p:nvPr>
            <p:ph type="body" idx="1"/>
          </p:nvPr>
        </p:nvSpPr>
        <p:spPr/>
        <p:txBody>
          <a:bodyPr/>
          <a:lstStyle/>
          <a:p>
            <a:r>
              <a:rPr lang="es-AR" dirty="0"/>
              <a:t>Si los bancos se fondean más barato con el BC, no buscarán depósitos, sino le pedirán prestado al BC. Si el BC sube la tasa de interés, es probable que las tasas de largo plazo se ajusten.</a:t>
            </a:r>
          </a:p>
        </p:txBody>
      </p:sp>
      <p:sp>
        <p:nvSpPr>
          <p:cNvPr id="4" name="Marcador de número de diapositiva 3">
            <a:extLst>
              <a:ext uri="{FF2B5EF4-FFF2-40B4-BE49-F238E27FC236}">
                <a16:creationId xmlns:a16="http://schemas.microsoft.com/office/drawing/2014/main" id="{7C2DB233-3D07-AD27-441C-DCF8E5B07411}"/>
              </a:ext>
            </a:extLst>
          </p:cNvPr>
          <p:cNvSpPr>
            <a:spLocks noGrp="1"/>
          </p:cNvSpPr>
          <p:nvPr>
            <p:ph type="sldNum" sz="quarter" idx="5"/>
          </p:nvPr>
        </p:nvSpPr>
        <p:spPr/>
        <p:txBody>
          <a:bodyPr/>
          <a:lstStyle/>
          <a:p>
            <a:fld id="{E4FD6F28-6B8B-4B26-A2BC-83661054027C}" type="slidenum">
              <a:rPr lang="es-AR" smtClean="0"/>
              <a:t>24</a:t>
            </a:fld>
            <a:endParaRPr lang="es-AR"/>
          </a:p>
        </p:txBody>
      </p:sp>
    </p:spTree>
    <p:extLst>
      <p:ext uri="{BB962C8B-B14F-4D97-AF65-F5344CB8AC3E}">
        <p14:creationId xmlns:p14="http://schemas.microsoft.com/office/powerpoint/2010/main" val="88704484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83454D-C95F-C223-3584-EB5DCA44488C}"/>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44E59B92-75CC-1709-97BB-3F2129F55E84}"/>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D3FC376B-AF81-7036-9EAB-07E75BD3FAB3}"/>
              </a:ext>
            </a:extLst>
          </p:cNvPr>
          <p:cNvSpPr>
            <a:spLocks noGrp="1"/>
          </p:cNvSpPr>
          <p:nvPr>
            <p:ph type="body" idx="1"/>
          </p:nvPr>
        </p:nvSpPr>
        <p:spPr/>
        <p:txBody>
          <a:bodyPr/>
          <a:lstStyle/>
          <a:p>
            <a:endParaRPr lang="es-AR" dirty="0"/>
          </a:p>
        </p:txBody>
      </p:sp>
      <p:sp>
        <p:nvSpPr>
          <p:cNvPr id="4" name="Marcador de número de diapositiva 3">
            <a:extLst>
              <a:ext uri="{FF2B5EF4-FFF2-40B4-BE49-F238E27FC236}">
                <a16:creationId xmlns:a16="http://schemas.microsoft.com/office/drawing/2014/main" id="{1DD2EC8B-E096-50F8-7879-EDE06D801139}"/>
              </a:ext>
            </a:extLst>
          </p:cNvPr>
          <p:cNvSpPr>
            <a:spLocks noGrp="1"/>
          </p:cNvSpPr>
          <p:nvPr>
            <p:ph type="sldNum" sz="quarter" idx="5"/>
          </p:nvPr>
        </p:nvSpPr>
        <p:spPr/>
        <p:txBody>
          <a:bodyPr/>
          <a:lstStyle/>
          <a:p>
            <a:fld id="{E4FD6F28-6B8B-4B26-A2BC-83661054027C}" type="slidenum">
              <a:rPr lang="es-AR" smtClean="0"/>
              <a:t>25</a:t>
            </a:fld>
            <a:endParaRPr lang="es-AR"/>
          </a:p>
        </p:txBody>
      </p:sp>
    </p:spTree>
    <p:extLst>
      <p:ext uri="{BB962C8B-B14F-4D97-AF65-F5344CB8AC3E}">
        <p14:creationId xmlns:p14="http://schemas.microsoft.com/office/powerpoint/2010/main" val="182545523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C04B21-9DDF-BB3A-B7B1-D21A91BDE867}"/>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C885CF52-831F-0929-489A-BAFF761FC975}"/>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C0B39AEF-AB92-5D0F-440C-286E6CF85D49}"/>
              </a:ext>
            </a:extLst>
          </p:cNvPr>
          <p:cNvSpPr>
            <a:spLocks noGrp="1"/>
          </p:cNvSpPr>
          <p:nvPr>
            <p:ph type="body" idx="1"/>
          </p:nvPr>
        </p:nvSpPr>
        <p:spPr/>
        <p:txBody>
          <a:bodyPr/>
          <a:lstStyle/>
          <a:p>
            <a:endParaRPr lang="es-AR" dirty="0"/>
          </a:p>
        </p:txBody>
      </p:sp>
      <p:sp>
        <p:nvSpPr>
          <p:cNvPr id="4" name="Marcador de número de diapositiva 3">
            <a:extLst>
              <a:ext uri="{FF2B5EF4-FFF2-40B4-BE49-F238E27FC236}">
                <a16:creationId xmlns:a16="http://schemas.microsoft.com/office/drawing/2014/main" id="{CFFC20A5-300F-9E88-8D13-5DA312593CE5}"/>
              </a:ext>
            </a:extLst>
          </p:cNvPr>
          <p:cNvSpPr>
            <a:spLocks noGrp="1"/>
          </p:cNvSpPr>
          <p:nvPr>
            <p:ph type="sldNum" sz="quarter" idx="5"/>
          </p:nvPr>
        </p:nvSpPr>
        <p:spPr/>
        <p:txBody>
          <a:bodyPr/>
          <a:lstStyle/>
          <a:p>
            <a:fld id="{E4FD6F28-6B8B-4B26-A2BC-83661054027C}" type="slidenum">
              <a:rPr lang="es-AR" smtClean="0"/>
              <a:t>26</a:t>
            </a:fld>
            <a:endParaRPr lang="es-AR"/>
          </a:p>
        </p:txBody>
      </p:sp>
    </p:spTree>
    <p:extLst>
      <p:ext uri="{BB962C8B-B14F-4D97-AF65-F5344CB8AC3E}">
        <p14:creationId xmlns:p14="http://schemas.microsoft.com/office/powerpoint/2010/main" val="278519248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051A9B-B93D-B2AE-6B66-C4AD6B4D03E0}"/>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435CE952-001E-CA21-EFEF-0CDCB3D18A6D}"/>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24CB294E-125D-6EA8-6FFA-4C9285B591DD}"/>
              </a:ext>
            </a:extLst>
          </p:cNvPr>
          <p:cNvSpPr>
            <a:spLocks noGrp="1"/>
          </p:cNvSpPr>
          <p:nvPr>
            <p:ph type="body" idx="1"/>
          </p:nvPr>
        </p:nvSpPr>
        <p:spPr/>
        <p:txBody>
          <a:bodyPr/>
          <a:lstStyle/>
          <a:p>
            <a:endParaRPr lang="es-AR" dirty="0"/>
          </a:p>
        </p:txBody>
      </p:sp>
      <p:sp>
        <p:nvSpPr>
          <p:cNvPr id="4" name="Marcador de número de diapositiva 3">
            <a:extLst>
              <a:ext uri="{FF2B5EF4-FFF2-40B4-BE49-F238E27FC236}">
                <a16:creationId xmlns:a16="http://schemas.microsoft.com/office/drawing/2014/main" id="{8FE28176-253F-871B-0141-DD6F65E49A99}"/>
              </a:ext>
            </a:extLst>
          </p:cNvPr>
          <p:cNvSpPr>
            <a:spLocks noGrp="1"/>
          </p:cNvSpPr>
          <p:nvPr>
            <p:ph type="sldNum" sz="quarter" idx="5"/>
          </p:nvPr>
        </p:nvSpPr>
        <p:spPr/>
        <p:txBody>
          <a:bodyPr/>
          <a:lstStyle/>
          <a:p>
            <a:fld id="{E4FD6F28-6B8B-4B26-A2BC-83661054027C}" type="slidenum">
              <a:rPr lang="es-AR" smtClean="0"/>
              <a:t>27</a:t>
            </a:fld>
            <a:endParaRPr lang="es-AR"/>
          </a:p>
        </p:txBody>
      </p:sp>
    </p:spTree>
    <p:extLst>
      <p:ext uri="{BB962C8B-B14F-4D97-AF65-F5344CB8AC3E}">
        <p14:creationId xmlns:p14="http://schemas.microsoft.com/office/powerpoint/2010/main" val="99358725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1B872F-1670-F20D-A190-6E96CB01CF7E}"/>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A0C605E3-A6EF-617E-61F5-7A810980BCC6}"/>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4405B6DA-F290-F444-BF1C-38987F2B3376}"/>
              </a:ext>
            </a:extLst>
          </p:cNvPr>
          <p:cNvSpPr>
            <a:spLocks noGrp="1"/>
          </p:cNvSpPr>
          <p:nvPr>
            <p:ph type="body" idx="1"/>
          </p:nvPr>
        </p:nvSpPr>
        <p:spPr/>
        <p:txBody>
          <a:bodyPr/>
          <a:lstStyle/>
          <a:p>
            <a:endParaRPr lang="es-AR" dirty="0"/>
          </a:p>
        </p:txBody>
      </p:sp>
      <p:sp>
        <p:nvSpPr>
          <p:cNvPr id="4" name="Marcador de número de diapositiva 3">
            <a:extLst>
              <a:ext uri="{FF2B5EF4-FFF2-40B4-BE49-F238E27FC236}">
                <a16:creationId xmlns:a16="http://schemas.microsoft.com/office/drawing/2014/main" id="{C6FB007C-DF92-C6EA-A921-6511EE150DDF}"/>
              </a:ext>
            </a:extLst>
          </p:cNvPr>
          <p:cNvSpPr>
            <a:spLocks noGrp="1"/>
          </p:cNvSpPr>
          <p:nvPr>
            <p:ph type="sldNum" sz="quarter" idx="5"/>
          </p:nvPr>
        </p:nvSpPr>
        <p:spPr/>
        <p:txBody>
          <a:bodyPr/>
          <a:lstStyle/>
          <a:p>
            <a:fld id="{E4FD6F28-6B8B-4B26-A2BC-83661054027C}" type="slidenum">
              <a:rPr lang="es-AR" smtClean="0"/>
              <a:t>28</a:t>
            </a:fld>
            <a:endParaRPr lang="es-AR"/>
          </a:p>
        </p:txBody>
      </p:sp>
    </p:spTree>
    <p:extLst>
      <p:ext uri="{BB962C8B-B14F-4D97-AF65-F5344CB8AC3E}">
        <p14:creationId xmlns:p14="http://schemas.microsoft.com/office/powerpoint/2010/main" val="30045479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3D1C9C-7EC6-DA4D-4881-616CDE3FB182}"/>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1E2AD5FC-580A-5746-FD62-8A15DE06BA2C}"/>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C3962BC8-5365-990B-503E-31E3A137258B}"/>
              </a:ext>
            </a:extLst>
          </p:cNvPr>
          <p:cNvSpPr>
            <a:spLocks noGrp="1"/>
          </p:cNvSpPr>
          <p:nvPr>
            <p:ph type="body" idx="1"/>
          </p:nvPr>
        </p:nvSpPr>
        <p:spPr/>
        <p:txBody>
          <a:bodyPr/>
          <a:lstStyle/>
          <a:p>
            <a:endParaRPr lang="es-AR" dirty="0"/>
          </a:p>
        </p:txBody>
      </p:sp>
      <p:sp>
        <p:nvSpPr>
          <p:cNvPr id="4" name="Marcador de número de diapositiva 3">
            <a:extLst>
              <a:ext uri="{FF2B5EF4-FFF2-40B4-BE49-F238E27FC236}">
                <a16:creationId xmlns:a16="http://schemas.microsoft.com/office/drawing/2014/main" id="{748C4E8E-9C6E-364A-F87F-963F5267B547}"/>
              </a:ext>
            </a:extLst>
          </p:cNvPr>
          <p:cNvSpPr>
            <a:spLocks noGrp="1"/>
          </p:cNvSpPr>
          <p:nvPr>
            <p:ph type="sldNum" sz="quarter" idx="5"/>
          </p:nvPr>
        </p:nvSpPr>
        <p:spPr/>
        <p:txBody>
          <a:bodyPr/>
          <a:lstStyle/>
          <a:p>
            <a:fld id="{E4FD6F28-6B8B-4B26-A2BC-83661054027C}" type="slidenum">
              <a:rPr lang="es-AR" smtClean="0"/>
              <a:t>29</a:t>
            </a:fld>
            <a:endParaRPr lang="es-AR"/>
          </a:p>
        </p:txBody>
      </p:sp>
    </p:spTree>
    <p:extLst>
      <p:ext uri="{BB962C8B-B14F-4D97-AF65-F5344CB8AC3E}">
        <p14:creationId xmlns:p14="http://schemas.microsoft.com/office/powerpoint/2010/main" val="219058779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07F918-9146-C4E5-C085-196481836C56}"/>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A3ED5B52-AA29-B4A0-4A12-0B7E32E9DCF8}"/>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D80AB8F0-3A8F-EE8F-6E48-74E1746E7602}"/>
              </a:ext>
            </a:extLst>
          </p:cNvPr>
          <p:cNvSpPr>
            <a:spLocks noGrp="1"/>
          </p:cNvSpPr>
          <p:nvPr>
            <p:ph type="body" idx="1"/>
          </p:nvPr>
        </p:nvSpPr>
        <p:spPr/>
        <p:txBody>
          <a:bodyPr/>
          <a:lstStyle/>
          <a:p>
            <a:endParaRPr lang="es-AR" dirty="0"/>
          </a:p>
        </p:txBody>
      </p:sp>
      <p:sp>
        <p:nvSpPr>
          <p:cNvPr id="4" name="Marcador de número de diapositiva 3">
            <a:extLst>
              <a:ext uri="{FF2B5EF4-FFF2-40B4-BE49-F238E27FC236}">
                <a16:creationId xmlns:a16="http://schemas.microsoft.com/office/drawing/2014/main" id="{6D55B524-33BC-FD9D-B714-63ED16BD6E1C}"/>
              </a:ext>
            </a:extLst>
          </p:cNvPr>
          <p:cNvSpPr>
            <a:spLocks noGrp="1"/>
          </p:cNvSpPr>
          <p:nvPr>
            <p:ph type="sldNum" sz="quarter" idx="5"/>
          </p:nvPr>
        </p:nvSpPr>
        <p:spPr/>
        <p:txBody>
          <a:bodyPr/>
          <a:lstStyle/>
          <a:p>
            <a:fld id="{E4FD6F28-6B8B-4B26-A2BC-83661054027C}" type="slidenum">
              <a:rPr lang="es-AR" smtClean="0"/>
              <a:t>30</a:t>
            </a:fld>
            <a:endParaRPr lang="es-AR"/>
          </a:p>
        </p:txBody>
      </p:sp>
    </p:spTree>
    <p:extLst>
      <p:ext uri="{BB962C8B-B14F-4D97-AF65-F5344CB8AC3E}">
        <p14:creationId xmlns:p14="http://schemas.microsoft.com/office/powerpoint/2010/main" val="289336848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0FEC28A-FE7E-3F02-0D9C-7D7BAB16F189}"/>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AR"/>
          </a:p>
        </p:txBody>
      </p:sp>
      <p:sp>
        <p:nvSpPr>
          <p:cNvPr id="3" name="Subtítulo 2">
            <a:extLst>
              <a:ext uri="{FF2B5EF4-FFF2-40B4-BE49-F238E27FC236}">
                <a16:creationId xmlns:a16="http://schemas.microsoft.com/office/drawing/2014/main" id="{99D036A2-4B85-BDC7-AE89-E19F3EAE9A7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AR"/>
          </a:p>
        </p:txBody>
      </p:sp>
      <p:sp>
        <p:nvSpPr>
          <p:cNvPr id="4" name="Marcador de fecha 3">
            <a:extLst>
              <a:ext uri="{FF2B5EF4-FFF2-40B4-BE49-F238E27FC236}">
                <a16:creationId xmlns:a16="http://schemas.microsoft.com/office/drawing/2014/main" id="{9F959D2F-471D-B8BA-BAC3-16933C271C2A}"/>
              </a:ext>
            </a:extLst>
          </p:cNvPr>
          <p:cNvSpPr>
            <a:spLocks noGrp="1"/>
          </p:cNvSpPr>
          <p:nvPr>
            <p:ph type="dt" sz="half" idx="10"/>
          </p:nvPr>
        </p:nvSpPr>
        <p:spPr/>
        <p:txBody>
          <a:bodyPr/>
          <a:lstStyle/>
          <a:p>
            <a:fld id="{4135D385-4FAF-4E4E-BA82-36905E5B7CC6}" type="datetimeFigureOut">
              <a:rPr lang="es-AR" smtClean="0"/>
              <a:t>14/5/2026</a:t>
            </a:fld>
            <a:endParaRPr lang="es-AR"/>
          </a:p>
        </p:txBody>
      </p:sp>
      <p:sp>
        <p:nvSpPr>
          <p:cNvPr id="5" name="Marcador de pie de página 4">
            <a:extLst>
              <a:ext uri="{FF2B5EF4-FFF2-40B4-BE49-F238E27FC236}">
                <a16:creationId xmlns:a16="http://schemas.microsoft.com/office/drawing/2014/main" id="{D3B78831-6208-AB73-F309-C88BF308ED62}"/>
              </a:ext>
            </a:extLst>
          </p:cNvPr>
          <p:cNvSpPr>
            <a:spLocks noGrp="1"/>
          </p:cNvSpPr>
          <p:nvPr>
            <p:ph type="ftr" sz="quarter" idx="11"/>
          </p:nvPr>
        </p:nvSpPr>
        <p:spPr/>
        <p:txBody>
          <a:bodyPr/>
          <a:lstStyle/>
          <a:p>
            <a:endParaRPr lang="es-AR"/>
          </a:p>
        </p:txBody>
      </p:sp>
      <p:sp>
        <p:nvSpPr>
          <p:cNvPr id="6" name="Marcador de número de diapositiva 5">
            <a:extLst>
              <a:ext uri="{FF2B5EF4-FFF2-40B4-BE49-F238E27FC236}">
                <a16:creationId xmlns:a16="http://schemas.microsoft.com/office/drawing/2014/main" id="{F82033EF-BBB6-C09B-4FC6-A0BE9E1E7C73}"/>
              </a:ext>
            </a:extLst>
          </p:cNvPr>
          <p:cNvSpPr>
            <a:spLocks noGrp="1"/>
          </p:cNvSpPr>
          <p:nvPr>
            <p:ph type="sldNum" sz="quarter" idx="12"/>
          </p:nvPr>
        </p:nvSpPr>
        <p:spPr/>
        <p:txBody>
          <a:bodyPr/>
          <a:lstStyle/>
          <a:p>
            <a:fld id="{679646AF-F29B-4072-BFC1-F830832FF4CC}" type="slidenum">
              <a:rPr lang="es-AR" smtClean="0"/>
              <a:t>‹Nº›</a:t>
            </a:fld>
            <a:endParaRPr lang="es-AR"/>
          </a:p>
        </p:txBody>
      </p:sp>
    </p:spTree>
    <p:extLst>
      <p:ext uri="{BB962C8B-B14F-4D97-AF65-F5344CB8AC3E}">
        <p14:creationId xmlns:p14="http://schemas.microsoft.com/office/powerpoint/2010/main" val="422907412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FFE2A1E-341D-A5DA-9417-6D6A54E6C250}"/>
              </a:ext>
            </a:extLst>
          </p:cNvPr>
          <p:cNvSpPr>
            <a:spLocks noGrp="1"/>
          </p:cNvSpPr>
          <p:nvPr>
            <p:ph type="title"/>
          </p:nvPr>
        </p:nvSpPr>
        <p:spPr/>
        <p:txBody>
          <a:bodyPr/>
          <a:lstStyle/>
          <a:p>
            <a:r>
              <a:rPr lang="es-ES"/>
              <a:t>Haga clic para modificar el estilo de título del patrón</a:t>
            </a:r>
            <a:endParaRPr lang="es-AR"/>
          </a:p>
        </p:txBody>
      </p:sp>
      <p:sp>
        <p:nvSpPr>
          <p:cNvPr id="3" name="Marcador de contenido 2">
            <a:extLst>
              <a:ext uri="{FF2B5EF4-FFF2-40B4-BE49-F238E27FC236}">
                <a16:creationId xmlns:a16="http://schemas.microsoft.com/office/drawing/2014/main" id="{DC368ECA-D459-B9A1-B4C2-140F8ADFEE08}"/>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4" name="Marcador de fecha 3">
            <a:extLst>
              <a:ext uri="{FF2B5EF4-FFF2-40B4-BE49-F238E27FC236}">
                <a16:creationId xmlns:a16="http://schemas.microsoft.com/office/drawing/2014/main" id="{340E543A-4174-C7EC-3FAB-D77574533095}"/>
              </a:ext>
            </a:extLst>
          </p:cNvPr>
          <p:cNvSpPr>
            <a:spLocks noGrp="1"/>
          </p:cNvSpPr>
          <p:nvPr>
            <p:ph type="dt" sz="half" idx="10"/>
          </p:nvPr>
        </p:nvSpPr>
        <p:spPr/>
        <p:txBody>
          <a:bodyPr/>
          <a:lstStyle/>
          <a:p>
            <a:fld id="{4135D385-4FAF-4E4E-BA82-36905E5B7CC6}" type="datetimeFigureOut">
              <a:rPr lang="es-AR" smtClean="0"/>
              <a:t>14/5/2026</a:t>
            </a:fld>
            <a:endParaRPr lang="es-AR"/>
          </a:p>
        </p:txBody>
      </p:sp>
      <p:sp>
        <p:nvSpPr>
          <p:cNvPr id="5" name="Marcador de pie de página 4">
            <a:extLst>
              <a:ext uri="{FF2B5EF4-FFF2-40B4-BE49-F238E27FC236}">
                <a16:creationId xmlns:a16="http://schemas.microsoft.com/office/drawing/2014/main" id="{440FE798-248D-E18A-4168-B29C249C3A07}"/>
              </a:ext>
            </a:extLst>
          </p:cNvPr>
          <p:cNvSpPr>
            <a:spLocks noGrp="1"/>
          </p:cNvSpPr>
          <p:nvPr>
            <p:ph type="ftr" sz="quarter" idx="11"/>
          </p:nvPr>
        </p:nvSpPr>
        <p:spPr/>
        <p:txBody>
          <a:bodyPr/>
          <a:lstStyle/>
          <a:p>
            <a:endParaRPr lang="es-AR"/>
          </a:p>
        </p:txBody>
      </p:sp>
      <p:sp>
        <p:nvSpPr>
          <p:cNvPr id="6" name="Marcador de número de diapositiva 5">
            <a:extLst>
              <a:ext uri="{FF2B5EF4-FFF2-40B4-BE49-F238E27FC236}">
                <a16:creationId xmlns:a16="http://schemas.microsoft.com/office/drawing/2014/main" id="{48C9DA81-F207-9597-C7D4-9A16407AD92E}"/>
              </a:ext>
            </a:extLst>
          </p:cNvPr>
          <p:cNvSpPr>
            <a:spLocks noGrp="1"/>
          </p:cNvSpPr>
          <p:nvPr>
            <p:ph type="sldNum" sz="quarter" idx="12"/>
          </p:nvPr>
        </p:nvSpPr>
        <p:spPr/>
        <p:txBody>
          <a:bodyPr/>
          <a:lstStyle/>
          <a:p>
            <a:fld id="{679646AF-F29B-4072-BFC1-F830832FF4CC}" type="slidenum">
              <a:rPr lang="es-AR" smtClean="0"/>
              <a:t>‹Nº›</a:t>
            </a:fld>
            <a:endParaRPr lang="es-AR"/>
          </a:p>
        </p:txBody>
      </p:sp>
    </p:spTree>
    <p:extLst>
      <p:ext uri="{BB962C8B-B14F-4D97-AF65-F5344CB8AC3E}">
        <p14:creationId xmlns:p14="http://schemas.microsoft.com/office/powerpoint/2010/main" val="61565204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3F65763-9293-2E5F-DF38-02E2E06D0F20}"/>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AR"/>
          </a:p>
        </p:txBody>
      </p:sp>
      <p:sp>
        <p:nvSpPr>
          <p:cNvPr id="3" name="Marcador de texto 2">
            <a:extLst>
              <a:ext uri="{FF2B5EF4-FFF2-40B4-BE49-F238E27FC236}">
                <a16:creationId xmlns:a16="http://schemas.microsoft.com/office/drawing/2014/main" id="{D06AEED9-0FDB-9523-3868-A47EEE972753}"/>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E0FE00A3-C711-CEB5-728F-A3723D2F2FEA}"/>
              </a:ext>
            </a:extLst>
          </p:cNvPr>
          <p:cNvSpPr>
            <a:spLocks noGrp="1"/>
          </p:cNvSpPr>
          <p:nvPr>
            <p:ph type="dt" sz="half" idx="10"/>
          </p:nvPr>
        </p:nvSpPr>
        <p:spPr/>
        <p:txBody>
          <a:bodyPr/>
          <a:lstStyle/>
          <a:p>
            <a:fld id="{4135D385-4FAF-4E4E-BA82-36905E5B7CC6}" type="datetimeFigureOut">
              <a:rPr lang="es-AR" smtClean="0"/>
              <a:t>14/5/2026</a:t>
            </a:fld>
            <a:endParaRPr lang="es-AR"/>
          </a:p>
        </p:txBody>
      </p:sp>
      <p:sp>
        <p:nvSpPr>
          <p:cNvPr id="5" name="Marcador de pie de página 4">
            <a:extLst>
              <a:ext uri="{FF2B5EF4-FFF2-40B4-BE49-F238E27FC236}">
                <a16:creationId xmlns:a16="http://schemas.microsoft.com/office/drawing/2014/main" id="{D73FCF2D-BFF5-DD20-AFE5-E77F4103C001}"/>
              </a:ext>
            </a:extLst>
          </p:cNvPr>
          <p:cNvSpPr>
            <a:spLocks noGrp="1"/>
          </p:cNvSpPr>
          <p:nvPr>
            <p:ph type="ftr" sz="quarter" idx="11"/>
          </p:nvPr>
        </p:nvSpPr>
        <p:spPr/>
        <p:txBody>
          <a:bodyPr/>
          <a:lstStyle/>
          <a:p>
            <a:endParaRPr lang="es-AR"/>
          </a:p>
        </p:txBody>
      </p:sp>
      <p:sp>
        <p:nvSpPr>
          <p:cNvPr id="6" name="Marcador de número de diapositiva 5">
            <a:extLst>
              <a:ext uri="{FF2B5EF4-FFF2-40B4-BE49-F238E27FC236}">
                <a16:creationId xmlns:a16="http://schemas.microsoft.com/office/drawing/2014/main" id="{7140EA85-59D8-B812-5337-EAF250E444A3}"/>
              </a:ext>
            </a:extLst>
          </p:cNvPr>
          <p:cNvSpPr>
            <a:spLocks noGrp="1"/>
          </p:cNvSpPr>
          <p:nvPr>
            <p:ph type="sldNum" sz="quarter" idx="12"/>
          </p:nvPr>
        </p:nvSpPr>
        <p:spPr/>
        <p:txBody>
          <a:bodyPr/>
          <a:lstStyle/>
          <a:p>
            <a:fld id="{679646AF-F29B-4072-BFC1-F830832FF4CC}" type="slidenum">
              <a:rPr lang="es-AR" smtClean="0"/>
              <a:t>‹Nº›</a:t>
            </a:fld>
            <a:endParaRPr lang="es-AR"/>
          </a:p>
        </p:txBody>
      </p:sp>
    </p:spTree>
    <p:extLst>
      <p:ext uri="{BB962C8B-B14F-4D97-AF65-F5344CB8AC3E}">
        <p14:creationId xmlns:p14="http://schemas.microsoft.com/office/powerpoint/2010/main" val="112395136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6511D9F-C745-EC47-CA9B-6246739060D8}"/>
              </a:ext>
            </a:extLst>
          </p:cNvPr>
          <p:cNvSpPr>
            <a:spLocks noGrp="1"/>
          </p:cNvSpPr>
          <p:nvPr>
            <p:ph type="title"/>
          </p:nvPr>
        </p:nvSpPr>
        <p:spPr/>
        <p:txBody>
          <a:bodyPr/>
          <a:lstStyle/>
          <a:p>
            <a:r>
              <a:rPr lang="es-ES"/>
              <a:t>Haga clic para modificar el estilo de título del patrón</a:t>
            </a:r>
            <a:endParaRPr lang="es-AR"/>
          </a:p>
        </p:txBody>
      </p:sp>
      <p:sp>
        <p:nvSpPr>
          <p:cNvPr id="3" name="Marcador de contenido 2">
            <a:extLst>
              <a:ext uri="{FF2B5EF4-FFF2-40B4-BE49-F238E27FC236}">
                <a16:creationId xmlns:a16="http://schemas.microsoft.com/office/drawing/2014/main" id="{905FCAA3-E966-5B4E-DDF4-8F1900C802FE}"/>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4" name="Marcador de contenido 3">
            <a:extLst>
              <a:ext uri="{FF2B5EF4-FFF2-40B4-BE49-F238E27FC236}">
                <a16:creationId xmlns:a16="http://schemas.microsoft.com/office/drawing/2014/main" id="{5142DCE2-4256-143D-8DEE-35C97BAE4EBE}"/>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5" name="Marcador de fecha 4">
            <a:extLst>
              <a:ext uri="{FF2B5EF4-FFF2-40B4-BE49-F238E27FC236}">
                <a16:creationId xmlns:a16="http://schemas.microsoft.com/office/drawing/2014/main" id="{ED8E6FF2-B83A-A2F2-BB25-0A3FF91E8137}"/>
              </a:ext>
            </a:extLst>
          </p:cNvPr>
          <p:cNvSpPr>
            <a:spLocks noGrp="1"/>
          </p:cNvSpPr>
          <p:nvPr>
            <p:ph type="dt" sz="half" idx="10"/>
          </p:nvPr>
        </p:nvSpPr>
        <p:spPr/>
        <p:txBody>
          <a:bodyPr/>
          <a:lstStyle/>
          <a:p>
            <a:fld id="{4135D385-4FAF-4E4E-BA82-36905E5B7CC6}" type="datetimeFigureOut">
              <a:rPr lang="es-AR" smtClean="0"/>
              <a:t>14/5/2026</a:t>
            </a:fld>
            <a:endParaRPr lang="es-AR"/>
          </a:p>
        </p:txBody>
      </p:sp>
      <p:sp>
        <p:nvSpPr>
          <p:cNvPr id="6" name="Marcador de pie de página 5">
            <a:extLst>
              <a:ext uri="{FF2B5EF4-FFF2-40B4-BE49-F238E27FC236}">
                <a16:creationId xmlns:a16="http://schemas.microsoft.com/office/drawing/2014/main" id="{0A31BCAA-80FD-D553-AF31-78C9B7AD0BC4}"/>
              </a:ext>
            </a:extLst>
          </p:cNvPr>
          <p:cNvSpPr>
            <a:spLocks noGrp="1"/>
          </p:cNvSpPr>
          <p:nvPr>
            <p:ph type="ftr" sz="quarter" idx="11"/>
          </p:nvPr>
        </p:nvSpPr>
        <p:spPr/>
        <p:txBody>
          <a:bodyPr/>
          <a:lstStyle/>
          <a:p>
            <a:endParaRPr lang="es-AR"/>
          </a:p>
        </p:txBody>
      </p:sp>
      <p:sp>
        <p:nvSpPr>
          <p:cNvPr id="7" name="Marcador de número de diapositiva 6">
            <a:extLst>
              <a:ext uri="{FF2B5EF4-FFF2-40B4-BE49-F238E27FC236}">
                <a16:creationId xmlns:a16="http://schemas.microsoft.com/office/drawing/2014/main" id="{FFF5D1C8-A848-DD72-494C-90C74EF6CCCA}"/>
              </a:ext>
            </a:extLst>
          </p:cNvPr>
          <p:cNvSpPr>
            <a:spLocks noGrp="1"/>
          </p:cNvSpPr>
          <p:nvPr>
            <p:ph type="sldNum" sz="quarter" idx="12"/>
          </p:nvPr>
        </p:nvSpPr>
        <p:spPr/>
        <p:txBody>
          <a:bodyPr/>
          <a:lstStyle/>
          <a:p>
            <a:fld id="{679646AF-F29B-4072-BFC1-F830832FF4CC}" type="slidenum">
              <a:rPr lang="es-AR" smtClean="0"/>
              <a:t>‹Nº›</a:t>
            </a:fld>
            <a:endParaRPr lang="es-AR"/>
          </a:p>
        </p:txBody>
      </p:sp>
    </p:spTree>
    <p:extLst>
      <p:ext uri="{BB962C8B-B14F-4D97-AF65-F5344CB8AC3E}">
        <p14:creationId xmlns:p14="http://schemas.microsoft.com/office/powerpoint/2010/main" val="214180044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ACA957B-E46E-E2E0-63E8-87F63D42D40C}"/>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s-AR"/>
          </a:p>
        </p:txBody>
      </p:sp>
      <p:sp>
        <p:nvSpPr>
          <p:cNvPr id="3" name="Marcador de texto 2">
            <a:extLst>
              <a:ext uri="{FF2B5EF4-FFF2-40B4-BE49-F238E27FC236}">
                <a16:creationId xmlns:a16="http://schemas.microsoft.com/office/drawing/2014/main" id="{004D6FB9-1C42-407B-11F4-69AAEEF2FD4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D59C4FE5-38F4-B512-0453-E3B1E8D9EEB5}"/>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5" name="Marcador de texto 4">
            <a:extLst>
              <a:ext uri="{FF2B5EF4-FFF2-40B4-BE49-F238E27FC236}">
                <a16:creationId xmlns:a16="http://schemas.microsoft.com/office/drawing/2014/main" id="{7B9677D4-090B-EA12-2A45-3D543973409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E0A7254D-F23D-248A-9D9E-9C51EBC62690}"/>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7" name="Marcador de fecha 6">
            <a:extLst>
              <a:ext uri="{FF2B5EF4-FFF2-40B4-BE49-F238E27FC236}">
                <a16:creationId xmlns:a16="http://schemas.microsoft.com/office/drawing/2014/main" id="{4BBE3A72-E313-7388-3A7E-4C9D5B25CD02}"/>
              </a:ext>
            </a:extLst>
          </p:cNvPr>
          <p:cNvSpPr>
            <a:spLocks noGrp="1"/>
          </p:cNvSpPr>
          <p:nvPr>
            <p:ph type="dt" sz="half" idx="10"/>
          </p:nvPr>
        </p:nvSpPr>
        <p:spPr/>
        <p:txBody>
          <a:bodyPr/>
          <a:lstStyle/>
          <a:p>
            <a:fld id="{4135D385-4FAF-4E4E-BA82-36905E5B7CC6}" type="datetimeFigureOut">
              <a:rPr lang="es-AR" smtClean="0"/>
              <a:t>14/5/2026</a:t>
            </a:fld>
            <a:endParaRPr lang="es-AR"/>
          </a:p>
        </p:txBody>
      </p:sp>
      <p:sp>
        <p:nvSpPr>
          <p:cNvPr id="8" name="Marcador de pie de página 7">
            <a:extLst>
              <a:ext uri="{FF2B5EF4-FFF2-40B4-BE49-F238E27FC236}">
                <a16:creationId xmlns:a16="http://schemas.microsoft.com/office/drawing/2014/main" id="{89BC6961-4418-27A5-615D-B66632A63849}"/>
              </a:ext>
            </a:extLst>
          </p:cNvPr>
          <p:cNvSpPr>
            <a:spLocks noGrp="1"/>
          </p:cNvSpPr>
          <p:nvPr>
            <p:ph type="ftr" sz="quarter" idx="11"/>
          </p:nvPr>
        </p:nvSpPr>
        <p:spPr/>
        <p:txBody>
          <a:bodyPr/>
          <a:lstStyle/>
          <a:p>
            <a:endParaRPr lang="es-AR"/>
          </a:p>
        </p:txBody>
      </p:sp>
      <p:sp>
        <p:nvSpPr>
          <p:cNvPr id="9" name="Marcador de número de diapositiva 8">
            <a:extLst>
              <a:ext uri="{FF2B5EF4-FFF2-40B4-BE49-F238E27FC236}">
                <a16:creationId xmlns:a16="http://schemas.microsoft.com/office/drawing/2014/main" id="{23CABF86-8C66-CB3B-1D6C-0AC7717CDD7F}"/>
              </a:ext>
            </a:extLst>
          </p:cNvPr>
          <p:cNvSpPr>
            <a:spLocks noGrp="1"/>
          </p:cNvSpPr>
          <p:nvPr>
            <p:ph type="sldNum" sz="quarter" idx="12"/>
          </p:nvPr>
        </p:nvSpPr>
        <p:spPr/>
        <p:txBody>
          <a:bodyPr/>
          <a:lstStyle/>
          <a:p>
            <a:fld id="{679646AF-F29B-4072-BFC1-F830832FF4CC}" type="slidenum">
              <a:rPr lang="es-AR" smtClean="0"/>
              <a:t>‹Nº›</a:t>
            </a:fld>
            <a:endParaRPr lang="es-AR"/>
          </a:p>
        </p:txBody>
      </p:sp>
    </p:spTree>
    <p:extLst>
      <p:ext uri="{BB962C8B-B14F-4D97-AF65-F5344CB8AC3E}">
        <p14:creationId xmlns:p14="http://schemas.microsoft.com/office/powerpoint/2010/main" val="193857681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5581417-3911-A09B-1E43-C5FDA6B76699}"/>
              </a:ext>
            </a:extLst>
          </p:cNvPr>
          <p:cNvSpPr>
            <a:spLocks noGrp="1"/>
          </p:cNvSpPr>
          <p:nvPr>
            <p:ph type="title"/>
          </p:nvPr>
        </p:nvSpPr>
        <p:spPr/>
        <p:txBody>
          <a:bodyPr/>
          <a:lstStyle/>
          <a:p>
            <a:r>
              <a:rPr lang="es-ES"/>
              <a:t>Haga clic para modificar el estilo de título del patrón</a:t>
            </a:r>
            <a:endParaRPr lang="es-AR"/>
          </a:p>
        </p:txBody>
      </p:sp>
      <p:sp>
        <p:nvSpPr>
          <p:cNvPr id="3" name="Marcador de fecha 2">
            <a:extLst>
              <a:ext uri="{FF2B5EF4-FFF2-40B4-BE49-F238E27FC236}">
                <a16:creationId xmlns:a16="http://schemas.microsoft.com/office/drawing/2014/main" id="{B89BA087-DCF5-B057-3EAC-D94428AE4B7A}"/>
              </a:ext>
            </a:extLst>
          </p:cNvPr>
          <p:cNvSpPr>
            <a:spLocks noGrp="1"/>
          </p:cNvSpPr>
          <p:nvPr>
            <p:ph type="dt" sz="half" idx="10"/>
          </p:nvPr>
        </p:nvSpPr>
        <p:spPr/>
        <p:txBody>
          <a:bodyPr/>
          <a:lstStyle/>
          <a:p>
            <a:fld id="{4135D385-4FAF-4E4E-BA82-36905E5B7CC6}" type="datetimeFigureOut">
              <a:rPr lang="es-AR" smtClean="0"/>
              <a:t>14/5/2026</a:t>
            </a:fld>
            <a:endParaRPr lang="es-AR"/>
          </a:p>
        </p:txBody>
      </p:sp>
      <p:sp>
        <p:nvSpPr>
          <p:cNvPr id="4" name="Marcador de pie de página 3">
            <a:extLst>
              <a:ext uri="{FF2B5EF4-FFF2-40B4-BE49-F238E27FC236}">
                <a16:creationId xmlns:a16="http://schemas.microsoft.com/office/drawing/2014/main" id="{80F63AFE-6442-5647-A49E-FA49ADA772B7}"/>
              </a:ext>
            </a:extLst>
          </p:cNvPr>
          <p:cNvSpPr>
            <a:spLocks noGrp="1"/>
          </p:cNvSpPr>
          <p:nvPr>
            <p:ph type="ftr" sz="quarter" idx="11"/>
          </p:nvPr>
        </p:nvSpPr>
        <p:spPr/>
        <p:txBody>
          <a:bodyPr/>
          <a:lstStyle/>
          <a:p>
            <a:endParaRPr lang="es-AR"/>
          </a:p>
        </p:txBody>
      </p:sp>
      <p:sp>
        <p:nvSpPr>
          <p:cNvPr id="5" name="Marcador de número de diapositiva 4">
            <a:extLst>
              <a:ext uri="{FF2B5EF4-FFF2-40B4-BE49-F238E27FC236}">
                <a16:creationId xmlns:a16="http://schemas.microsoft.com/office/drawing/2014/main" id="{49B0DF9D-B59B-3442-82E1-DB4E97967D44}"/>
              </a:ext>
            </a:extLst>
          </p:cNvPr>
          <p:cNvSpPr>
            <a:spLocks noGrp="1"/>
          </p:cNvSpPr>
          <p:nvPr>
            <p:ph type="sldNum" sz="quarter" idx="12"/>
          </p:nvPr>
        </p:nvSpPr>
        <p:spPr/>
        <p:txBody>
          <a:bodyPr/>
          <a:lstStyle/>
          <a:p>
            <a:fld id="{679646AF-F29B-4072-BFC1-F830832FF4CC}" type="slidenum">
              <a:rPr lang="es-AR" smtClean="0"/>
              <a:t>‹Nº›</a:t>
            </a:fld>
            <a:endParaRPr lang="es-AR"/>
          </a:p>
        </p:txBody>
      </p:sp>
    </p:spTree>
    <p:extLst>
      <p:ext uri="{BB962C8B-B14F-4D97-AF65-F5344CB8AC3E}">
        <p14:creationId xmlns:p14="http://schemas.microsoft.com/office/powerpoint/2010/main" val="253797221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2126301E-C340-8278-416A-E391DFCC7954}"/>
              </a:ext>
            </a:extLst>
          </p:cNvPr>
          <p:cNvSpPr>
            <a:spLocks noGrp="1"/>
          </p:cNvSpPr>
          <p:nvPr>
            <p:ph type="dt" sz="half" idx="10"/>
          </p:nvPr>
        </p:nvSpPr>
        <p:spPr/>
        <p:txBody>
          <a:bodyPr/>
          <a:lstStyle/>
          <a:p>
            <a:fld id="{4135D385-4FAF-4E4E-BA82-36905E5B7CC6}" type="datetimeFigureOut">
              <a:rPr lang="es-AR" smtClean="0"/>
              <a:t>14/5/2026</a:t>
            </a:fld>
            <a:endParaRPr lang="es-AR"/>
          </a:p>
        </p:txBody>
      </p:sp>
      <p:sp>
        <p:nvSpPr>
          <p:cNvPr id="3" name="Marcador de pie de página 2">
            <a:extLst>
              <a:ext uri="{FF2B5EF4-FFF2-40B4-BE49-F238E27FC236}">
                <a16:creationId xmlns:a16="http://schemas.microsoft.com/office/drawing/2014/main" id="{4D49ACC0-4604-20A5-2BDD-7D265627095C}"/>
              </a:ext>
            </a:extLst>
          </p:cNvPr>
          <p:cNvSpPr>
            <a:spLocks noGrp="1"/>
          </p:cNvSpPr>
          <p:nvPr>
            <p:ph type="ftr" sz="quarter" idx="11"/>
          </p:nvPr>
        </p:nvSpPr>
        <p:spPr/>
        <p:txBody>
          <a:bodyPr/>
          <a:lstStyle/>
          <a:p>
            <a:endParaRPr lang="es-AR"/>
          </a:p>
        </p:txBody>
      </p:sp>
      <p:sp>
        <p:nvSpPr>
          <p:cNvPr id="4" name="Marcador de número de diapositiva 3">
            <a:extLst>
              <a:ext uri="{FF2B5EF4-FFF2-40B4-BE49-F238E27FC236}">
                <a16:creationId xmlns:a16="http://schemas.microsoft.com/office/drawing/2014/main" id="{661BD4EE-E15F-0E0A-9161-AA0D300D35F1}"/>
              </a:ext>
            </a:extLst>
          </p:cNvPr>
          <p:cNvSpPr>
            <a:spLocks noGrp="1"/>
          </p:cNvSpPr>
          <p:nvPr>
            <p:ph type="sldNum" sz="quarter" idx="12"/>
          </p:nvPr>
        </p:nvSpPr>
        <p:spPr/>
        <p:txBody>
          <a:bodyPr/>
          <a:lstStyle/>
          <a:p>
            <a:fld id="{679646AF-F29B-4072-BFC1-F830832FF4CC}" type="slidenum">
              <a:rPr lang="es-AR" smtClean="0"/>
              <a:t>‹Nº›</a:t>
            </a:fld>
            <a:endParaRPr lang="es-AR"/>
          </a:p>
        </p:txBody>
      </p:sp>
    </p:spTree>
    <p:extLst>
      <p:ext uri="{BB962C8B-B14F-4D97-AF65-F5344CB8AC3E}">
        <p14:creationId xmlns:p14="http://schemas.microsoft.com/office/powerpoint/2010/main" val="168069500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2B67CD6-5BD0-9CD0-6C81-B868C5623992}"/>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AR"/>
          </a:p>
        </p:txBody>
      </p:sp>
      <p:sp>
        <p:nvSpPr>
          <p:cNvPr id="3" name="Marcador de contenido 2">
            <a:extLst>
              <a:ext uri="{FF2B5EF4-FFF2-40B4-BE49-F238E27FC236}">
                <a16:creationId xmlns:a16="http://schemas.microsoft.com/office/drawing/2014/main" id="{E777DA56-72E5-7BE3-AF8A-4F1AA240F85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4" name="Marcador de texto 3">
            <a:extLst>
              <a:ext uri="{FF2B5EF4-FFF2-40B4-BE49-F238E27FC236}">
                <a16:creationId xmlns:a16="http://schemas.microsoft.com/office/drawing/2014/main" id="{1E4F8FB7-6554-8FB8-5C23-7629AF56FDE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1662C2D1-EF23-2995-BC0C-60A0D21AC168}"/>
              </a:ext>
            </a:extLst>
          </p:cNvPr>
          <p:cNvSpPr>
            <a:spLocks noGrp="1"/>
          </p:cNvSpPr>
          <p:nvPr>
            <p:ph type="dt" sz="half" idx="10"/>
          </p:nvPr>
        </p:nvSpPr>
        <p:spPr/>
        <p:txBody>
          <a:bodyPr/>
          <a:lstStyle/>
          <a:p>
            <a:fld id="{4135D385-4FAF-4E4E-BA82-36905E5B7CC6}" type="datetimeFigureOut">
              <a:rPr lang="es-AR" smtClean="0"/>
              <a:t>14/5/2026</a:t>
            </a:fld>
            <a:endParaRPr lang="es-AR"/>
          </a:p>
        </p:txBody>
      </p:sp>
      <p:sp>
        <p:nvSpPr>
          <p:cNvPr id="6" name="Marcador de pie de página 5">
            <a:extLst>
              <a:ext uri="{FF2B5EF4-FFF2-40B4-BE49-F238E27FC236}">
                <a16:creationId xmlns:a16="http://schemas.microsoft.com/office/drawing/2014/main" id="{CB3613AA-B232-9D96-0C36-4051789CE887}"/>
              </a:ext>
            </a:extLst>
          </p:cNvPr>
          <p:cNvSpPr>
            <a:spLocks noGrp="1"/>
          </p:cNvSpPr>
          <p:nvPr>
            <p:ph type="ftr" sz="quarter" idx="11"/>
          </p:nvPr>
        </p:nvSpPr>
        <p:spPr/>
        <p:txBody>
          <a:bodyPr/>
          <a:lstStyle/>
          <a:p>
            <a:endParaRPr lang="es-AR"/>
          </a:p>
        </p:txBody>
      </p:sp>
      <p:sp>
        <p:nvSpPr>
          <p:cNvPr id="7" name="Marcador de número de diapositiva 6">
            <a:extLst>
              <a:ext uri="{FF2B5EF4-FFF2-40B4-BE49-F238E27FC236}">
                <a16:creationId xmlns:a16="http://schemas.microsoft.com/office/drawing/2014/main" id="{44570AFD-181F-08C7-70CF-DFF878754CB1}"/>
              </a:ext>
            </a:extLst>
          </p:cNvPr>
          <p:cNvSpPr>
            <a:spLocks noGrp="1"/>
          </p:cNvSpPr>
          <p:nvPr>
            <p:ph type="sldNum" sz="quarter" idx="12"/>
          </p:nvPr>
        </p:nvSpPr>
        <p:spPr/>
        <p:txBody>
          <a:bodyPr/>
          <a:lstStyle/>
          <a:p>
            <a:fld id="{679646AF-F29B-4072-BFC1-F830832FF4CC}" type="slidenum">
              <a:rPr lang="es-AR" smtClean="0"/>
              <a:t>‹Nº›</a:t>
            </a:fld>
            <a:endParaRPr lang="es-AR"/>
          </a:p>
        </p:txBody>
      </p:sp>
    </p:spTree>
    <p:extLst>
      <p:ext uri="{BB962C8B-B14F-4D97-AF65-F5344CB8AC3E}">
        <p14:creationId xmlns:p14="http://schemas.microsoft.com/office/powerpoint/2010/main" val="271271782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1289594-B0E5-CC9B-9C64-74D974E5546D}"/>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AR"/>
          </a:p>
        </p:txBody>
      </p:sp>
      <p:sp>
        <p:nvSpPr>
          <p:cNvPr id="3" name="Marcador de posición de imagen 2">
            <a:extLst>
              <a:ext uri="{FF2B5EF4-FFF2-40B4-BE49-F238E27FC236}">
                <a16:creationId xmlns:a16="http://schemas.microsoft.com/office/drawing/2014/main" id="{AFD61E3C-22BE-6B1E-2940-7D1A8EFF7D2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AR"/>
          </a:p>
        </p:txBody>
      </p:sp>
      <p:sp>
        <p:nvSpPr>
          <p:cNvPr id="4" name="Marcador de texto 3">
            <a:extLst>
              <a:ext uri="{FF2B5EF4-FFF2-40B4-BE49-F238E27FC236}">
                <a16:creationId xmlns:a16="http://schemas.microsoft.com/office/drawing/2014/main" id="{6A5093CF-4111-4C20-E8B3-EF1EE96F21F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7BAD0F78-D3D0-EDB2-3585-605C56BCB5E9}"/>
              </a:ext>
            </a:extLst>
          </p:cNvPr>
          <p:cNvSpPr>
            <a:spLocks noGrp="1"/>
          </p:cNvSpPr>
          <p:nvPr>
            <p:ph type="dt" sz="half" idx="10"/>
          </p:nvPr>
        </p:nvSpPr>
        <p:spPr/>
        <p:txBody>
          <a:bodyPr/>
          <a:lstStyle/>
          <a:p>
            <a:fld id="{4135D385-4FAF-4E4E-BA82-36905E5B7CC6}" type="datetimeFigureOut">
              <a:rPr lang="es-AR" smtClean="0"/>
              <a:t>14/5/2026</a:t>
            </a:fld>
            <a:endParaRPr lang="es-AR"/>
          </a:p>
        </p:txBody>
      </p:sp>
      <p:sp>
        <p:nvSpPr>
          <p:cNvPr id="6" name="Marcador de pie de página 5">
            <a:extLst>
              <a:ext uri="{FF2B5EF4-FFF2-40B4-BE49-F238E27FC236}">
                <a16:creationId xmlns:a16="http://schemas.microsoft.com/office/drawing/2014/main" id="{7A074540-9F05-C672-76C8-59169249AF90}"/>
              </a:ext>
            </a:extLst>
          </p:cNvPr>
          <p:cNvSpPr>
            <a:spLocks noGrp="1"/>
          </p:cNvSpPr>
          <p:nvPr>
            <p:ph type="ftr" sz="quarter" idx="11"/>
          </p:nvPr>
        </p:nvSpPr>
        <p:spPr/>
        <p:txBody>
          <a:bodyPr/>
          <a:lstStyle/>
          <a:p>
            <a:endParaRPr lang="es-AR"/>
          </a:p>
        </p:txBody>
      </p:sp>
      <p:sp>
        <p:nvSpPr>
          <p:cNvPr id="7" name="Marcador de número de diapositiva 6">
            <a:extLst>
              <a:ext uri="{FF2B5EF4-FFF2-40B4-BE49-F238E27FC236}">
                <a16:creationId xmlns:a16="http://schemas.microsoft.com/office/drawing/2014/main" id="{7CDB977B-CC49-AEA1-1B4E-5CE96EEE5614}"/>
              </a:ext>
            </a:extLst>
          </p:cNvPr>
          <p:cNvSpPr>
            <a:spLocks noGrp="1"/>
          </p:cNvSpPr>
          <p:nvPr>
            <p:ph type="sldNum" sz="quarter" idx="12"/>
          </p:nvPr>
        </p:nvSpPr>
        <p:spPr/>
        <p:txBody>
          <a:bodyPr/>
          <a:lstStyle/>
          <a:p>
            <a:fld id="{679646AF-F29B-4072-BFC1-F830832FF4CC}" type="slidenum">
              <a:rPr lang="es-AR" smtClean="0"/>
              <a:t>‹Nº›</a:t>
            </a:fld>
            <a:endParaRPr lang="es-AR"/>
          </a:p>
        </p:txBody>
      </p:sp>
    </p:spTree>
    <p:extLst>
      <p:ext uri="{BB962C8B-B14F-4D97-AF65-F5344CB8AC3E}">
        <p14:creationId xmlns:p14="http://schemas.microsoft.com/office/powerpoint/2010/main" val="126312731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FD6F5A1-19FA-4C1B-BCA0-E4C0B3527581}"/>
              </a:ext>
            </a:extLst>
          </p:cNvPr>
          <p:cNvSpPr>
            <a:spLocks noGrp="1"/>
          </p:cNvSpPr>
          <p:nvPr>
            <p:ph type="title"/>
          </p:nvPr>
        </p:nvSpPr>
        <p:spPr/>
        <p:txBody>
          <a:bodyPr/>
          <a:lstStyle/>
          <a:p>
            <a:r>
              <a:rPr lang="es-ES"/>
              <a:t>Haga clic para modificar el estilo de título del patrón</a:t>
            </a:r>
            <a:endParaRPr lang="es-AR"/>
          </a:p>
        </p:txBody>
      </p:sp>
      <p:sp>
        <p:nvSpPr>
          <p:cNvPr id="3" name="Marcador de texto vertical 2">
            <a:extLst>
              <a:ext uri="{FF2B5EF4-FFF2-40B4-BE49-F238E27FC236}">
                <a16:creationId xmlns:a16="http://schemas.microsoft.com/office/drawing/2014/main" id="{46BD73A4-1E79-6FC3-A4C0-F094F8BA2247}"/>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4" name="Marcador de fecha 3">
            <a:extLst>
              <a:ext uri="{FF2B5EF4-FFF2-40B4-BE49-F238E27FC236}">
                <a16:creationId xmlns:a16="http://schemas.microsoft.com/office/drawing/2014/main" id="{45ED1401-4604-04FB-C9AB-35DA7C573376}"/>
              </a:ext>
            </a:extLst>
          </p:cNvPr>
          <p:cNvSpPr>
            <a:spLocks noGrp="1"/>
          </p:cNvSpPr>
          <p:nvPr>
            <p:ph type="dt" sz="half" idx="10"/>
          </p:nvPr>
        </p:nvSpPr>
        <p:spPr/>
        <p:txBody>
          <a:bodyPr/>
          <a:lstStyle/>
          <a:p>
            <a:fld id="{4135D385-4FAF-4E4E-BA82-36905E5B7CC6}" type="datetimeFigureOut">
              <a:rPr lang="es-AR" smtClean="0"/>
              <a:t>14/5/2026</a:t>
            </a:fld>
            <a:endParaRPr lang="es-AR"/>
          </a:p>
        </p:txBody>
      </p:sp>
      <p:sp>
        <p:nvSpPr>
          <p:cNvPr id="5" name="Marcador de pie de página 4">
            <a:extLst>
              <a:ext uri="{FF2B5EF4-FFF2-40B4-BE49-F238E27FC236}">
                <a16:creationId xmlns:a16="http://schemas.microsoft.com/office/drawing/2014/main" id="{53FDF17B-4077-49EE-F426-8767DA9D054E}"/>
              </a:ext>
            </a:extLst>
          </p:cNvPr>
          <p:cNvSpPr>
            <a:spLocks noGrp="1"/>
          </p:cNvSpPr>
          <p:nvPr>
            <p:ph type="ftr" sz="quarter" idx="11"/>
          </p:nvPr>
        </p:nvSpPr>
        <p:spPr/>
        <p:txBody>
          <a:bodyPr/>
          <a:lstStyle/>
          <a:p>
            <a:endParaRPr lang="es-AR"/>
          </a:p>
        </p:txBody>
      </p:sp>
      <p:sp>
        <p:nvSpPr>
          <p:cNvPr id="6" name="Marcador de número de diapositiva 5">
            <a:extLst>
              <a:ext uri="{FF2B5EF4-FFF2-40B4-BE49-F238E27FC236}">
                <a16:creationId xmlns:a16="http://schemas.microsoft.com/office/drawing/2014/main" id="{69C56C4A-E111-F5DC-D333-79286364F68A}"/>
              </a:ext>
            </a:extLst>
          </p:cNvPr>
          <p:cNvSpPr>
            <a:spLocks noGrp="1"/>
          </p:cNvSpPr>
          <p:nvPr>
            <p:ph type="sldNum" sz="quarter" idx="12"/>
          </p:nvPr>
        </p:nvSpPr>
        <p:spPr/>
        <p:txBody>
          <a:bodyPr/>
          <a:lstStyle/>
          <a:p>
            <a:fld id="{679646AF-F29B-4072-BFC1-F830832FF4CC}" type="slidenum">
              <a:rPr lang="es-AR" smtClean="0"/>
              <a:t>‹Nº›</a:t>
            </a:fld>
            <a:endParaRPr lang="es-AR"/>
          </a:p>
        </p:txBody>
      </p:sp>
    </p:spTree>
    <p:extLst>
      <p:ext uri="{BB962C8B-B14F-4D97-AF65-F5344CB8AC3E}">
        <p14:creationId xmlns:p14="http://schemas.microsoft.com/office/powerpoint/2010/main" val="17657800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0D3EED01-02BF-8EDB-F8AD-19E2AC19C0D1}"/>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AR"/>
          </a:p>
        </p:txBody>
      </p:sp>
      <p:sp>
        <p:nvSpPr>
          <p:cNvPr id="3" name="Marcador de texto vertical 2">
            <a:extLst>
              <a:ext uri="{FF2B5EF4-FFF2-40B4-BE49-F238E27FC236}">
                <a16:creationId xmlns:a16="http://schemas.microsoft.com/office/drawing/2014/main" id="{16757620-D0E2-5A24-7121-29958E0054B0}"/>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4" name="Marcador de fecha 3">
            <a:extLst>
              <a:ext uri="{FF2B5EF4-FFF2-40B4-BE49-F238E27FC236}">
                <a16:creationId xmlns:a16="http://schemas.microsoft.com/office/drawing/2014/main" id="{D761C011-85EC-1883-0949-C24D8C8767A0}"/>
              </a:ext>
            </a:extLst>
          </p:cNvPr>
          <p:cNvSpPr>
            <a:spLocks noGrp="1"/>
          </p:cNvSpPr>
          <p:nvPr>
            <p:ph type="dt" sz="half" idx="10"/>
          </p:nvPr>
        </p:nvSpPr>
        <p:spPr/>
        <p:txBody>
          <a:bodyPr/>
          <a:lstStyle/>
          <a:p>
            <a:fld id="{4135D385-4FAF-4E4E-BA82-36905E5B7CC6}" type="datetimeFigureOut">
              <a:rPr lang="es-AR" smtClean="0"/>
              <a:t>14/5/2026</a:t>
            </a:fld>
            <a:endParaRPr lang="es-AR"/>
          </a:p>
        </p:txBody>
      </p:sp>
      <p:sp>
        <p:nvSpPr>
          <p:cNvPr id="5" name="Marcador de pie de página 4">
            <a:extLst>
              <a:ext uri="{FF2B5EF4-FFF2-40B4-BE49-F238E27FC236}">
                <a16:creationId xmlns:a16="http://schemas.microsoft.com/office/drawing/2014/main" id="{2266744F-AC74-F6F6-22E7-30469F154A06}"/>
              </a:ext>
            </a:extLst>
          </p:cNvPr>
          <p:cNvSpPr>
            <a:spLocks noGrp="1"/>
          </p:cNvSpPr>
          <p:nvPr>
            <p:ph type="ftr" sz="quarter" idx="11"/>
          </p:nvPr>
        </p:nvSpPr>
        <p:spPr/>
        <p:txBody>
          <a:bodyPr/>
          <a:lstStyle/>
          <a:p>
            <a:endParaRPr lang="es-AR"/>
          </a:p>
        </p:txBody>
      </p:sp>
      <p:sp>
        <p:nvSpPr>
          <p:cNvPr id="6" name="Marcador de número de diapositiva 5">
            <a:extLst>
              <a:ext uri="{FF2B5EF4-FFF2-40B4-BE49-F238E27FC236}">
                <a16:creationId xmlns:a16="http://schemas.microsoft.com/office/drawing/2014/main" id="{3FEDCCA4-3E09-FE90-94A8-6125CC3E59C2}"/>
              </a:ext>
            </a:extLst>
          </p:cNvPr>
          <p:cNvSpPr>
            <a:spLocks noGrp="1"/>
          </p:cNvSpPr>
          <p:nvPr>
            <p:ph type="sldNum" sz="quarter" idx="12"/>
          </p:nvPr>
        </p:nvSpPr>
        <p:spPr/>
        <p:txBody>
          <a:bodyPr/>
          <a:lstStyle/>
          <a:p>
            <a:fld id="{679646AF-F29B-4072-BFC1-F830832FF4CC}" type="slidenum">
              <a:rPr lang="es-AR" smtClean="0"/>
              <a:t>‹Nº›</a:t>
            </a:fld>
            <a:endParaRPr lang="es-AR"/>
          </a:p>
        </p:txBody>
      </p:sp>
    </p:spTree>
    <p:extLst>
      <p:ext uri="{BB962C8B-B14F-4D97-AF65-F5344CB8AC3E}">
        <p14:creationId xmlns:p14="http://schemas.microsoft.com/office/powerpoint/2010/main" val="303596511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E7769E58-255B-3C8D-BBBD-94BD18D4C44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AR"/>
          </a:p>
        </p:txBody>
      </p:sp>
      <p:sp>
        <p:nvSpPr>
          <p:cNvPr id="3" name="Marcador de texto 2">
            <a:extLst>
              <a:ext uri="{FF2B5EF4-FFF2-40B4-BE49-F238E27FC236}">
                <a16:creationId xmlns:a16="http://schemas.microsoft.com/office/drawing/2014/main" id="{40AE9FA9-9D74-33E8-49F8-65EEC8E6E62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4" name="Marcador de fecha 3">
            <a:extLst>
              <a:ext uri="{FF2B5EF4-FFF2-40B4-BE49-F238E27FC236}">
                <a16:creationId xmlns:a16="http://schemas.microsoft.com/office/drawing/2014/main" id="{73232F81-9F2E-BC49-68A9-877B13735FD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4135D385-4FAF-4E4E-BA82-36905E5B7CC6}" type="datetimeFigureOut">
              <a:rPr lang="es-AR" smtClean="0"/>
              <a:t>14/5/2026</a:t>
            </a:fld>
            <a:endParaRPr lang="es-AR"/>
          </a:p>
        </p:txBody>
      </p:sp>
      <p:sp>
        <p:nvSpPr>
          <p:cNvPr id="5" name="Marcador de pie de página 4">
            <a:extLst>
              <a:ext uri="{FF2B5EF4-FFF2-40B4-BE49-F238E27FC236}">
                <a16:creationId xmlns:a16="http://schemas.microsoft.com/office/drawing/2014/main" id="{04C7078C-C3D8-14C0-4017-59A410B2D22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s-AR"/>
          </a:p>
        </p:txBody>
      </p:sp>
      <p:sp>
        <p:nvSpPr>
          <p:cNvPr id="6" name="Marcador de número de diapositiva 5">
            <a:extLst>
              <a:ext uri="{FF2B5EF4-FFF2-40B4-BE49-F238E27FC236}">
                <a16:creationId xmlns:a16="http://schemas.microsoft.com/office/drawing/2014/main" id="{44CB9734-5701-2561-F450-C4BF3136E76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679646AF-F29B-4072-BFC1-F830832FF4CC}" type="slidenum">
              <a:rPr lang="es-AR" smtClean="0"/>
              <a:t>‹Nº›</a:t>
            </a:fld>
            <a:endParaRPr lang="es-AR"/>
          </a:p>
        </p:txBody>
      </p:sp>
    </p:spTree>
    <p:extLst>
      <p:ext uri="{BB962C8B-B14F-4D97-AF65-F5344CB8AC3E}">
        <p14:creationId xmlns:p14="http://schemas.microsoft.com/office/powerpoint/2010/main" val="388822747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A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8" Type="http://schemas.openxmlformats.org/officeDocument/2006/relationships/image" Target="../media/image530.png"/><Relationship Id="rId13" Type="http://schemas.openxmlformats.org/officeDocument/2006/relationships/image" Target="../media/image8.png"/><Relationship Id="rId7" Type="http://schemas.openxmlformats.org/officeDocument/2006/relationships/image" Target="../media/image520.png"/><Relationship Id="rId12" Type="http://schemas.openxmlformats.org/officeDocument/2006/relationships/image" Target="../media/image7.png"/><Relationship Id="rId16" Type="http://schemas.openxmlformats.org/officeDocument/2006/relationships/image" Target="../media/image11.png"/><Relationship Id="rId1" Type="http://schemas.openxmlformats.org/officeDocument/2006/relationships/slideLayout" Target="../slideLayouts/slideLayout1.xml"/><Relationship Id="rId11" Type="http://schemas.openxmlformats.org/officeDocument/2006/relationships/image" Target="../media/image6.png"/><Relationship Id="rId15" Type="http://schemas.openxmlformats.org/officeDocument/2006/relationships/image" Target="../media/image10.png"/><Relationship Id="rId10" Type="http://schemas.openxmlformats.org/officeDocument/2006/relationships/image" Target="../media/image5.png"/><Relationship Id="rId9" Type="http://schemas.openxmlformats.org/officeDocument/2006/relationships/image" Target="../media/image4.png"/><Relationship Id="rId14" Type="http://schemas.openxmlformats.org/officeDocument/2006/relationships/image" Target="../media/image9.png"/></Relationships>
</file>

<file path=ppt/slides/_rels/slide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7" Type="http://schemas.openxmlformats.org/officeDocument/2006/relationships/image" Target="../media/image17.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9.xml.rels><?xml version="1.0" encoding="UTF-8" standalone="yes"?>
<Relationships xmlns="http://schemas.openxmlformats.org/package/2006/relationships"><Relationship Id="rId13" Type="http://schemas.openxmlformats.org/officeDocument/2006/relationships/image" Target="../media/image28.png"/><Relationship Id="rId18" Type="http://schemas.openxmlformats.org/officeDocument/2006/relationships/image" Target="../media/image33.png"/><Relationship Id="rId26" Type="http://schemas.openxmlformats.org/officeDocument/2006/relationships/image" Target="../media/image41.png"/><Relationship Id="rId3" Type="http://schemas.openxmlformats.org/officeDocument/2006/relationships/image" Target="../media/image18.png"/><Relationship Id="rId21" Type="http://schemas.openxmlformats.org/officeDocument/2006/relationships/image" Target="../media/image36.png"/><Relationship Id="rId34" Type="http://schemas.openxmlformats.org/officeDocument/2006/relationships/image" Target="../media/image13.png"/><Relationship Id="rId7" Type="http://schemas.openxmlformats.org/officeDocument/2006/relationships/image" Target="../media/image22.png"/><Relationship Id="rId12" Type="http://schemas.openxmlformats.org/officeDocument/2006/relationships/image" Target="../media/image27.png"/><Relationship Id="rId17" Type="http://schemas.openxmlformats.org/officeDocument/2006/relationships/image" Target="../media/image32.png"/><Relationship Id="rId25" Type="http://schemas.openxmlformats.org/officeDocument/2006/relationships/image" Target="../media/image40.png"/><Relationship Id="rId33" Type="http://schemas.openxmlformats.org/officeDocument/2006/relationships/image" Target="../media/image48.png"/><Relationship Id="rId2" Type="http://schemas.openxmlformats.org/officeDocument/2006/relationships/notesSlide" Target="../notesSlides/notesSlide5.xml"/><Relationship Id="rId16" Type="http://schemas.openxmlformats.org/officeDocument/2006/relationships/image" Target="../media/image31.png"/><Relationship Id="rId20" Type="http://schemas.openxmlformats.org/officeDocument/2006/relationships/image" Target="../media/image35.png"/><Relationship Id="rId29" Type="http://schemas.openxmlformats.org/officeDocument/2006/relationships/image" Target="../media/image44.png"/><Relationship Id="rId1" Type="http://schemas.openxmlformats.org/officeDocument/2006/relationships/slideLayout" Target="../slideLayouts/slideLayout1.xml"/><Relationship Id="rId6" Type="http://schemas.openxmlformats.org/officeDocument/2006/relationships/image" Target="../media/image21.png"/><Relationship Id="rId11" Type="http://schemas.openxmlformats.org/officeDocument/2006/relationships/image" Target="../media/image26.png"/><Relationship Id="rId24" Type="http://schemas.openxmlformats.org/officeDocument/2006/relationships/image" Target="../media/image39.png"/><Relationship Id="rId32" Type="http://schemas.openxmlformats.org/officeDocument/2006/relationships/image" Target="../media/image47.png"/><Relationship Id="rId5" Type="http://schemas.openxmlformats.org/officeDocument/2006/relationships/image" Target="../media/image20.png"/><Relationship Id="rId15" Type="http://schemas.openxmlformats.org/officeDocument/2006/relationships/image" Target="../media/image30.png"/><Relationship Id="rId23" Type="http://schemas.openxmlformats.org/officeDocument/2006/relationships/image" Target="../media/image38.png"/><Relationship Id="rId28" Type="http://schemas.openxmlformats.org/officeDocument/2006/relationships/image" Target="../media/image43.png"/><Relationship Id="rId10" Type="http://schemas.openxmlformats.org/officeDocument/2006/relationships/image" Target="../media/image25.png"/><Relationship Id="rId19" Type="http://schemas.openxmlformats.org/officeDocument/2006/relationships/image" Target="../media/image34.png"/><Relationship Id="rId31" Type="http://schemas.openxmlformats.org/officeDocument/2006/relationships/image" Target="../media/image46.png"/><Relationship Id="rId4" Type="http://schemas.openxmlformats.org/officeDocument/2006/relationships/image" Target="../media/image19.png"/><Relationship Id="rId9" Type="http://schemas.openxmlformats.org/officeDocument/2006/relationships/image" Target="../media/image24.png"/><Relationship Id="rId14" Type="http://schemas.openxmlformats.org/officeDocument/2006/relationships/image" Target="../media/image29.png"/><Relationship Id="rId22" Type="http://schemas.openxmlformats.org/officeDocument/2006/relationships/image" Target="../media/image37.png"/><Relationship Id="rId27" Type="http://schemas.openxmlformats.org/officeDocument/2006/relationships/image" Target="../media/image42.png"/><Relationship Id="rId30" Type="http://schemas.openxmlformats.org/officeDocument/2006/relationships/image" Target="../media/image45.png"/><Relationship Id="rId8" Type="http://schemas.openxmlformats.org/officeDocument/2006/relationships/image" Target="../media/image23.png"/></Relationships>
</file>

<file path=ppt/slides/_rels/slide10.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8" Type="http://schemas.openxmlformats.org/officeDocument/2006/relationships/image" Target="../media/image59.png"/><Relationship Id="rId3" Type="http://schemas.openxmlformats.org/officeDocument/2006/relationships/image" Target="../media/image54.png"/><Relationship Id="rId7" Type="http://schemas.openxmlformats.org/officeDocument/2006/relationships/image" Target="../media/image58.pn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57.png"/><Relationship Id="rId5" Type="http://schemas.openxmlformats.org/officeDocument/2006/relationships/image" Target="../media/image56.png"/><Relationship Id="rId4" Type="http://schemas.openxmlformats.org/officeDocument/2006/relationships/image" Target="../media/image55.png"/></Relationships>
</file>

<file path=ppt/slides/_rels/slide17.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image" Target="../media/image63.png"/><Relationship Id="rId5" Type="http://schemas.openxmlformats.org/officeDocument/2006/relationships/image" Target="../media/image62.png"/><Relationship Id="rId4" Type="http://schemas.openxmlformats.org/officeDocument/2006/relationships/image" Target="../media/image61.png"/></Relationships>
</file>

<file path=ppt/slides/_rels/slide18.xml.rels><?xml version="1.0" encoding="UTF-8" standalone="yes"?>
<Relationships xmlns="http://schemas.openxmlformats.org/package/2006/relationships"><Relationship Id="rId3" Type="http://schemas.openxmlformats.org/officeDocument/2006/relationships/image" Target="../media/image64.png"/><Relationship Id="rId7" Type="http://schemas.openxmlformats.org/officeDocument/2006/relationships/image" Target="../media/image68.png"/><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image" Target="../media/image67.png"/><Relationship Id="rId5" Type="http://schemas.openxmlformats.org/officeDocument/2006/relationships/image" Target="../media/image66.png"/><Relationship Id="rId4" Type="http://schemas.openxmlformats.org/officeDocument/2006/relationships/image" Target="../media/image65.png"/></Relationships>
</file>

<file path=ppt/slides/_rels/slide19.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notesSlide" Target="../notesSlides/notesSlide21.xml"/><Relationship Id="rId1" Type="http://schemas.openxmlformats.org/officeDocument/2006/relationships/slideLayout" Target="../slideLayouts/slideLayout1.xml"/><Relationship Id="rId4" Type="http://schemas.openxmlformats.org/officeDocument/2006/relationships/image" Target="../media/image72.png"/></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notesSlide" Target="../notesSlides/notesSlide24.xml"/><Relationship Id="rId1" Type="http://schemas.openxmlformats.org/officeDocument/2006/relationships/slideLayout" Target="../slideLayouts/slideLayout1.xml"/><Relationship Id="rId4" Type="http://schemas.openxmlformats.org/officeDocument/2006/relationships/image" Target="../media/image74.png"/></Relationships>
</file>

<file path=ppt/slides/_rels/slide29.xml.rels><?xml version="1.0" encoding="UTF-8" standalone="yes"?>
<Relationships xmlns="http://schemas.openxmlformats.org/package/2006/relationships"><Relationship Id="rId3" Type="http://schemas.openxmlformats.org/officeDocument/2006/relationships/image" Target="../media/image75.emf"/><Relationship Id="rId2" Type="http://schemas.openxmlformats.org/officeDocument/2006/relationships/notesSlide" Target="../notesSlides/notesSlide25.xml"/><Relationship Id="rId1" Type="http://schemas.openxmlformats.org/officeDocument/2006/relationships/slideLayout" Target="../slideLayouts/slideLayout1.xml"/><Relationship Id="rId4" Type="http://schemas.openxmlformats.org/officeDocument/2006/relationships/image" Target="../media/image76.png"/></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a:extLst>
              <a:ext uri="{FF2B5EF4-FFF2-40B4-BE49-F238E27FC236}">
                <a16:creationId xmlns:a16="http://schemas.microsoft.com/office/drawing/2014/main" id="{16A01A38-C9E3-F289-70E2-E302B9B527B2}"/>
              </a:ext>
            </a:extLst>
          </p:cNvPr>
          <p:cNvSpPr txBox="1"/>
          <p:nvPr/>
        </p:nvSpPr>
        <p:spPr>
          <a:xfrm>
            <a:off x="2206409" y="2274838"/>
            <a:ext cx="7779181" cy="4062651"/>
          </a:xfrm>
          <a:prstGeom prst="rect">
            <a:avLst/>
          </a:prstGeom>
          <a:noFill/>
        </p:spPr>
        <p:txBody>
          <a:bodyPr wrap="none" rtlCol="0">
            <a:spAutoFit/>
          </a:bodyPr>
          <a:lstStyle/>
          <a:p>
            <a:r>
              <a:rPr lang="es-AR" sz="5400" dirty="0"/>
              <a:t>Dinero, crédito y bancos</a:t>
            </a:r>
          </a:p>
          <a:p>
            <a:r>
              <a:rPr lang="es-AR" sz="2400" dirty="0"/>
              <a:t>Cátedra Lucio Simpson</a:t>
            </a:r>
          </a:p>
          <a:p>
            <a:endParaRPr lang="es-AR" sz="4800" dirty="0"/>
          </a:p>
          <a:p>
            <a:endParaRPr lang="es-AR" sz="4800" dirty="0"/>
          </a:p>
          <a:p>
            <a:endParaRPr lang="es-AR" sz="4800" dirty="0"/>
          </a:p>
          <a:p>
            <a:r>
              <a:rPr lang="es-AR" dirty="0"/>
              <a:t>Mariano Devita</a:t>
            </a:r>
          </a:p>
          <a:p>
            <a:r>
              <a:rPr lang="es-AR" dirty="0"/>
              <a:t>lemarianodevita@gmail.com</a:t>
            </a:r>
          </a:p>
        </p:txBody>
      </p:sp>
      <p:cxnSp>
        <p:nvCxnSpPr>
          <p:cNvPr id="2" name="Conector recto 1">
            <a:extLst>
              <a:ext uri="{FF2B5EF4-FFF2-40B4-BE49-F238E27FC236}">
                <a16:creationId xmlns:a16="http://schemas.microsoft.com/office/drawing/2014/main" id="{9C1B97CD-F2E8-77E0-828C-FB01B22818FD}"/>
              </a:ext>
            </a:extLst>
          </p:cNvPr>
          <p:cNvCxnSpPr>
            <a:cxnSpLocks/>
          </p:cNvCxnSpPr>
          <p:nvPr/>
        </p:nvCxnSpPr>
        <p:spPr>
          <a:xfrm>
            <a:off x="1947398" y="2524957"/>
            <a:ext cx="0" cy="904043"/>
          </a:xfrm>
          <a:prstGeom prst="line">
            <a:avLst/>
          </a:prstGeom>
          <a:ln w="76200">
            <a:solidFill>
              <a:schemeClr val="tx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61768593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29D56F-43F1-7FF5-821E-921CFFA031FB}"/>
            </a:ext>
          </a:extLst>
        </p:cNvPr>
        <p:cNvGrpSpPr/>
        <p:nvPr/>
      </p:nvGrpSpPr>
      <p:grpSpPr>
        <a:xfrm>
          <a:off x="0" y="0"/>
          <a:ext cx="0" cy="0"/>
          <a:chOff x="0" y="0"/>
          <a:chExt cx="0" cy="0"/>
        </a:xfrm>
      </p:grpSpPr>
      <p:sp>
        <p:nvSpPr>
          <p:cNvPr id="2" name="CuadroTexto 1">
            <a:extLst>
              <a:ext uri="{FF2B5EF4-FFF2-40B4-BE49-F238E27FC236}">
                <a16:creationId xmlns:a16="http://schemas.microsoft.com/office/drawing/2014/main" id="{4011C74C-025A-8825-A1FA-F8CF905615AC}"/>
              </a:ext>
            </a:extLst>
          </p:cNvPr>
          <p:cNvSpPr txBox="1"/>
          <p:nvPr/>
        </p:nvSpPr>
        <p:spPr>
          <a:xfrm>
            <a:off x="404347" y="1152051"/>
            <a:ext cx="4472363" cy="461665"/>
          </a:xfrm>
          <a:prstGeom prst="rect">
            <a:avLst/>
          </a:prstGeom>
          <a:noFill/>
        </p:spPr>
        <p:txBody>
          <a:bodyPr wrap="square" rtlCol="0">
            <a:spAutoFit/>
          </a:bodyPr>
          <a:lstStyle/>
          <a:p>
            <a:r>
              <a:rPr lang="es-AR" sz="2400" dirty="0"/>
              <a:t>Balance de un banco central</a:t>
            </a:r>
          </a:p>
        </p:txBody>
      </p:sp>
      <p:sp>
        <p:nvSpPr>
          <p:cNvPr id="3" name="CuadroTexto 2">
            <a:extLst>
              <a:ext uri="{FF2B5EF4-FFF2-40B4-BE49-F238E27FC236}">
                <a16:creationId xmlns:a16="http://schemas.microsoft.com/office/drawing/2014/main" id="{7F56BCAC-A1EB-B99F-A48F-FE92FE52E7B8}"/>
              </a:ext>
            </a:extLst>
          </p:cNvPr>
          <p:cNvSpPr txBox="1"/>
          <p:nvPr/>
        </p:nvSpPr>
        <p:spPr>
          <a:xfrm>
            <a:off x="1405891" y="2606040"/>
            <a:ext cx="5315011" cy="2308324"/>
          </a:xfrm>
          <a:prstGeom prst="rect">
            <a:avLst/>
          </a:prstGeom>
          <a:noFill/>
        </p:spPr>
        <p:txBody>
          <a:bodyPr wrap="square" rtlCol="0">
            <a:spAutoFit/>
          </a:bodyPr>
          <a:lstStyle/>
          <a:p>
            <a:pPr marL="285750" indent="-285750">
              <a:buFont typeface="Aptos Serif" panose="02020604070405020304" pitchFamily="18" charset="0"/>
              <a:buChar char="─"/>
            </a:pPr>
            <a:r>
              <a:rPr lang="es-AR" sz="2400" dirty="0"/>
              <a:t>Reservas internacionales</a:t>
            </a:r>
          </a:p>
          <a:p>
            <a:pPr marL="285750" indent="-285750">
              <a:buFont typeface="Aptos Serif" panose="02020604070405020304" pitchFamily="18" charset="0"/>
              <a:buChar char="─"/>
            </a:pPr>
            <a:endParaRPr lang="es-AR" sz="2400" dirty="0"/>
          </a:p>
          <a:p>
            <a:pPr marL="285750" indent="-285750">
              <a:buFont typeface="Aptos Serif" panose="02020604070405020304" pitchFamily="18" charset="0"/>
              <a:buChar char="─"/>
            </a:pPr>
            <a:r>
              <a:rPr lang="es-AR" sz="2400" dirty="0"/>
              <a:t>Títulos públicos</a:t>
            </a:r>
          </a:p>
          <a:p>
            <a:pPr marL="285750" indent="-285750">
              <a:buFont typeface="Aptos Serif" panose="02020604070405020304" pitchFamily="18" charset="0"/>
              <a:buChar char="─"/>
            </a:pPr>
            <a:r>
              <a:rPr lang="es-AR" sz="2400" dirty="0"/>
              <a:t>Adelantos transitorios</a:t>
            </a:r>
          </a:p>
          <a:p>
            <a:pPr marL="285750" indent="-285750">
              <a:buFont typeface="Aptos Serif" panose="02020604070405020304" pitchFamily="18" charset="0"/>
              <a:buChar char="─"/>
            </a:pPr>
            <a:r>
              <a:rPr lang="es-AR" sz="2400" dirty="0"/>
              <a:t>Crédito al sector financiero</a:t>
            </a:r>
          </a:p>
          <a:p>
            <a:pPr marL="285750" indent="-285750">
              <a:buFont typeface="Aptos Serif" panose="02020604070405020304" pitchFamily="18" charset="0"/>
              <a:buChar char="─"/>
            </a:pPr>
            <a:r>
              <a:rPr lang="es-AR" sz="2400" dirty="0"/>
              <a:t>Pases activos</a:t>
            </a:r>
          </a:p>
        </p:txBody>
      </p:sp>
      <mc:AlternateContent xmlns:mc="http://schemas.openxmlformats.org/markup-compatibility/2006" xmlns:a14="http://schemas.microsoft.com/office/drawing/2010/main">
        <mc:Choice Requires="a14">
          <p:sp>
            <p:nvSpPr>
              <p:cNvPr id="6" name="CuadroTexto 5">
                <a:extLst>
                  <a:ext uri="{FF2B5EF4-FFF2-40B4-BE49-F238E27FC236}">
                    <a16:creationId xmlns:a16="http://schemas.microsoft.com/office/drawing/2014/main" id="{94F34BC9-59BE-AC4E-8485-D5ACD537D3CA}"/>
                  </a:ext>
                </a:extLst>
              </p:cNvPr>
              <p:cNvSpPr txBox="1"/>
              <p:nvPr/>
            </p:nvSpPr>
            <p:spPr>
              <a:xfrm>
                <a:off x="6227111" y="2606040"/>
                <a:ext cx="5397197" cy="2677656"/>
              </a:xfrm>
              <a:prstGeom prst="rect">
                <a:avLst/>
              </a:prstGeom>
              <a:noFill/>
            </p:spPr>
            <p:txBody>
              <a:bodyPr wrap="square" rtlCol="0">
                <a:spAutoFit/>
              </a:bodyPr>
              <a:lstStyle/>
              <a:p>
                <a:pPr marL="285750" indent="-285750">
                  <a:buFontTx/>
                  <a:buChar char="─"/>
                </a:pPr>
                <a:r>
                  <a:rPr lang="es-AR" sz="2400" dirty="0"/>
                  <a:t>Circulación monetaria (</a:t>
                </a:r>
                <a14:m>
                  <m:oMath xmlns:m="http://schemas.openxmlformats.org/officeDocument/2006/math">
                    <m:r>
                      <a:rPr lang="es-AR" sz="2400" i="1" dirty="0" smtClean="0">
                        <a:latin typeface="Cambria Math" panose="02040503050406030204" pitchFamily="18" charset="0"/>
                      </a:rPr>
                      <m:t>𝐶</m:t>
                    </m:r>
                  </m:oMath>
                </a14:m>
                <a:r>
                  <a:rPr lang="es-AR" sz="2400" dirty="0"/>
                  <a:t>)</a:t>
                </a:r>
              </a:p>
              <a:p>
                <a:pPr marL="285750" indent="-285750">
                  <a:buFontTx/>
                  <a:buChar char="─"/>
                </a:pPr>
                <a:r>
                  <a:rPr lang="es-AR" sz="2400" dirty="0"/>
                  <a:t>Depósitos del sector financiero (</a:t>
                </a:r>
                <a14:m>
                  <m:oMath xmlns:m="http://schemas.openxmlformats.org/officeDocument/2006/math">
                    <m:r>
                      <a:rPr lang="es-AR" sz="2400" i="1" dirty="0" smtClean="0">
                        <a:latin typeface="Cambria Math" panose="02040503050406030204" pitchFamily="18" charset="0"/>
                      </a:rPr>
                      <m:t>𝑅</m:t>
                    </m:r>
                  </m:oMath>
                </a14:m>
                <a:r>
                  <a:rPr lang="es-AR" sz="2400" dirty="0"/>
                  <a:t>)</a:t>
                </a:r>
              </a:p>
              <a:p>
                <a:pPr marL="285750" indent="-285750">
                  <a:buFontTx/>
                  <a:buChar char="─"/>
                </a:pPr>
                <a:endParaRPr lang="es-AR" sz="2400" dirty="0"/>
              </a:p>
              <a:p>
                <a:pPr marL="285750" indent="-285750">
                  <a:buFontTx/>
                  <a:buChar char="─"/>
                </a:pPr>
                <a:r>
                  <a:rPr lang="es-AR" sz="2400" dirty="0"/>
                  <a:t>Títulos del BC (LEBAC, </a:t>
                </a:r>
                <a:r>
                  <a:rPr lang="es-AR" sz="2400" dirty="0" err="1"/>
                  <a:t>Leliq</a:t>
                </a:r>
                <a:r>
                  <a:rPr lang="es-AR" sz="2400" dirty="0"/>
                  <a:t>, etc.)</a:t>
                </a:r>
              </a:p>
              <a:p>
                <a:pPr marL="285750" indent="-285750">
                  <a:buFontTx/>
                  <a:buChar char="─"/>
                </a:pPr>
                <a:endParaRPr lang="es-AR" sz="2400" dirty="0"/>
              </a:p>
              <a:p>
                <a:pPr marL="285750" indent="-285750">
                  <a:buFontTx/>
                  <a:buChar char="─"/>
                </a:pPr>
                <a:r>
                  <a:rPr lang="es-AR" sz="2400" dirty="0"/>
                  <a:t>Depósitos del Gob. </a:t>
                </a:r>
                <a:r>
                  <a:rPr lang="es-AR" sz="2400" dirty="0" err="1"/>
                  <a:t>Nac</a:t>
                </a:r>
                <a:r>
                  <a:rPr lang="es-AR" sz="2400" dirty="0"/>
                  <a:t>.</a:t>
                </a:r>
              </a:p>
              <a:p>
                <a:pPr marL="285750" indent="-285750">
                  <a:buFontTx/>
                  <a:buChar char="─"/>
                </a:pPr>
                <a:r>
                  <a:rPr lang="es-AR" sz="2400" dirty="0"/>
                  <a:t>Pases pasivos</a:t>
                </a:r>
              </a:p>
            </p:txBody>
          </p:sp>
        </mc:Choice>
        <mc:Fallback xmlns="">
          <p:sp>
            <p:nvSpPr>
              <p:cNvPr id="6" name="CuadroTexto 5">
                <a:extLst>
                  <a:ext uri="{FF2B5EF4-FFF2-40B4-BE49-F238E27FC236}">
                    <a16:creationId xmlns:a16="http://schemas.microsoft.com/office/drawing/2014/main" id="{94F34BC9-59BE-AC4E-8485-D5ACD537D3CA}"/>
                  </a:ext>
                </a:extLst>
              </p:cNvPr>
              <p:cNvSpPr txBox="1">
                <a:spLocks noRot="1" noChangeAspect="1" noMove="1" noResize="1" noEditPoints="1" noAdjustHandles="1" noChangeArrowheads="1" noChangeShapeType="1" noTextEdit="1"/>
              </p:cNvSpPr>
              <p:nvPr/>
            </p:nvSpPr>
            <p:spPr>
              <a:xfrm>
                <a:off x="6227111" y="2606040"/>
                <a:ext cx="5397197" cy="2677656"/>
              </a:xfrm>
              <a:prstGeom prst="rect">
                <a:avLst/>
              </a:prstGeom>
              <a:blipFill>
                <a:blip r:embed="rId3"/>
                <a:stretch>
                  <a:fillRect l="-1808" t="-2278" b="-4328"/>
                </a:stretch>
              </a:blipFill>
            </p:spPr>
            <p:txBody>
              <a:bodyPr/>
              <a:lstStyle/>
              <a:p>
                <a:r>
                  <a:rPr lang="es-AR">
                    <a:noFill/>
                  </a:rPr>
                  <a:t> </a:t>
                </a:r>
              </a:p>
            </p:txBody>
          </p:sp>
        </mc:Fallback>
      </mc:AlternateContent>
      <p:cxnSp>
        <p:nvCxnSpPr>
          <p:cNvPr id="8" name="Conector recto 7">
            <a:extLst>
              <a:ext uri="{FF2B5EF4-FFF2-40B4-BE49-F238E27FC236}">
                <a16:creationId xmlns:a16="http://schemas.microsoft.com/office/drawing/2014/main" id="{9CAC76A8-CD32-F8E0-8C59-27572C66313F}"/>
              </a:ext>
            </a:extLst>
          </p:cNvPr>
          <p:cNvCxnSpPr>
            <a:cxnSpLocks/>
          </p:cNvCxnSpPr>
          <p:nvPr/>
        </p:nvCxnSpPr>
        <p:spPr>
          <a:xfrm>
            <a:off x="6101384" y="2333298"/>
            <a:ext cx="0" cy="3267402"/>
          </a:xfrm>
          <a:prstGeom prst="line">
            <a:avLst/>
          </a:prstGeom>
        </p:spPr>
        <p:style>
          <a:lnRef idx="2">
            <a:schemeClr val="accent1"/>
          </a:lnRef>
          <a:fillRef idx="0">
            <a:schemeClr val="accent1"/>
          </a:fillRef>
          <a:effectRef idx="1">
            <a:schemeClr val="accent1"/>
          </a:effectRef>
          <a:fontRef idx="minor">
            <a:schemeClr val="tx1"/>
          </a:fontRef>
        </p:style>
      </p:cxnSp>
      <p:cxnSp>
        <p:nvCxnSpPr>
          <p:cNvPr id="9" name="Conector recto 8">
            <a:extLst>
              <a:ext uri="{FF2B5EF4-FFF2-40B4-BE49-F238E27FC236}">
                <a16:creationId xmlns:a16="http://schemas.microsoft.com/office/drawing/2014/main" id="{E246CBD0-D119-B914-2FC5-8353001BE54B}"/>
              </a:ext>
            </a:extLst>
          </p:cNvPr>
          <p:cNvCxnSpPr>
            <a:cxnSpLocks/>
          </p:cNvCxnSpPr>
          <p:nvPr/>
        </p:nvCxnSpPr>
        <p:spPr>
          <a:xfrm>
            <a:off x="1074420" y="2333298"/>
            <a:ext cx="10549888" cy="0"/>
          </a:xfrm>
          <a:prstGeom prst="line">
            <a:avLst/>
          </a:prstGeom>
        </p:spPr>
        <p:style>
          <a:lnRef idx="2">
            <a:schemeClr val="accent1"/>
          </a:lnRef>
          <a:fillRef idx="0">
            <a:schemeClr val="accent1"/>
          </a:fillRef>
          <a:effectRef idx="1">
            <a:schemeClr val="accent1"/>
          </a:effectRef>
          <a:fontRef idx="minor">
            <a:schemeClr val="tx1"/>
          </a:fontRef>
        </p:style>
      </p:cxnSp>
      <p:sp>
        <p:nvSpPr>
          <p:cNvPr id="14" name="CuadroTexto 13">
            <a:extLst>
              <a:ext uri="{FF2B5EF4-FFF2-40B4-BE49-F238E27FC236}">
                <a16:creationId xmlns:a16="http://schemas.microsoft.com/office/drawing/2014/main" id="{C28019B5-DD46-42B0-D0F1-4CA9E4FAD56C}"/>
              </a:ext>
            </a:extLst>
          </p:cNvPr>
          <p:cNvSpPr txBox="1"/>
          <p:nvPr/>
        </p:nvSpPr>
        <p:spPr>
          <a:xfrm>
            <a:off x="2640528" y="1728877"/>
            <a:ext cx="1463349" cy="461665"/>
          </a:xfrm>
          <a:prstGeom prst="rect">
            <a:avLst/>
          </a:prstGeom>
          <a:noFill/>
        </p:spPr>
        <p:txBody>
          <a:bodyPr wrap="none" rtlCol="0">
            <a:spAutoFit/>
          </a:bodyPr>
          <a:lstStyle/>
          <a:p>
            <a:r>
              <a:rPr lang="es-AR" sz="2400" dirty="0"/>
              <a:t>ACTIVOS</a:t>
            </a:r>
          </a:p>
        </p:txBody>
      </p:sp>
      <p:sp>
        <p:nvSpPr>
          <p:cNvPr id="15" name="CuadroTexto 14">
            <a:extLst>
              <a:ext uri="{FF2B5EF4-FFF2-40B4-BE49-F238E27FC236}">
                <a16:creationId xmlns:a16="http://schemas.microsoft.com/office/drawing/2014/main" id="{E67AE5AE-02B9-B702-8508-920049955493}"/>
              </a:ext>
            </a:extLst>
          </p:cNvPr>
          <p:cNvSpPr txBox="1"/>
          <p:nvPr/>
        </p:nvSpPr>
        <p:spPr>
          <a:xfrm>
            <a:off x="8088125" y="1728877"/>
            <a:ext cx="1429174" cy="461665"/>
          </a:xfrm>
          <a:prstGeom prst="rect">
            <a:avLst/>
          </a:prstGeom>
          <a:noFill/>
        </p:spPr>
        <p:txBody>
          <a:bodyPr wrap="none" rtlCol="0">
            <a:spAutoFit/>
          </a:bodyPr>
          <a:lstStyle/>
          <a:p>
            <a:r>
              <a:rPr lang="es-AR" sz="2400" dirty="0"/>
              <a:t>PASIVOS</a:t>
            </a:r>
          </a:p>
        </p:txBody>
      </p:sp>
      <p:grpSp>
        <p:nvGrpSpPr>
          <p:cNvPr id="12" name="Grupo 11">
            <a:extLst>
              <a:ext uri="{FF2B5EF4-FFF2-40B4-BE49-F238E27FC236}">
                <a16:creationId xmlns:a16="http://schemas.microsoft.com/office/drawing/2014/main" id="{8D5B0518-5646-E563-9BED-6E7F8C8D9B29}"/>
              </a:ext>
            </a:extLst>
          </p:cNvPr>
          <p:cNvGrpSpPr/>
          <p:nvPr/>
        </p:nvGrpSpPr>
        <p:grpSpPr>
          <a:xfrm>
            <a:off x="301478" y="101545"/>
            <a:ext cx="2678832" cy="584775"/>
            <a:chOff x="301478" y="101545"/>
            <a:chExt cx="2678832" cy="584775"/>
          </a:xfrm>
        </p:grpSpPr>
        <p:sp>
          <p:nvSpPr>
            <p:cNvPr id="13" name="CuadroTexto 12">
              <a:extLst>
                <a:ext uri="{FF2B5EF4-FFF2-40B4-BE49-F238E27FC236}">
                  <a16:creationId xmlns:a16="http://schemas.microsoft.com/office/drawing/2014/main" id="{6D20F797-0AE3-8123-48D2-C3AACE2D8A43}"/>
                </a:ext>
              </a:extLst>
            </p:cNvPr>
            <p:cNvSpPr txBox="1"/>
            <p:nvPr/>
          </p:nvSpPr>
          <p:spPr>
            <a:xfrm>
              <a:off x="404348" y="101545"/>
              <a:ext cx="2575962" cy="584775"/>
            </a:xfrm>
            <a:prstGeom prst="rect">
              <a:avLst/>
            </a:prstGeom>
            <a:noFill/>
          </p:spPr>
          <p:txBody>
            <a:bodyPr wrap="none" rtlCol="0">
              <a:spAutoFit/>
            </a:bodyPr>
            <a:lstStyle/>
            <a:p>
              <a:r>
                <a:rPr lang="es-AR" sz="3200" dirty="0">
                  <a:latin typeface="+mj-lt"/>
                  <a:cs typeface="Times New Roman" panose="02020603050405020304" pitchFamily="18" charset="0"/>
                </a:rPr>
                <a:t>Introducción</a:t>
              </a:r>
            </a:p>
          </p:txBody>
        </p:sp>
        <p:cxnSp>
          <p:nvCxnSpPr>
            <p:cNvPr id="16" name="Conector recto 15">
              <a:extLst>
                <a:ext uri="{FF2B5EF4-FFF2-40B4-BE49-F238E27FC236}">
                  <a16:creationId xmlns:a16="http://schemas.microsoft.com/office/drawing/2014/main" id="{9D07412A-E26B-19F8-5D7D-5416B9737466}"/>
                </a:ext>
              </a:extLst>
            </p:cNvPr>
            <p:cNvCxnSpPr>
              <a:cxnSpLocks/>
            </p:cNvCxnSpPr>
            <p:nvPr/>
          </p:nvCxnSpPr>
          <p:spPr>
            <a:xfrm>
              <a:off x="301478" y="231932"/>
              <a:ext cx="0" cy="324000"/>
            </a:xfrm>
            <a:prstGeom prst="line">
              <a:avLst/>
            </a:prstGeom>
            <a:ln w="76200">
              <a:solidFill>
                <a:schemeClr val="tx1"/>
              </a:solidFill>
            </a:ln>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54629692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26DFE1-7F0C-8C26-3EE4-4BC61BC0CF92}"/>
            </a:ext>
          </a:extLst>
        </p:cNvPr>
        <p:cNvGrpSpPr/>
        <p:nvPr/>
      </p:nvGrpSpPr>
      <p:grpSpPr>
        <a:xfrm>
          <a:off x="0" y="0"/>
          <a:ext cx="0" cy="0"/>
          <a:chOff x="0" y="0"/>
          <a:chExt cx="0" cy="0"/>
        </a:xfrm>
      </p:grpSpPr>
      <p:sp>
        <p:nvSpPr>
          <p:cNvPr id="2" name="CuadroTexto 1">
            <a:extLst>
              <a:ext uri="{FF2B5EF4-FFF2-40B4-BE49-F238E27FC236}">
                <a16:creationId xmlns:a16="http://schemas.microsoft.com/office/drawing/2014/main" id="{21872946-1ECC-9DF9-1C0B-52BFCBAE66D2}"/>
              </a:ext>
            </a:extLst>
          </p:cNvPr>
          <p:cNvSpPr txBox="1"/>
          <p:nvPr/>
        </p:nvSpPr>
        <p:spPr>
          <a:xfrm>
            <a:off x="404347" y="1152051"/>
            <a:ext cx="4472363" cy="461665"/>
          </a:xfrm>
          <a:prstGeom prst="rect">
            <a:avLst/>
          </a:prstGeom>
          <a:noFill/>
        </p:spPr>
        <p:txBody>
          <a:bodyPr wrap="square" rtlCol="0">
            <a:spAutoFit/>
          </a:bodyPr>
          <a:lstStyle/>
          <a:p>
            <a:r>
              <a:rPr lang="es-AR" sz="2400" dirty="0"/>
              <a:t>Balance de un banco</a:t>
            </a:r>
          </a:p>
        </p:txBody>
      </p:sp>
      <mc:AlternateContent xmlns:mc="http://schemas.openxmlformats.org/markup-compatibility/2006" xmlns:a14="http://schemas.microsoft.com/office/drawing/2010/main">
        <mc:Choice Requires="a14">
          <p:sp>
            <p:nvSpPr>
              <p:cNvPr id="3" name="CuadroTexto 2">
                <a:extLst>
                  <a:ext uri="{FF2B5EF4-FFF2-40B4-BE49-F238E27FC236}">
                    <a16:creationId xmlns:a16="http://schemas.microsoft.com/office/drawing/2014/main" id="{BCC995BB-CA0E-F03B-B1C3-990E954FFD1F}"/>
                  </a:ext>
                </a:extLst>
              </p:cNvPr>
              <p:cNvSpPr txBox="1"/>
              <p:nvPr/>
            </p:nvSpPr>
            <p:spPr>
              <a:xfrm>
                <a:off x="1405891" y="2606040"/>
                <a:ext cx="5315011" cy="3046988"/>
              </a:xfrm>
              <a:prstGeom prst="rect">
                <a:avLst/>
              </a:prstGeom>
              <a:noFill/>
            </p:spPr>
            <p:txBody>
              <a:bodyPr wrap="square" rtlCol="0">
                <a:spAutoFit/>
              </a:bodyPr>
              <a:lstStyle/>
              <a:p>
                <a:pPr marL="285750" indent="-285750">
                  <a:buFont typeface="Aptos Serif" panose="02020604070405020304" pitchFamily="18" charset="0"/>
                  <a:buChar char="─"/>
                </a:pPr>
                <a:r>
                  <a:rPr lang="es-ES" sz="2400" dirty="0"/>
                  <a:t>Circulación monetaria (</a:t>
                </a:r>
                <a14:m>
                  <m:oMath xmlns:m="http://schemas.openxmlformats.org/officeDocument/2006/math">
                    <m:sSub>
                      <m:sSubPr>
                        <m:ctrlPr>
                          <a:rPr lang="es-ES" sz="2400" i="1" dirty="0" smtClean="0">
                            <a:latin typeface="Cambria Math" panose="02040503050406030204" pitchFamily="18" charset="0"/>
                          </a:rPr>
                        </m:ctrlPr>
                      </m:sSubPr>
                      <m:e>
                        <m:r>
                          <a:rPr lang="es-AR" sz="2400" b="0" i="1" dirty="0" smtClean="0">
                            <a:latin typeface="Cambria Math" panose="02040503050406030204" pitchFamily="18" charset="0"/>
                          </a:rPr>
                          <m:t>𝐶</m:t>
                        </m:r>
                      </m:e>
                      <m:sub>
                        <m:r>
                          <a:rPr lang="es-AR" sz="2400" b="0" i="1" dirty="0" smtClean="0">
                            <a:latin typeface="Cambria Math" panose="02040503050406030204" pitchFamily="18" charset="0"/>
                          </a:rPr>
                          <m:t>𝑏</m:t>
                        </m:r>
                      </m:sub>
                    </m:sSub>
                  </m:oMath>
                </a14:m>
                <a:r>
                  <a:rPr lang="es-ES" sz="2400" dirty="0"/>
                  <a:t>)</a:t>
                </a:r>
              </a:p>
              <a:p>
                <a:pPr marL="285750" indent="-285750">
                  <a:buFont typeface="Aptos Serif" panose="02020604070405020304" pitchFamily="18" charset="0"/>
                  <a:buChar char="─"/>
                </a:pPr>
                <a:r>
                  <a:rPr lang="es-ES" sz="2400" dirty="0"/>
                  <a:t>Depósitos en BC (𝑅)</a:t>
                </a:r>
              </a:p>
              <a:p>
                <a:pPr marL="285750" indent="-285750">
                  <a:buFont typeface="Aptos Serif" panose="02020604070405020304" pitchFamily="18" charset="0"/>
                  <a:buChar char="─"/>
                </a:pPr>
                <a:endParaRPr lang="es-ES" sz="2400" dirty="0"/>
              </a:p>
              <a:p>
                <a:pPr marL="285750" indent="-285750">
                  <a:buFont typeface="Aptos Serif" panose="02020604070405020304" pitchFamily="18" charset="0"/>
                  <a:buChar char="─"/>
                </a:pPr>
                <a:r>
                  <a:rPr lang="es-ES" sz="2400" dirty="0"/>
                  <a:t>Préstamos</a:t>
                </a:r>
              </a:p>
              <a:p>
                <a:pPr marL="285750" indent="-285750">
                  <a:buFont typeface="Aptos Serif" panose="02020604070405020304" pitchFamily="18" charset="0"/>
                  <a:buChar char="─"/>
                </a:pPr>
                <a:r>
                  <a:rPr lang="es-ES" sz="2400" dirty="0"/>
                  <a:t>Títulos públicos</a:t>
                </a:r>
              </a:p>
              <a:p>
                <a:pPr marL="285750" indent="-285750">
                  <a:buFont typeface="Aptos Serif" panose="02020604070405020304" pitchFamily="18" charset="0"/>
                  <a:buChar char="─"/>
                </a:pPr>
                <a:r>
                  <a:rPr lang="es-ES" sz="2400" dirty="0"/>
                  <a:t>Títulos del BC</a:t>
                </a:r>
              </a:p>
              <a:p>
                <a:pPr marL="285750" indent="-285750">
                  <a:buFont typeface="Aptos Serif" panose="02020604070405020304" pitchFamily="18" charset="0"/>
                  <a:buChar char="─"/>
                </a:pPr>
                <a:r>
                  <a:rPr lang="es-ES" sz="2400" dirty="0"/>
                  <a:t>Pases pasivos</a:t>
                </a:r>
              </a:p>
              <a:p>
                <a:pPr marL="285750" indent="-285750">
                  <a:buFont typeface="Aptos Serif" panose="02020604070405020304" pitchFamily="18" charset="0"/>
                  <a:buChar char="─"/>
                </a:pPr>
                <a:r>
                  <a:rPr lang="es-ES" sz="2400" dirty="0"/>
                  <a:t>Otras monedas</a:t>
                </a:r>
              </a:p>
            </p:txBody>
          </p:sp>
        </mc:Choice>
        <mc:Fallback xmlns="">
          <p:sp>
            <p:nvSpPr>
              <p:cNvPr id="3" name="CuadroTexto 2">
                <a:extLst>
                  <a:ext uri="{FF2B5EF4-FFF2-40B4-BE49-F238E27FC236}">
                    <a16:creationId xmlns:a16="http://schemas.microsoft.com/office/drawing/2014/main" id="{BCC995BB-CA0E-F03B-B1C3-990E954FFD1F}"/>
                  </a:ext>
                </a:extLst>
              </p:cNvPr>
              <p:cNvSpPr txBox="1">
                <a:spLocks noRot="1" noChangeAspect="1" noMove="1" noResize="1" noEditPoints="1" noAdjustHandles="1" noChangeArrowheads="1" noChangeShapeType="1" noTextEdit="1"/>
              </p:cNvSpPr>
              <p:nvPr/>
            </p:nvSpPr>
            <p:spPr>
              <a:xfrm>
                <a:off x="1405891" y="2606040"/>
                <a:ext cx="5315011" cy="3046988"/>
              </a:xfrm>
              <a:prstGeom prst="rect">
                <a:avLst/>
              </a:prstGeom>
              <a:blipFill>
                <a:blip r:embed="rId3"/>
                <a:stretch>
                  <a:fillRect l="-1835" t="-2004" b="-3808"/>
                </a:stretch>
              </a:blipFill>
            </p:spPr>
            <p:txBody>
              <a:bodyPr/>
              <a:lstStyle/>
              <a:p>
                <a:r>
                  <a:rPr lang="es-AR">
                    <a:noFill/>
                  </a:rPr>
                  <a:t> </a:t>
                </a:r>
              </a:p>
            </p:txBody>
          </p:sp>
        </mc:Fallback>
      </mc:AlternateContent>
      <p:sp>
        <p:nvSpPr>
          <p:cNvPr id="6" name="CuadroTexto 5">
            <a:extLst>
              <a:ext uri="{FF2B5EF4-FFF2-40B4-BE49-F238E27FC236}">
                <a16:creationId xmlns:a16="http://schemas.microsoft.com/office/drawing/2014/main" id="{C0861E78-011E-6B18-C2F3-8DDD624A530C}"/>
              </a:ext>
            </a:extLst>
          </p:cNvPr>
          <p:cNvSpPr txBox="1"/>
          <p:nvPr/>
        </p:nvSpPr>
        <p:spPr>
          <a:xfrm>
            <a:off x="6227111" y="2606040"/>
            <a:ext cx="5397197" cy="1569660"/>
          </a:xfrm>
          <a:prstGeom prst="rect">
            <a:avLst/>
          </a:prstGeom>
          <a:noFill/>
        </p:spPr>
        <p:txBody>
          <a:bodyPr wrap="square" rtlCol="0">
            <a:spAutoFit/>
          </a:bodyPr>
          <a:lstStyle/>
          <a:p>
            <a:pPr marL="285750" indent="-285750">
              <a:buFontTx/>
              <a:buChar char="─"/>
            </a:pPr>
            <a:r>
              <a:rPr lang="es-AR" sz="2400" dirty="0"/>
              <a:t>Depósitos (𝐷)</a:t>
            </a:r>
          </a:p>
          <a:p>
            <a:pPr marL="285750" indent="-285750">
              <a:buFontTx/>
              <a:buChar char="─"/>
            </a:pPr>
            <a:endParaRPr lang="es-AR" sz="2400" dirty="0"/>
          </a:p>
          <a:p>
            <a:pPr marL="285750" indent="-285750">
              <a:buFontTx/>
              <a:buChar char="─"/>
            </a:pPr>
            <a:r>
              <a:rPr lang="es-AR" sz="2400" dirty="0"/>
              <a:t>Pases activos</a:t>
            </a:r>
          </a:p>
          <a:p>
            <a:pPr marL="285750" indent="-285750">
              <a:buFontTx/>
              <a:buChar char="─"/>
            </a:pPr>
            <a:r>
              <a:rPr lang="es-AR" sz="2400" dirty="0"/>
              <a:t>Créditos del BC</a:t>
            </a:r>
          </a:p>
        </p:txBody>
      </p:sp>
      <p:cxnSp>
        <p:nvCxnSpPr>
          <p:cNvPr id="8" name="Conector recto 7">
            <a:extLst>
              <a:ext uri="{FF2B5EF4-FFF2-40B4-BE49-F238E27FC236}">
                <a16:creationId xmlns:a16="http://schemas.microsoft.com/office/drawing/2014/main" id="{961F73B6-EE1A-88B8-62CF-D8AC45679D5E}"/>
              </a:ext>
            </a:extLst>
          </p:cNvPr>
          <p:cNvCxnSpPr>
            <a:cxnSpLocks/>
          </p:cNvCxnSpPr>
          <p:nvPr/>
        </p:nvCxnSpPr>
        <p:spPr>
          <a:xfrm>
            <a:off x="6101384" y="2333298"/>
            <a:ext cx="0" cy="3267402"/>
          </a:xfrm>
          <a:prstGeom prst="line">
            <a:avLst/>
          </a:prstGeom>
          <a:ln>
            <a:solidFill>
              <a:schemeClr val="accent2"/>
            </a:solidFill>
          </a:ln>
        </p:spPr>
        <p:style>
          <a:lnRef idx="2">
            <a:schemeClr val="accent1"/>
          </a:lnRef>
          <a:fillRef idx="0">
            <a:schemeClr val="accent1"/>
          </a:fillRef>
          <a:effectRef idx="1">
            <a:schemeClr val="accent1"/>
          </a:effectRef>
          <a:fontRef idx="minor">
            <a:schemeClr val="tx1"/>
          </a:fontRef>
        </p:style>
      </p:cxnSp>
      <p:cxnSp>
        <p:nvCxnSpPr>
          <p:cNvPr id="9" name="Conector recto 8">
            <a:extLst>
              <a:ext uri="{FF2B5EF4-FFF2-40B4-BE49-F238E27FC236}">
                <a16:creationId xmlns:a16="http://schemas.microsoft.com/office/drawing/2014/main" id="{C8BEB723-1D00-B210-9F12-1286B0838AC9}"/>
              </a:ext>
            </a:extLst>
          </p:cNvPr>
          <p:cNvCxnSpPr>
            <a:cxnSpLocks/>
          </p:cNvCxnSpPr>
          <p:nvPr/>
        </p:nvCxnSpPr>
        <p:spPr>
          <a:xfrm>
            <a:off x="1074420" y="2333298"/>
            <a:ext cx="10549888" cy="0"/>
          </a:xfrm>
          <a:prstGeom prst="line">
            <a:avLst/>
          </a:prstGeom>
          <a:ln>
            <a:solidFill>
              <a:schemeClr val="accent2"/>
            </a:solidFill>
          </a:ln>
        </p:spPr>
        <p:style>
          <a:lnRef idx="2">
            <a:schemeClr val="accent1"/>
          </a:lnRef>
          <a:fillRef idx="0">
            <a:schemeClr val="accent1"/>
          </a:fillRef>
          <a:effectRef idx="1">
            <a:schemeClr val="accent1"/>
          </a:effectRef>
          <a:fontRef idx="minor">
            <a:schemeClr val="tx1"/>
          </a:fontRef>
        </p:style>
      </p:cxnSp>
      <p:sp>
        <p:nvSpPr>
          <p:cNvPr id="14" name="CuadroTexto 13">
            <a:extLst>
              <a:ext uri="{FF2B5EF4-FFF2-40B4-BE49-F238E27FC236}">
                <a16:creationId xmlns:a16="http://schemas.microsoft.com/office/drawing/2014/main" id="{7FCEED20-656A-20E5-1DCB-29290AEB895A}"/>
              </a:ext>
            </a:extLst>
          </p:cNvPr>
          <p:cNvSpPr txBox="1"/>
          <p:nvPr/>
        </p:nvSpPr>
        <p:spPr>
          <a:xfrm>
            <a:off x="2373232" y="1728877"/>
            <a:ext cx="1463349" cy="461665"/>
          </a:xfrm>
          <a:prstGeom prst="rect">
            <a:avLst/>
          </a:prstGeom>
          <a:noFill/>
        </p:spPr>
        <p:txBody>
          <a:bodyPr wrap="none" rtlCol="0">
            <a:spAutoFit/>
          </a:bodyPr>
          <a:lstStyle/>
          <a:p>
            <a:r>
              <a:rPr lang="es-AR" sz="2400" dirty="0"/>
              <a:t>ACTIVOS</a:t>
            </a:r>
          </a:p>
        </p:txBody>
      </p:sp>
      <p:sp>
        <p:nvSpPr>
          <p:cNvPr id="15" name="CuadroTexto 14">
            <a:extLst>
              <a:ext uri="{FF2B5EF4-FFF2-40B4-BE49-F238E27FC236}">
                <a16:creationId xmlns:a16="http://schemas.microsoft.com/office/drawing/2014/main" id="{9D334F7D-7FC6-E38E-CA99-53F6397B9397}"/>
              </a:ext>
            </a:extLst>
          </p:cNvPr>
          <p:cNvSpPr txBox="1"/>
          <p:nvPr/>
        </p:nvSpPr>
        <p:spPr>
          <a:xfrm>
            <a:off x="8014209" y="1728877"/>
            <a:ext cx="1429174" cy="461665"/>
          </a:xfrm>
          <a:prstGeom prst="rect">
            <a:avLst/>
          </a:prstGeom>
          <a:noFill/>
        </p:spPr>
        <p:txBody>
          <a:bodyPr wrap="none" rtlCol="0">
            <a:spAutoFit/>
          </a:bodyPr>
          <a:lstStyle/>
          <a:p>
            <a:r>
              <a:rPr lang="es-AR" sz="2400" dirty="0"/>
              <a:t>PASIVOS</a:t>
            </a:r>
          </a:p>
        </p:txBody>
      </p:sp>
      <p:grpSp>
        <p:nvGrpSpPr>
          <p:cNvPr id="12" name="Grupo 11">
            <a:extLst>
              <a:ext uri="{FF2B5EF4-FFF2-40B4-BE49-F238E27FC236}">
                <a16:creationId xmlns:a16="http://schemas.microsoft.com/office/drawing/2014/main" id="{60B1E07E-E9FF-681D-C73F-A3E6A958EB15}"/>
              </a:ext>
            </a:extLst>
          </p:cNvPr>
          <p:cNvGrpSpPr/>
          <p:nvPr/>
        </p:nvGrpSpPr>
        <p:grpSpPr>
          <a:xfrm>
            <a:off x="301478" y="101545"/>
            <a:ext cx="2678832" cy="584775"/>
            <a:chOff x="301478" y="101545"/>
            <a:chExt cx="2678832" cy="584775"/>
          </a:xfrm>
        </p:grpSpPr>
        <p:sp>
          <p:nvSpPr>
            <p:cNvPr id="13" name="CuadroTexto 12">
              <a:extLst>
                <a:ext uri="{FF2B5EF4-FFF2-40B4-BE49-F238E27FC236}">
                  <a16:creationId xmlns:a16="http://schemas.microsoft.com/office/drawing/2014/main" id="{7577AC14-7E61-494B-437A-F0DFA3F5182D}"/>
                </a:ext>
              </a:extLst>
            </p:cNvPr>
            <p:cNvSpPr txBox="1"/>
            <p:nvPr/>
          </p:nvSpPr>
          <p:spPr>
            <a:xfrm>
              <a:off x="404348" y="101545"/>
              <a:ext cx="2575962" cy="584775"/>
            </a:xfrm>
            <a:prstGeom prst="rect">
              <a:avLst/>
            </a:prstGeom>
            <a:noFill/>
          </p:spPr>
          <p:txBody>
            <a:bodyPr wrap="none" rtlCol="0">
              <a:spAutoFit/>
            </a:bodyPr>
            <a:lstStyle/>
            <a:p>
              <a:r>
                <a:rPr lang="es-AR" sz="3200" dirty="0">
                  <a:latin typeface="+mj-lt"/>
                  <a:cs typeface="Times New Roman" panose="02020603050405020304" pitchFamily="18" charset="0"/>
                </a:rPr>
                <a:t>Introducción</a:t>
              </a:r>
            </a:p>
          </p:txBody>
        </p:sp>
        <p:cxnSp>
          <p:nvCxnSpPr>
            <p:cNvPr id="16" name="Conector recto 15">
              <a:extLst>
                <a:ext uri="{FF2B5EF4-FFF2-40B4-BE49-F238E27FC236}">
                  <a16:creationId xmlns:a16="http://schemas.microsoft.com/office/drawing/2014/main" id="{9B5C47E1-9BAC-845E-3390-958A58925289}"/>
                </a:ext>
              </a:extLst>
            </p:cNvPr>
            <p:cNvCxnSpPr>
              <a:cxnSpLocks/>
            </p:cNvCxnSpPr>
            <p:nvPr/>
          </p:nvCxnSpPr>
          <p:spPr>
            <a:xfrm>
              <a:off x="301478" y="231932"/>
              <a:ext cx="0" cy="324000"/>
            </a:xfrm>
            <a:prstGeom prst="line">
              <a:avLst/>
            </a:prstGeom>
            <a:ln w="76200">
              <a:solidFill>
                <a:schemeClr val="tx1"/>
              </a:solidFill>
            </a:ln>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13802711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B4D3AC-368D-EB66-9828-F439F4AB2BC7}"/>
            </a:ext>
          </a:extLst>
        </p:cNvPr>
        <p:cNvGrpSpPr/>
        <p:nvPr/>
      </p:nvGrpSpPr>
      <p:grpSpPr>
        <a:xfrm>
          <a:off x="0" y="0"/>
          <a:ext cx="0" cy="0"/>
          <a:chOff x="0" y="0"/>
          <a:chExt cx="0" cy="0"/>
        </a:xfrm>
      </p:grpSpPr>
      <p:sp>
        <p:nvSpPr>
          <p:cNvPr id="2" name="CuadroTexto 1">
            <a:extLst>
              <a:ext uri="{FF2B5EF4-FFF2-40B4-BE49-F238E27FC236}">
                <a16:creationId xmlns:a16="http://schemas.microsoft.com/office/drawing/2014/main" id="{ED3C5F79-F6D2-42E3-504A-DA66ACCFB074}"/>
              </a:ext>
            </a:extLst>
          </p:cNvPr>
          <p:cNvSpPr txBox="1"/>
          <p:nvPr/>
        </p:nvSpPr>
        <p:spPr>
          <a:xfrm>
            <a:off x="404347" y="1152051"/>
            <a:ext cx="4472363" cy="461665"/>
          </a:xfrm>
          <a:prstGeom prst="rect">
            <a:avLst/>
          </a:prstGeom>
          <a:noFill/>
        </p:spPr>
        <p:txBody>
          <a:bodyPr wrap="square" rtlCol="0">
            <a:spAutoFit/>
          </a:bodyPr>
          <a:lstStyle/>
          <a:p>
            <a:r>
              <a:rPr lang="es-AR" sz="2400" dirty="0"/>
              <a:t>Balance de los depositantes</a:t>
            </a:r>
          </a:p>
        </p:txBody>
      </p:sp>
      <mc:AlternateContent xmlns:mc="http://schemas.openxmlformats.org/markup-compatibility/2006" xmlns:a14="http://schemas.microsoft.com/office/drawing/2010/main">
        <mc:Choice Requires="a14">
          <p:sp>
            <p:nvSpPr>
              <p:cNvPr id="3" name="CuadroTexto 2">
                <a:extLst>
                  <a:ext uri="{FF2B5EF4-FFF2-40B4-BE49-F238E27FC236}">
                    <a16:creationId xmlns:a16="http://schemas.microsoft.com/office/drawing/2014/main" id="{B1FD07FC-F61A-A8BE-B8D1-B0434C12C687}"/>
                  </a:ext>
                </a:extLst>
              </p:cNvPr>
              <p:cNvSpPr txBox="1"/>
              <p:nvPr/>
            </p:nvSpPr>
            <p:spPr>
              <a:xfrm>
                <a:off x="1405891" y="2606040"/>
                <a:ext cx="5315011" cy="2341218"/>
              </a:xfrm>
              <a:prstGeom prst="rect">
                <a:avLst/>
              </a:prstGeom>
              <a:noFill/>
            </p:spPr>
            <p:txBody>
              <a:bodyPr wrap="square" rtlCol="0">
                <a:spAutoFit/>
              </a:bodyPr>
              <a:lstStyle/>
              <a:p>
                <a:pPr marL="285750" indent="-285750">
                  <a:buFont typeface="Aptos Serif" panose="02020604070405020304" pitchFamily="18" charset="0"/>
                  <a:buChar char="─"/>
                </a:pPr>
                <a:r>
                  <a:rPr lang="es-ES" sz="2400" dirty="0"/>
                  <a:t>Circulación monetaria (</a:t>
                </a:r>
                <a14:m>
                  <m:oMath xmlns:m="http://schemas.openxmlformats.org/officeDocument/2006/math">
                    <m:sSub>
                      <m:sSubPr>
                        <m:ctrlPr>
                          <a:rPr lang="es-ES" sz="2400" i="1" smtClean="0">
                            <a:latin typeface="Cambria Math" panose="02040503050406030204" pitchFamily="18" charset="0"/>
                          </a:rPr>
                        </m:ctrlPr>
                      </m:sSubPr>
                      <m:e>
                        <m:r>
                          <a:rPr lang="es-AR" sz="2400" b="0" i="1" smtClean="0">
                            <a:latin typeface="Cambria Math" panose="02040503050406030204" pitchFamily="18" charset="0"/>
                          </a:rPr>
                          <m:t>𝐶</m:t>
                        </m:r>
                      </m:e>
                      <m:sub>
                        <m:r>
                          <a:rPr lang="es-AR" sz="2400" b="0" i="1" smtClean="0">
                            <a:latin typeface="Cambria Math" panose="02040503050406030204" pitchFamily="18" charset="0"/>
                          </a:rPr>
                          <m:t>𝑝</m:t>
                        </m:r>
                      </m:sub>
                    </m:sSub>
                  </m:oMath>
                </a14:m>
                <a:r>
                  <a:rPr lang="es-ES" sz="2400" dirty="0"/>
                  <a:t>)</a:t>
                </a:r>
              </a:p>
              <a:p>
                <a:pPr marL="285750" indent="-285750">
                  <a:buFont typeface="Aptos Serif" panose="02020604070405020304" pitchFamily="18" charset="0"/>
                  <a:buChar char="─"/>
                </a:pPr>
                <a:r>
                  <a:rPr lang="es-ES" sz="2400" dirty="0"/>
                  <a:t>Depósitos (𝐷)</a:t>
                </a:r>
              </a:p>
              <a:p>
                <a:pPr marL="285750" indent="-285750">
                  <a:buFont typeface="Aptos Serif" panose="02020604070405020304" pitchFamily="18" charset="0"/>
                  <a:buChar char="─"/>
                </a:pPr>
                <a:endParaRPr lang="es-ES" sz="2400" dirty="0"/>
              </a:p>
              <a:p>
                <a:pPr marL="285750" indent="-285750">
                  <a:buFont typeface="Aptos Serif" panose="02020604070405020304" pitchFamily="18" charset="0"/>
                  <a:buChar char="─"/>
                </a:pPr>
                <a:r>
                  <a:rPr lang="es-ES" sz="2400" dirty="0"/>
                  <a:t>Títulos públicos</a:t>
                </a:r>
              </a:p>
              <a:p>
                <a:pPr marL="285750" indent="-285750">
                  <a:buFont typeface="Aptos Serif" panose="02020604070405020304" pitchFamily="18" charset="0"/>
                  <a:buChar char="─"/>
                </a:pPr>
                <a:r>
                  <a:rPr lang="es-ES" sz="2400" dirty="0"/>
                  <a:t>Títulos privados</a:t>
                </a:r>
              </a:p>
              <a:p>
                <a:pPr marL="285750" indent="-285750">
                  <a:buFont typeface="Aptos Serif" panose="02020604070405020304" pitchFamily="18" charset="0"/>
                  <a:buChar char="─"/>
                </a:pPr>
                <a:r>
                  <a:rPr lang="es-ES" sz="2400" dirty="0"/>
                  <a:t>Otras monedas</a:t>
                </a:r>
              </a:p>
            </p:txBody>
          </p:sp>
        </mc:Choice>
        <mc:Fallback xmlns="">
          <p:sp>
            <p:nvSpPr>
              <p:cNvPr id="3" name="CuadroTexto 2">
                <a:extLst>
                  <a:ext uri="{FF2B5EF4-FFF2-40B4-BE49-F238E27FC236}">
                    <a16:creationId xmlns:a16="http://schemas.microsoft.com/office/drawing/2014/main" id="{B1FD07FC-F61A-A8BE-B8D1-B0434C12C687}"/>
                  </a:ext>
                </a:extLst>
              </p:cNvPr>
              <p:cNvSpPr txBox="1">
                <a:spLocks noRot="1" noChangeAspect="1" noMove="1" noResize="1" noEditPoints="1" noAdjustHandles="1" noChangeArrowheads="1" noChangeShapeType="1" noTextEdit="1"/>
              </p:cNvSpPr>
              <p:nvPr/>
            </p:nvSpPr>
            <p:spPr>
              <a:xfrm>
                <a:off x="1405891" y="2606040"/>
                <a:ext cx="5315011" cy="2341218"/>
              </a:xfrm>
              <a:prstGeom prst="rect">
                <a:avLst/>
              </a:prstGeom>
              <a:blipFill>
                <a:blip r:embed="rId3"/>
                <a:stretch>
                  <a:fillRect l="-1835" t="-2083" b="-4948"/>
                </a:stretch>
              </a:blipFill>
            </p:spPr>
            <p:txBody>
              <a:bodyPr/>
              <a:lstStyle/>
              <a:p>
                <a:r>
                  <a:rPr lang="es-AR">
                    <a:noFill/>
                  </a:rPr>
                  <a:t> </a:t>
                </a:r>
              </a:p>
            </p:txBody>
          </p:sp>
        </mc:Fallback>
      </mc:AlternateContent>
      <p:sp>
        <p:nvSpPr>
          <p:cNvPr id="6" name="CuadroTexto 5">
            <a:extLst>
              <a:ext uri="{FF2B5EF4-FFF2-40B4-BE49-F238E27FC236}">
                <a16:creationId xmlns:a16="http://schemas.microsoft.com/office/drawing/2014/main" id="{DB91B59A-269D-D130-4EA5-C07AD2AC3A6B}"/>
              </a:ext>
            </a:extLst>
          </p:cNvPr>
          <p:cNvSpPr txBox="1"/>
          <p:nvPr/>
        </p:nvSpPr>
        <p:spPr>
          <a:xfrm>
            <a:off x="6227111" y="2606040"/>
            <a:ext cx="5397197" cy="1200329"/>
          </a:xfrm>
          <a:prstGeom prst="rect">
            <a:avLst/>
          </a:prstGeom>
          <a:noFill/>
        </p:spPr>
        <p:txBody>
          <a:bodyPr wrap="square" rtlCol="0">
            <a:spAutoFit/>
          </a:bodyPr>
          <a:lstStyle/>
          <a:p>
            <a:pPr marL="285750" indent="-285750">
              <a:buFontTx/>
              <a:buChar char="─"/>
            </a:pPr>
            <a:r>
              <a:rPr lang="es-AR" sz="2400" dirty="0"/>
              <a:t>Préstamos</a:t>
            </a:r>
          </a:p>
          <a:p>
            <a:pPr marL="285750" indent="-285750">
              <a:buFontTx/>
              <a:buChar char="─"/>
            </a:pPr>
            <a:endParaRPr lang="es-AR" sz="2400" dirty="0"/>
          </a:p>
          <a:p>
            <a:pPr marL="285750" indent="-285750">
              <a:buFontTx/>
              <a:buChar char="─"/>
            </a:pPr>
            <a:r>
              <a:rPr lang="es-AR" sz="2400" dirty="0"/>
              <a:t>Adelantos transitorios</a:t>
            </a:r>
          </a:p>
        </p:txBody>
      </p:sp>
      <p:cxnSp>
        <p:nvCxnSpPr>
          <p:cNvPr id="8" name="Conector recto 7">
            <a:extLst>
              <a:ext uri="{FF2B5EF4-FFF2-40B4-BE49-F238E27FC236}">
                <a16:creationId xmlns:a16="http://schemas.microsoft.com/office/drawing/2014/main" id="{A5648743-7426-A49E-4D01-DBF037DBCBF0}"/>
              </a:ext>
            </a:extLst>
          </p:cNvPr>
          <p:cNvCxnSpPr>
            <a:cxnSpLocks/>
          </p:cNvCxnSpPr>
          <p:nvPr/>
        </p:nvCxnSpPr>
        <p:spPr>
          <a:xfrm>
            <a:off x="6101384" y="2333298"/>
            <a:ext cx="0" cy="3267402"/>
          </a:xfrm>
          <a:prstGeom prst="line">
            <a:avLst/>
          </a:prstGeom>
          <a:ln>
            <a:solidFill>
              <a:schemeClr val="accent6"/>
            </a:solidFill>
          </a:ln>
        </p:spPr>
        <p:style>
          <a:lnRef idx="2">
            <a:schemeClr val="accent1"/>
          </a:lnRef>
          <a:fillRef idx="0">
            <a:schemeClr val="accent1"/>
          </a:fillRef>
          <a:effectRef idx="1">
            <a:schemeClr val="accent1"/>
          </a:effectRef>
          <a:fontRef idx="minor">
            <a:schemeClr val="tx1"/>
          </a:fontRef>
        </p:style>
      </p:cxnSp>
      <p:cxnSp>
        <p:nvCxnSpPr>
          <p:cNvPr id="9" name="Conector recto 8">
            <a:extLst>
              <a:ext uri="{FF2B5EF4-FFF2-40B4-BE49-F238E27FC236}">
                <a16:creationId xmlns:a16="http://schemas.microsoft.com/office/drawing/2014/main" id="{BF711058-D020-CFFA-0CA9-4E2E9716CAB7}"/>
              </a:ext>
            </a:extLst>
          </p:cNvPr>
          <p:cNvCxnSpPr>
            <a:cxnSpLocks/>
          </p:cNvCxnSpPr>
          <p:nvPr/>
        </p:nvCxnSpPr>
        <p:spPr>
          <a:xfrm>
            <a:off x="1074420" y="2333298"/>
            <a:ext cx="10549888" cy="0"/>
          </a:xfrm>
          <a:prstGeom prst="line">
            <a:avLst/>
          </a:prstGeom>
          <a:ln>
            <a:solidFill>
              <a:schemeClr val="accent6"/>
            </a:solidFill>
          </a:ln>
        </p:spPr>
        <p:style>
          <a:lnRef idx="2">
            <a:schemeClr val="accent1"/>
          </a:lnRef>
          <a:fillRef idx="0">
            <a:schemeClr val="accent1"/>
          </a:fillRef>
          <a:effectRef idx="1">
            <a:schemeClr val="accent1"/>
          </a:effectRef>
          <a:fontRef idx="minor">
            <a:schemeClr val="tx1"/>
          </a:fontRef>
        </p:style>
      </p:cxnSp>
      <p:sp>
        <p:nvSpPr>
          <p:cNvPr id="14" name="CuadroTexto 13">
            <a:extLst>
              <a:ext uri="{FF2B5EF4-FFF2-40B4-BE49-F238E27FC236}">
                <a16:creationId xmlns:a16="http://schemas.microsoft.com/office/drawing/2014/main" id="{B1260FE2-E1F7-A2EF-4D1B-0B2D21905420}"/>
              </a:ext>
            </a:extLst>
          </p:cNvPr>
          <p:cNvSpPr txBox="1"/>
          <p:nvPr/>
        </p:nvSpPr>
        <p:spPr>
          <a:xfrm>
            <a:off x="2600047" y="1728877"/>
            <a:ext cx="1463349" cy="461665"/>
          </a:xfrm>
          <a:prstGeom prst="rect">
            <a:avLst/>
          </a:prstGeom>
          <a:noFill/>
        </p:spPr>
        <p:txBody>
          <a:bodyPr wrap="none" rtlCol="0">
            <a:spAutoFit/>
          </a:bodyPr>
          <a:lstStyle/>
          <a:p>
            <a:r>
              <a:rPr lang="es-AR" sz="2400" dirty="0"/>
              <a:t>ACTIVOS</a:t>
            </a:r>
          </a:p>
        </p:txBody>
      </p:sp>
      <p:sp>
        <p:nvSpPr>
          <p:cNvPr id="15" name="CuadroTexto 14">
            <a:extLst>
              <a:ext uri="{FF2B5EF4-FFF2-40B4-BE49-F238E27FC236}">
                <a16:creationId xmlns:a16="http://schemas.microsoft.com/office/drawing/2014/main" id="{8D2EB986-BCB0-BB5B-3E97-28893BE4073B}"/>
              </a:ext>
            </a:extLst>
          </p:cNvPr>
          <p:cNvSpPr txBox="1"/>
          <p:nvPr/>
        </p:nvSpPr>
        <p:spPr>
          <a:xfrm>
            <a:off x="8002779" y="1728877"/>
            <a:ext cx="1429174" cy="461665"/>
          </a:xfrm>
          <a:prstGeom prst="rect">
            <a:avLst/>
          </a:prstGeom>
          <a:noFill/>
        </p:spPr>
        <p:txBody>
          <a:bodyPr wrap="none" rtlCol="0">
            <a:spAutoFit/>
          </a:bodyPr>
          <a:lstStyle/>
          <a:p>
            <a:r>
              <a:rPr lang="es-AR" sz="2400" dirty="0"/>
              <a:t>PASIVOS</a:t>
            </a:r>
          </a:p>
        </p:txBody>
      </p:sp>
      <p:grpSp>
        <p:nvGrpSpPr>
          <p:cNvPr id="12" name="Grupo 11">
            <a:extLst>
              <a:ext uri="{FF2B5EF4-FFF2-40B4-BE49-F238E27FC236}">
                <a16:creationId xmlns:a16="http://schemas.microsoft.com/office/drawing/2014/main" id="{283E7548-FFFF-A3F0-397B-9BBD17756891}"/>
              </a:ext>
            </a:extLst>
          </p:cNvPr>
          <p:cNvGrpSpPr/>
          <p:nvPr/>
        </p:nvGrpSpPr>
        <p:grpSpPr>
          <a:xfrm>
            <a:off x="301478" y="101545"/>
            <a:ext cx="2678832" cy="584775"/>
            <a:chOff x="301478" y="101545"/>
            <a:chExt cx="2678832" cy="584775"/>
          </a:xfrm>
        </p:grpSpPr>
        <p:sp>
          <p:nvSpPr>
            <p:cNvPr id="13" name="CuadroTexto 12">
              <a:extLst>
                <a:ext uri="{FF2B5EF4-FFF2-40B4-BE49-F238E27FC236}">
                  <a16:creationId xmlns:a16="http://schemas.microsoft.com/office/drawing/2014/main" id="{74A0316A-8B26-D370-637B-32A4B6464DBC}"/>
                </a:ext>
              </a:extLst>
            </p:cNvPr>
            <p:cNvSpPr txBox="1"/>
            <p:nvPr/>
          </p:nvSpPr>
          <p:spPr>
            <a:xfrm>
              <a:off x="404348" y="101545"/>
              <a:ext cx="2575962" cy="584775"/>
            </a:xfrm>
            <a:prstGeom prst="rect">
              <a:avLst/>
            </a:prstGeom>
            <a:noFill/>
          </p:spPr>
          <p:txBody>
            <a:bodyPr wrap="none" rtlCol="0">
              <a:spAutoFit/>
            </a:bodyPr>
            <a:lstStyle/>
            <a:p>
              <a:r>
                <a:rPr lang="es-AR" sz="3200" dirty="0">
                  <a:latin typeface="+mj-lt"/>
                  <a:cs typeface="Times New Roman" panose="02020603050405020304" pitchFamily="18" charset="0"/>
                </a:rPr>
                <a:t>Introducción</a:t>
              </a:r>
            </a:p>
          </p:txBody>
        </p:sp>
        <p:cxnSp>
          <p:nvCxnSpPr>
            <p:cNvPr id="16" name="Conector recto 15">
              <a:extLst>
                <a:ext uri="{FF2B5EF4-FFF2-40B4-BE49-F238E27FC236}">
                  <a16:creationId xmlns:a16="http://schemas.microsoft.com/office/drawing/2014/main" id="{060406C6-237C-A7E2-10CE-93E237098613}"/>
                </a:ext>
              </a:extLst>
            </p:cNvPr>
            <p:cNvCxnSpPr>
              <a:cxnSpLocks/>
            </p:cNvCxnSpPr>
            <p:nvPr/>
          </p:nvCxnSpPr>
          <p:spPr>
            <a:xfrm>
              <a:off x="301478" y="231932"/>
              <a:ext cx="0" cy="324000"/>
            </a:xfrm>
            <a:prstGeom prst="line">
              <a:avLst/>
            </a:prstGeom>
            <a:ln w="76200">
              <a:solidFill>
                <a:schemeClr val="tx1"/>
              </a:solidFill>
            </a:ln>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58394125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35AF47-AD84-8B83-28D4-3286C23B9F38}"/>
            </a:ext>
          </a:extLst>
        </p:cNvPr>
        <p:cNvGrpSpPr/>
        <p:nvPr/>
      </p:nvGrpSpPr>
      <p:grpSpPr>
        <a:xfrm>
          <a:off x="0" y="0"/>
          <a:ext cx="0" cy="0"/>
          <a:chOff x="0" y="0"/>
          <a:chExt cx="0" cy="0"/>
        </a:xfrm>
      </p:grpSpPr>
      <p:sp>
        <p:nvSpPr>
          <p:cNvPr id="2" name="CuadroTexto 1">
            <a:extLst>
              <a:ext uri="{FF2B5EF4-FFF2-40B4-BE49-F238E27FC236}">
                <a16:creationId xmlns:a16="http://schemas.microsoft.com/office/drawing/2014/main" id="{E9AAAE59-6E83-2462-AC4B-32F33697DD7E}"/>
              </a:ext>
            </a:extLst>
          </p:cNvPr>
          <p:cNvSpPr txBox="1"/>
          <p:nvPr/>
        </p:nvSpPr>
        <p:spPr>
          <a:xfrm>
            <a:off x="404348" y="1020037"/>
            <a:ext cx="11105662" cy="4431983"/>
          </a:xfrm>
          <a:prstGeom prst="rect">
            <a:avLst/>
          </a:prstGeom>
          <a:noFill/>
        </p:spPr>
        <p:txBody>
          <a:bodyPr wrap="square" lIns="0" tIns="0" rIns="0" bIns="0" rtlCol="0">
            <a:spAutoFit/>
          </a:bodyPr>
          <a:lstStyle/>
          <a:p>
            <a:pPr marL="285750" indent="-285750">
              <a:buFont typeface="Arial" panose="020B0604020202020204" pitchFamily="34" charset="0"/>
              <a:buChar char="•"/>
            </a:pPr>
            <a:r>
              <a:rPr lang="es-AR" sz="2400" dirty="0"/>
              <a:t>Teoría cuantitativa como teoría de inflación.</a:t>
            </a:r>
          </a:p>
          <a:p>
            <a:pPr marL="285750" indent="-285750">
              <a:buFont typeface="Arial" panose="020B0604020202020204" pitchFamily="34" charset="0"/>
              <a:buChar char="•"/>
            </a:pPr>
            <a:endParaRPr lang="es-AR" sz="2400" b="0" dirty="0"/>
          </a:p>
          <a:p>
            <a:pPr marL="285750" indent="-285750">
              <a:buFont typeface="Arial" panose="020B0604020202020204" pitchFamily="34" charset="0"/>
              <a:buChar char="•"/>
            </a:pPr>
            <a:r>
              <a:rPr lang="es-AR" sz="2400" b="0" dirty="0"/>
              <a:t>Cuando el BC fija el crédito, determina una tasa de inflación.</a:t>
            </a:r>
          </a:p>
          <a:p>
            <a:pPr marL="285750" indent="-285750">
              <a:buFont typeface="Arial" panose="020B0604020202020204" pitchFamily="34" charset="0"/>
              <a:buChar char="•"/>
            </a:pPr>
            <a:endParaRPr lang="es-AR" sz="2400" dirty="0"/>
          </a:p>
          <a:p>
            <a:pPr marL="285750" indent="-285750">
              <a:buFont typeface="Arial" panose="020B0604020202020204" pitchFamily="34" charset="0"/>
              <a:buChar char="•"/>
            </a:pPr>
            <a:r>
              <a:rPr lang="es-AR" sz="2400" b="0" dirty="0"/>
              <a:t>Fijar el crédito: fijar la circulación monetaria o los encajes.</a:t>
            </a:r>
          </a:p>
          <a:p>
            <a:pPr marL="285750" indent="-285750">
              <a:buFont typeface="Arial" panose="020B0604020202020204" pitchFamily="34" charset="0"/>
              <a:buChar char="•"/>
            </a:pPr>
            <a:endParaRPr lang="es-AR" sz="2400" dirty="0"/>
          </a:p>
          <a:p>
            <a:pPr marL="285750" indent="-285750">
              <a:buFont typeface="Arial" panose="020B0604020202020204" pitchFamily="34" charset="0"/>
              <a:buChar char="•"/>
            </a:pPr>
            <a:r>
              <a:rPr lang="es-AR" sz="2400" b="0" dirty="0"/>
              <a:t>Es decir, fijar la oferta de dinero.</a:t>
            </a:r>
          </a:p>
          <a:p>
            <a:pPr marL="285750" indent="-285750">
              <a:buFont typeface="Arial" panose="020B0604020202020204" pitchFamily="34" charset="0"/>
              <a:buChar char="•"/>
            </a:pPr>
            <a:endParaRPr lang="es-AR" sz="2400" dirty="0"/>
          </a:p>
          <a:p>
            <a:pPr marL="285750" indent="-285750">
              <a:buFont typeface="Arial" panose="020B0604020202020204" pitchFamily="34" charset="0"/>
              <a:buChar char="•"/>
            </a:pPr>
            <a:r>
              <a:rPr lang="es-AR" sz="2400" b="0" dirty="0"/>
              <a:t>No obstante, hay argumentos para demostrar que el BC no puede fijar la oferta de dinero, aunque puede influir significativamente:</a:t>
            </a:r>
          </a:p>
          <a:p>
            <a:pPr marL="742950" lvl="1" indent="-285750">
              <a:buFont typeface="Arial" panose="020B0604020202020204" pitchFamily="34" charset="0"/>
              <a:buChar char="•"/>
            </a:pPr>
            <a:r>
              <a:rPr lang="es-AR" sz="2400" dirty="0"/>
              <a:t>Incertidumbre.</a:t>
            </a:r>
          </a:p>
          <a:p>
            <a:pPr marL="742950" lvl="1" indent="-285750">
              <a:buFont typeface="Arial" panose="020B0604020202020204" pitchFamily="34" charset="0"/>
              <a:buChar char="•"/>
            </a:pPr>
            <a:r>
              <a:rPr lang="es-AR" sz="2400" dirty="0"/>
              <a:t>Creación endógena.</a:t>
            </a:r>
            <a:endParaRPr lang="es-AR" sz="2400" b="0" dirty="0"/>
          </a:p>
        </p:txBody>
      </p:sp>
      <p:grpSp>
        <p:nvGrpSpPr>
          <p:cNvPr id="3" name="Grupo 2">
            <a:extLst>
              <a:ext uri="{FF2B5EF4-FFF2-40B4-BE49-F238E27FC236}">
                <a16:creationId xmlns:a16="http://schemas.microsoft.com/office/drawing/2014/main" id="{9D70278D-2BB0-0CD8-8073-843A028105D4}"/>
              </a:ext>
            </a:extLst>
          </p:cNvPr>
          <p:cNvGrpSpPr/>
          <p:nvPr/>
        </p:nvGrpSpPr>
        <p:grpSpPr>
          <a:xfrm>
            <a:off x="301478" y="101545"/>
            <a:ext cx="2678832" cy="584775"/>
            <a:chOff x="301478" y="101545"/>
            <a:chExt cx="2678832" cy="584775"/>
          </a:xfrm>
        </p:grpSpPr>
        <p:sp>
          <p:nvSpPr>
            <p:cNvPr id="5" name="CuadroTexto 4">
              <a:extLst>
                <a:ext uri="{FF2B5EF4-FFF2-40B4-BE49-F238E27FC236}">
                  <a16:creationId xmlns:a16="http://schemas.microsoft.com/office/drawing/2014/main" id="{6547D71A-72FB-779E-ACCA-3C659AAB3E72}"/>
                </a:ext>
              </a:extLst>
            </p:cNvPr>
            <p:cNvSpPr txBox="1"/>
            <p:nvPr/>
          </p:nvSpPr>
          <p:spPr>
            <a:xfrm>
              <a:off x="404348" y="101545"/>
              <a:ext cx="2575962" cy="584775"/>
            </a:xfrm>
            <a:prstGeom prst="rect">
              <a:avLst/>
            </a:prstGeom>
            <a:noFill/>
          </p:spPr>
          <p:txBody>
            <a:bodyPr wrap="none" rtlCol="0">
              <a:spAutoFit/>
            </a:bodyPr>
            <a:lstStyle/>
            <a:p>
              <a:r>
                <a:rPr lang="es-AR" sz="3200" dirty="0">
                  <a:latin typeface="+mj-lt"/>
                  <a:cs typeface="Times New Roman" panose="02020603050405020304" pitchFamily="18" charset="0"/>
                </a:rPr>
                <a:t>Introducción</a:t>
              </a:r>
            </a:p>
          </p:txBody>
        </p:sp>
        <p:cxnSp>
          <p:nvCxnSpPr>
            <p:cNvPr id="6" name="Conector recto 5">
              <a:extLst>
                <a:ext uri="{FF2B5EF4-FFF2-40B4-BE49-F238E27FC236}">
                  <a16:creationId xmlns:a16="http://schemas.microsoft.com/office/drawing/2014/main" id="{1A803662-C3B8-4E3B-C574-F3BB37DE669B}"/>
                </a:ext>
              </a:extLst>
            </p:cNvPr>
            <p:cNvCxnSpPr>
              <a:cxnSpLocks/>
            </p:cNvCxnSpPr>
            <p:nvPr/>
          </p:nvCxnSpPr>
          <p:spPr>
            <a:xfrm>
              <a:off x="301478" y="231932"/>
              <a:ext cx="0" cy="324000"/>
            </a:xfrm>
            <a:prstGeom prst="line">
              <a:avLst/>
            </a:prstGeom>
            <a:ln w="76200">
              <a:solidFill>
                <a:schemeClr val="tx1"/>
              </a:solidFill>
            </a:ln>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165952219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03DF91-711C-932B-6DA2-07030E0B2A27}"/>
            </a:ext>
          </a:extLst>
        </p:cNvPr>
        <p:cNvGrpSpPr/>
        <p:nvPr/>
      </p:nvGrpSpPr>
      <p:grpSpPr>
        <a:xfrm>
          <a:off x="0" y="0"/>
          <a:ext cx="0" cy="0"/>
          <a:chOff x="0" y="0"/>
          <a:chExt cx="0" cy="0"/>
        </a:xfrm>
      </p:grpSpPr>
      <p:grpSp>
        <p:nvGrpSpPr>
          <p:cNvPr id="25" name="Grupo 24">
            <a:extLst>
              <a:ext uri="{FF2B5EF4-FFF2-40B4-BE49-F238E27FC236}">
                <a16:creationId xmlns:a16="http://schemas.microsoft.com/office/drawing/2014/main" id="{19A1D8F4-8A99-AE8E-297A-40B9380B9A1D}"/>
              </a:ext>
            </a:extLst>
          </p:cNvPr>
          <p:cNvGrpSpPr/>
          <p:nvPr/>
        </p:nvGrpSpPr>
        <p:grpSpPr>
          <a:xfrm>
            <a:off x="4327369" y="1108888"/>
            <a:ext cx="7251220" cy="5749112"/>
            <a:chOff x="2395699" y="1007343"/>
            <a:chExt cx="7251220" cy="5749112"/>
          </a:xfrm>
        </p:grpSpPr>
        <p:sp>
          <p:nvSpPr>
            <p:cNvPr id="24" name="Forma libre: forma 23">
              <a:extLst>
                <a:ext uri="{FF2B5EF4-FFF2-40B4-BE49-F238E27FC236}">
                  <a16:creationId xmlns:a16="http://schemas.microsoft.com/office/drawing/2014/main" id="{A9B9F4DF-3DF3-6FA1-9CCA-EDE9CA5BCB2F}"/>
                </a:ext>
              </a:extLst>
            </p:cNvPr>
            <p:cNvSpPr/>
            <p:nvPr/>
          </p:nvSpPr>
          <p:spPr>
            <a:xfrm>
              <a:off x="5012267" y="4237567"/>
              <a:ext cx="2023533" cy="778933"/>
            </a:xfrm>
            <a:custGeom>
              <a:avLst/>
              <a:gdLst>
                <a:gd name="csX0" fmla="*/ 1155700 w 2023533"/>
                <a:gd name="csY0" fmla="*/ 0 h 778933"/>
                <a:gd name="csX1" fmla="*/ 2023533 w 2023533"/>
                <a:gd name="csY1" fmla="*/ 224366 h 778933"/>
                <a:gd name="csX2" fmla="*/ 965200 w 2023533"/>
                <a:gd name="csY2" fmla="*/ 778933 h 778933"/>
                <a:gd name="csX3" fmla="*/ 0 w 2023533"/>
                <a:gd name="csY3" fmla="*/ 334433 h 778933"/>
                <a:gd name="csX4" fmla="*/ 1155700 w 2023533"/>
                <a:gd name="csY4" fmla="*/ 0 h 778933"/>
                <a:gd name="csX0" fmla="*/ 1155700 w 2023533"/>
                <a:gd name="csY0" fmla="*/ 0 h 778933"/>
                <a:gd name="csX1" fmla="*/ 2023533 w 2023533"/>
                <a:gd name="csY1" fmla="*/ 224366 h 778933"/>
                <a:gd name="csX2" fmla="*/ 965200 w 2023533"/>
                <a:gd name="csY2" fmla="*/ 778933 h 778933"/>
                <a:gd name="csX3" fmla="*/ 0 w 2023533"/>
                <a:gd name="csY3" fmla="*/ 334433 h 778933"/>
                <a:gd name="csX4" fmla="*/ 1155700 w 2023533"/>
                <a:gd name="csY4" fmla="*/ 0 h 778933"/>
                <a:gd name="csX0" fmla="*/ 1155700 w 2023533"/>
                <a:gd name="csY0" fmla="*/ 0 h 778933"/>
                <a:gd name="csX1" fmla="*/ 2023533 w 2023533"/>
                <a:gd name="csY1" fmla="*/ 224366 h 778933"/>
                <a:gd name="csX2" fmla="*/ 965200 w 2023533"/>
                <a:gd name="csY2" fmla="*/ 778933 h 778933"/>
                <a:gd name="csX3" fmla="*/ 0 w 2023533"/>
                <a:gd name="csY3" fmla="*/ 334433 h 778933"/>
                <a:gd name="csX4" fmla="*/ 1155700 w 2023533"/>
                <a:gd name="csY4" fmla="*/ 0 h 778933"/>
                <a:gd name="csX0" fmla="*/ 1155700 w 2023533"/>
                <a:gd name="csY0" fmla="*/ 0 h 778933"/>
                <a:gd name="csX1" fmla="*/ 2023533 w 2023533"/>
                <a:gd name="csY1" fmla="*/ 224366 h 778933"/>
                <a:gd name="csX2" fmla="*/ 965200 w 2023533"/>
                <a:gd name="csY2" fmla="*/ 778933 h 778933"/>
                <a:gd name="csX3" fmla="*/ 0 w 2023533"/>
                <a:gd name="csY3" fmla="*/ 334433 h 778933"/>
                <a:gd name="csX4" fmla="*/ 1155700 w 2023533"/>
                <a:gd name="csY4" fmla="*/ 0 h 778933"/>
                <a:gd name="csX0" fmla="*/ 1155700 w 2023533"/>
                <a:gd name="csY0" fmla="*/ 0 h 778933"/>
                <a:gd name="csX1" fmla="*/ 2023533 w 2023533"/>
                <a:gd name="csY1" fmla="*/ 224366 h 778933"/>
                <a:gd name="csX2" fmla="*/ 965200 w 2023533"/>
                <a:gd name="csY2" fmla="*/ 778933 h 778933"/>
                <a:gd name="csX3" fmla="*/ 0 w 2023533"/>
                <a:gd name="csY3" fmla="*/ 334433 h 778933"/>
                <a:gd name="csX4" fmla="*/ 1155700 w 2023533"/>
                <a:gd name="csY4" fmla="*/ 0 h 778933"/>
                <a:gd name="csX0" fmla="*/ 1155700 w 2023533"/>
                <a:gd name="csY0" fmla="*/ 0 h 778933"/>
                <a:gd name="csX1" fmla="*/ 2023533 w 2023533"/>
                <a:gd name="csY1" fmla="*/ 224366 h 778933"/>
                <a:gd name="csX2" fmla="*/ 965200 w 2023533"/>
                <a:gd name="csY2" fmla="*/ 778933 h 778933"/>
                <a:gd name="csX3" fmla="*/ 0 w 2023533"/>
                <a:gd name="csY3" fmla="*/ 334433 h 778933"/>
                <a:gd name="csX4" fmla="*/ 1155700 w 2023533"/>
                <a:gd name="csY4" fmla="*/ 0 h 778933"/>
                <a:gd name="csX0" fmla="*/ 1155700 w 2023533"/>
                <a:gd name="csY0" fmla="*/ 0 h 778933"/>
                <a:gd name="csX1" fmla="*/ 2023533 w 2023533"/>
                <a:gd name="csY1" fmla="*/ 224366 h 778933"/>
                <a:gd name="csX2" fmla="*/ 965200 w 2023533"/>
                <a:gd name="csY2" fmla="*/ 778933 h 778933"/>
                <a:gd name="csX3" fmla="*/ 0 w 2023533"/>
                <a:gd name="csY3" fmla="*/ 334433 h 778933"/>
                <a:gd name="csX4" fmla="*/ 1155700 w 2023533"/>
                <a:gd name="csY4" fmla="*/ 0 h 778933"/>
                <a:gd name="csX0" fmla="*/ 1155700 w 2023533"/>
                <a:gd name="csY0" fmla="*/ 0 h 778933"/>
                <a:gd name="csX1" fmla="*/ 2023533 w 2023533"/>
                <a:gd name="csY1" fmla="*/ 224366 h 778933"/>
                <a:gd name="csX2" fmla="*/ 965200 w 2023533"/>
                <a:gd name="csY2" fmla="*/ 778933 h 778933"/>
                <a:gd name="csX3" fmla="*/ 0 w 2023533"/>
                <a:gd name="csY3" fmla="*/ 334433 h 778933"/>
                <a:gd name="csX4" fmla="*/ 1155700 w 2023533"/>
                <a:gd name="csY4" fmla="*/ 0 h 778933"/>
                <a:gd name="csX0" fmla="*/ 1155700 w 2023533"/>
                <a:gd name="csY0" fmla="*/ 0 h 778933"/>
                <a:gd name="csX1" fmla="*/ 2023533 w 2023533"/>
                <a:gd name="csY1" fmla="*/ 224366 h 778933"/>
                <a:gd name="csX2" fmla="*/ 965200 w 2023533"/>
                <a:gd name="csY2" fmla="*/ 778933 h 778933"/>
                <a:gd name="csX3" fmla="*/ 0 w 2023533"/>
                <a:gd name="csY3" fmla="*/ 334433 h 778933"/>
                <a:gd name="csX4" fmla="*/ 1155700 w 2023533"/>
                <a:gd name="csY4" fmla="*/ 0 h 778933"/>
                <a:gd name="csX0" fmla="*/ 1155700 w 2023533"/>
                <a:gd name="csY0" fmla="*/ 0 h 778933"/>
                <a:gd name="csX1" fmla="*/ 2023533 w 2023533"/>
                <a:gd name="csY1" fmla="*/ 224366 h 778933"/>
                <a:gd name="csX2" fmla="*/ 965200 w 2023533"/>
                <a:gd name="csY2" fmla="*/ 778933 h 778933"/>
                <a:gd name="csX3" fmla="*/ 0 w 2023533"/>
                <a:gd name="csY3" fmla="*/ 334433 h 778933"/>
                <a:gd name="csX4" fmla="*/ 1155700 w 2023533"/>
                <a:gd name="csY4" fmla="*/ 0 h 778933"/>
                <a:gd name="csX0" fmla="*/ 1155700 w 2023533"/>
                <a:gd name="csY0" fmla="*/ 0 h 778933"/>
                <a:gd name="csX1" fmla="*/ 2023533 w 2023533"/>
                <a:gd name="csY1" fmla="*/ 224366 h 778933"/>
                <a:gd name="csX2" fmla="*/ 965200 w 2023533"/>
                <a:gd name="csY2" fmla="*/ 778933 h 778933"/>
                <a:gd name="csX3" fmla="*/ 0 w 2023533"/>
                <a:gd name="csY3" fmla="*/ 334433 h 778933"/>
                <a:gd name="csX4" fmla="*/ 1155700 w 2023533"/>
                <a:gd name="csY4" fmla="*/ 0 h 778933"/>
                <a:gd name="csX0" fmla="*/ 1155700 w 2023533"/>
                <a:gd name="csY0" fmla="*/ 0 h 778933"/>
                <a:gd name="csX1" fmla="*/ 2023533 w 2023533"/>
                <a:gd name="csY1" fmla="*/ 224366 h 778933"/>
                <a:gd name="csX2" fmla="*/ 965200 w 2023533"/>
                <a:gd name="csY2" fmla="*/ 778933 h 778933"/>
                <a:gd name="csX3" fmla="*/ 0 w 2023533"/>
                <a:gd name="csY3" fmla="*/ 334433 h 778933"/>
                <a:gd name="csX4" fmla="*/ 1155700 w 2023533"/>
                <a:gd name="csY4" fmla="*/ 0 h 778933"/>
              </a:gdLst>
              <a:ahLst/>
              <a:cxnLst>
                <a:cxn ang="0">
                  <a:pos x="csX0" y="csY0"/>
                </a:cxn>
                <a:cxn ang="0">
                  <a:pos x="csX1" y="csY1"/>
                </a:cxn>
                <a:cxn ang="0">
                  <a:pos x="csX2" y="csY2"/>
                </a:cxn>
                <a:cxn ang="0">
                  <a:pos x="csX3" y="csY3"/>
                </a:cxn>
                <a:cxn ang="0">
                  <a:pos x="csX4" y="csY4"/>
                </a:cxn>
              </a:cxnLst>
              <a:rect l="l" t="t" r="r" b="b"/>
              <a:pathLst>
                <a:path w="2023533" h="778933">
                  <a:moveTo>
                    <a:pt x="1155700" y="0"/>
                  </a:moveTo>
                  <a:cubicBezTo>
                    <a:pt x="1427515" y="89077"/>
                    <a:pt x="1716792" y="181327"/>
                    <a:pt x="2023533" y="224366"/>
                  </a:cubicBezTo>
                  <a:cubicBezTo>
                    <a:pt x="1712030" y="456847"/>
                    <a:pt x="1383065" y="638527"/>
                    <a:pt x="965200" y="778933"/>
                  </a:cubicBezTo>
                  <a:cubicBezTo>
                    <a:pt x="602192" y="648229"/>
                    <a:pt x="304271" y="509588"/>
                    <a:pt x="0" y="334433"/>
                  </a:cubicBezTo>
                  <a:cubicBezTo>
                    <a:pt x="389996" y="242005"/>
                    <a:pt x="773642" y="130528"/>
                    <a:pt x="1155700" y="0"/>
                  </a:cubicBezTo>
                  <a:close/>
                </a:path>
              </a:pathLst>
            </a:custGeom>
            <a:pattFill prst="wdUpDiag">
              <a:fgClr>
                <a:schemeClr val="bg1">
                  <a:lumMod val="65000"/>
                </a:schemeClr>
              </a:fgClr>
              <a:bgClr>
                <a:schemeClr val="bg1"/>
              </a:bgClr>
            </a:patt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AR"/>
            </a:p>
          </p:txBody>
        </p:sp>
        <p:grpSp>
          <p:nvGrpSpPr>
            <p:cNvPr id="5" name="Grupo 4">
              <a:extLst>
                <a:ext uri="{FF2B5EF4-FFF2-40B4-BE49-F238E27FC236}">
                  <a16:creationId xmlns:a16="http://schemas.microsoft.com/office/drawing/2014/main" id="{35FCEBF8-8958-56AF-CF8E-ECB0630404D7}"/>
                </a:ext>
              </a:extLst>
            </p:cNvPr>
            <p:cNvGrpSpPr/>
            <p:nvPr/>
          </p:nvGrpSpPr>
          <p:grpSpPr>
            <a:xfrm>
              <a:off x="2395699" y="1007343"/>
              <a:ext cx="7251220" cy="5749112"/>
              <a:chOff x="1815873" y="2947860"/>
              <a:chExt cx="4714467" cy="3737854"/>
            </a:xfrm>
          </p:grpSpPr>
          <p:cxnSp>
            <p:nvCxnSpPr>
              <p:cNvPr id="7" name="Conector recto de flecha 6">
                <a:extLst>
                  <a:ext uri="{FF2B5EF4-FFF2-40B4-BE49-F238E27FC236}">
                    <a16:creationId xmlns:a16="http://schemas.microsoft.com/office/drawing/2014/main" id="{BEFA0A19-9D24-AE21-7551-218746569DA3}"/>
                  </a:ext>
                </a:extLst>
              </p:cNvPr>
              <p:cNvCxnSpPr/>
              <p:nvPr/>
            </p:nvCxnSpPr>
            <p:spPr>
              <a:xfrm flipV="1">
                <a:off x="2252866" y="3150917"/>
                <a:ext cx="0" cy="288000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8" name="Conector recto de flecha 7">
                <a:extLst>
                  <a:ext uri="{FF2B5EF4-FFF2-40B4-BE49-F238E27FC236}">
                    <a16:creationId xmlns:a16="http://schemas.microsoft.com/office/drawing/2014/main" id="{6C6FE63C-3384-C669-94B2-ABAC5F9BE2D6}"/>
                  </a:ext>
                </a:extLst>
              </p:cNvPr>
              <p:cNvCxnSpPr>
                <a:cxnSpLocks/>
              </p:cNvCxnSpPr>
              <p:nvPr/>
            </p:nvCxnSpPr>
            <p:spPr>
              <a:xfrm>
                <a:off x="2252866" y="6030917"/>
                <a:ext cx="3935526"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mc:AlternateContent xmlns:mc="http://schemas.openxmlformats.org/markup-compatibility/2006" xmlns:a14="http://schemas.microsoft.com/office/drawing/2010/main">
            <mc:Choice Requires="a14">
              <p:sp>
                <p:nvSpPr>
                  <p:cNvPr id="10" name="CuadroTexto 9">
                    <a:extLst>
                      <a:ext uri="{FF2B5EF4-FFF2-40B4-BE49-F238E27FC236}">
                        <a16:creationId xmlns:a16="http://schemas.microsoft.com/office/drawing/2014/main" id="{6996DDFA-6C7B-212E-E97B-B723A5B69D4D}"/>
                      </a:ext>
                    </a:extLst>
                  </p:cNvPr>
                  <p:cNvSpPr txBox="1"/>
                  <p:nvPr/>
                </p:nvSpPr>
                <p:spPr>
                  <a:xfrm>
                    <a:off x="1815873" y="2947860"/>
                    <a:ext cx="437196"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s-AR" b="0" i="1" smtClean="0">
                              <a:latin typeface="Cambria Math" panose="02040503050406030204" pitchFamily="18" charset="0"/>
                            </a:rPr>
                            <m:t>𝑖</m:t>
                          </m:r>
                        </m:oMath>
                      </m:oMathPara>
                    </a14:m>
                    <a:endParaRPr lang="es-AR" dirty="0"/>
                  </a:p>
                </p:txBody>
              </p:sp>
            </mc:Choice>
            <mc:Fallback xmlns="">
              <p:sp>
                <p:nvSpPr>
                  <p:cNvPr id="5" name="CuadroTexto 4">
                    <a:extLst>
                      <a:ext uri="{FF2B5EF4-FFF2-40B4-BE49-F238E27FC236}">
                        <a16:creationId xmlns:a16="http://schemas.microsoft.com/office/drawing/2014/main" id="{CF45B305-3505-1845-0385-A59F989F350E}"/>
                      </a:ext>
                    </a:extLst>
                  </p:cNvPr>
                  <p:cNvSpPr txBox="1">
                    <a:spLocks noRot="1" noChangeAspect="1" noMove="1" noResize="1" noEditPoints="1" noAdjustHandles="1" noChangeArrowheads="1" noChangeShapeType="1" noTextEdit="1"/>
                  </p:cNvSpPr>
                  <p:nvPr/>
                </p:nvSpPr>
                <p:spPr>
                  <a:xfrm>
                    <a:off x="1815873" y="2947860"/>
                    <a:ext cx="437196" cy="369332"/>
                  </a:xfrm>
                  <a:prstGeom prst="rect">
                    <a:avLst/>
                  </a:prstGeom>
                  <a:blipFill>
                    <a:blip r:embed="rId7"/>
                    <a:stretch>
                      <a:fillRect/>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11" name="CuadroTexto 10">
                    <a:extLst>
                      <a:ext uri="{FF2B5EF4-FFF2-40B4-BE49-F238E27FC236}">
                        <a16:creationId xmlns:a16="http://schemas.microsoft.com/office/drawing/2014/main" id="{02DE54B3-910E-1012-30DE-F7A0FE00E8DB}"/>
                      </a:ext>
                    </a:extLst>
                  </p:cNvPr>
                  <p:cNvSpPr txBox="1"/>
                  <p:nvPr/>
                </p:nvSpPr>
                <p:spPr>
                  <a:xfrm>
                    <a:off x="6093144" y="6076637"/>
                    <a:ext cx="437196" cy="60907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f>
                            <m:fPr>
                              <m:ctrlPr>
                                <a:rPr lang="es-AR" b="0" i="1" smtClean="0">
                                  <a:latin typeface="Cambria Math" panose="02040503050406030204" pitchFamily="18" charset="0"/>
                                </a:rPr>
                              </m:ctrlPr>
                            </m:fPr>
                            <m:num>
                              <m:r>
                                <a:rPr lang="es-AR" b="0" i="1" smtClean="0">
                                  <a:latin typeface="Cambria Math" panose="02040503050406030204" pitchFamily="18" charset="0"/>
                                </a:rPr>
                                <m:t>𝑀</m:t>
                              </m:r>
                            </m:num>
                            <m:den>
                              <m:r>
                                <a:rPr lang="es-AR" b="0" i="1" smtClean="0">
                                  <a:latin typeface="Cambria Math" panose="02040503050406030204" pitchFamily="18" charset="0"/>
                                </a:rPr>
                                <m:t>𝑃</m:t>
                              </m:r>
                            </m:den>
                          </m:f>
                        </m:oMath>
                      </m:oMathPara>
                    </a14:m>
                    <a:endParaRPr lang="es-AR" i="1" dirty="0"/>
                  </a:p>
                </p:txBody>
              </p:sp>
            </mc:Choice>
            <mc:Fallback xmlns="">
              <p:sp>
                <p:nvSpPr>
                  <p:cNvPr id="6" name="CuadroTexto 5">
                    <a:extLst>
                      <a:ext uri="{FF2B5EF4-FFF2-40B4-BE49-F238E27FC236}">
                        <a16:creationId xmlns:a16="http://schemas.microsoft.com/office/drawing/2014/main" id="{360E1D0E-D060-0C84-EDBD-6AF7B4C08CDF}"/>
                      </a:ext>
                    </a:extLst>
                  </p:cNvPr>
                  <p:cNvSpPr txBox="1">
                    <a:spLocks noRot="1" noChangeAspect="1" noMove="1" noResize="1" noEditPoints="1" noAdjustHandles="1" noChangeArrowheads="1" noChangeShapeType="1" noTextEdit="1"/>
                  </p:cNvSpPr>
                  <p:nvPr/>
                </p:nvSpPr>
                <p:spPr>
                  <a:xfrm>
                    <a:off x="6093144" y="6076637"/>
                    <a:ext cx="437196" cy="609077"/>
                  </a:xfrm>
                  <a:prstGeom prst="rect">
                    <a:avLst/>
                  </a:prstGeom>
                  <a:blipFill>
                    <a:blip r:embed="rId8"/>
                    <a:stretch>
                      <a:fillRect/>
                    </a:stretch>
                  </a:blipFill>
                </p:spPr>
                <p:txBody>
                  <a:bodyPr/>
                  <a:lstStyle/>
                  <a:p>
                    <a:r>
                      <a:rPr lang="es-AR">
                        <a:noFill/>
                      </a:rPr>
                      <a:t> </a:t>
                    </a:r>
                  </a:p>
                </p:txBody>
              </p:sp>
            </mc:Fallback>
          </mc:AlternateContent>
        </p:grpSp>
        <p:sp>
          <p:nvSpPr>
            <p:cNvPr id="18" name="Forma libre: forma 17">
              <a:extLst>
                <a:ext uri="{FF2B5EF4-FFF2-40B4-BE49-F238E27FC236}">
                  <a16:creationId xmlns:a16="http://schemas.microsoft.com/office/drawing/2014/main" id="{95D03A69-C759-37CA-7DE2-6F3F6C07F02F}"/>
                </a:ext>
              </a:extLst>
            </p:cNvPr>
            <p:cNvSpPr/>
            <p:nvPr/>
          </p:nvSpPr>
          <p:spPr>
            <a:xfrm>
              <a:off x="3268980" y="1771650"/>
              <a:ext cx="5440680" cy="3487118"/>
            </a:xfrm>
            <a:custGeom>
              <a:avLst/>
              <a:gdLst>
                <a:gd name="csX0" fmla="*/ 0 w 5440680"/>
                <a:gd name="csY0" fmla="*/ 3989070 h 3989070"/>
                <a:gd name="csX1" fmla="*/ 3600450 w 5440680"/>
                <a:gd name="csY1" fmla="*/ 2811780 h 3989070"/>
                <a:gd name="csX2" fmla="*/ 5440680 w 5440680"/>
                <a:gd name="csY2" fmla="*/ 0 h 3989070"/>
              </a:gdLst>
              <a:ahLst/>
              <a:cxnLst>
                <a:cxn ang="0">
                  <a:pos x="csX0" y="csY0"/>
                </a:cxn>
                <a:cxn ang="0">
                  <a:pos x="csX1" y="csY1"/>
                </a:cxn>
                <a:cxn ang="0">
                  <a:pos x="csX2" y="csY2"/>
                </a:cxn>
              </a:cxnLst>
              <a:rect l="l" t="t" r="r" b="b"/>
              <a:pathLst>
                <a:path w="5440680" h="3989070">
                  <a:moveTo>
                    <a:pt x="0" y="3989070"/>
                  </a:moveTo>
                  <a:cubicBezTo>
                    <a:pt x="1346835" y="3732847"/>
                    <a:pt x="2693670" y="3476625"/>
                    <a:pt x="3600450" y="2811780"/>
                  </a:cubicBezTo>
                  <a:cubicBezTo>
                    <a:pt x="4507230" y="2146935"/>
                    <a:pt x="4973955" y="1073467"/>
                    <a:pt x="5440680" y="0"/>
                  </a:cubicBezTo>
                </a:path>
              </a:pathLst>
            </a:custGeom>
            <a:noFill/>
            <a:ln w="19050">
              <a:solidFill>
                <a:schemeClr val="accent1"/>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19" name="Forma libre: forma 18">
              <a:extLst>
                <a:ext uri="{FF2B5EF4-FFF2-40B4-BE49-F238E27FC236}">
                  <a16:creationId xmlns:a16="http://schemas.microsoft.com/office/drawing/2014/main" id="{954A69A4-8EE9-A389-3062-2B29CD168B23}"/>
                </a:ext>
              </a:extLst>
            </p:cNvPr>
            <p:cNvSpPr/>
            <p:nvPr/>
          </p:nvSpPr>
          <p:spPr>
            <a:xfrm rot="5400000">
              <a:off x="4615801" y="1179206"/>
              <a:ext cx="2952774" cy="5074921"/>
            </a:xfrm>
            <a:custGeom>
              <a:avLst/>
              <a:gdLst>
                <a:gd name="csX0" fmla="*/ 0 w 5440680"/>
                <a:gd name="csY0" fmla="*/ 3989070 h 3989070"/>
                <a:gd name="csX1" fmla="*/ 3600450 w 5440680"/>
                <a:gd name="csY1" fmla="*/ 2811780 h 3989070"/>
                <a:gd name="csX2" fmla="*/ 5440680 w 5440680"/>
                <a:gd name="csY2" fmla="*/ 0 h 3989070"/>
              </a:gdLst>
              <a:ahLst/>
              <a:cxnLst>
                <a:cxn ang="0">
                  <a:pos x="csX0" y="csY0"/>
                </a:cxn>
                <a:cxn ang="0">
                  <a:pos x="csX1" y="csY1"/>
                </a:cxn>
                <a:cxn ang="0">
                  <a:pos x="csX2" y="csY2"/>
                </a:cxn>
              </a:cxnLst>
              <a:rect l="l" t="t" r="r" b="b"/>
              <a:pathLst>
                <a:path w="5440680" h="3989070">
                  <a:moveTo>
                    <a:pt x="0" y="3989070"/>
                  </a:moveTo>
                  <a:cubicBezTo>
                    <a:pt x="1346835" y="3732847"/>
                    <a:pt x="2693670" y="3476625"/>
                    <a:pt x="3600450" y="2811780"/>
                  </a:cubicBezTo>
                  <a:cubicBezTo>
                    <a:pt x="4507230" y="2146935"/>
                    <a:pt x="4973955" y="1073467"/>
                    <a:pt x="5440680" y="0"/>
                  </a:cubicBezTo>
                </a:path>
              </a:pathLst>
            </a:custGeom>
            <a:noFill/>
            <a:ln w="19050">
              <a:solidFill>
                <a:schemeClr val="accent6"/>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AR" dirty="0"/>
            </a:p>
          </p:txBody>
        </p:sp>
        <p:sp>
          <p:nvSpPr>
            <p:cNvPr id="20" name="Forma libre: forma 19">
              <a:extLst>
                <a:ext uri="{FF2B5EF4-FFF2-40B4-BE49-F238E27FC236}">
                  <a16:creationId xmlns:a16="http://schemas.microsoft.com/office/drawing/2014/main" id="{4C91E09F-B397-9C8D-7F19-E84F0ACD10C9}"/>
                </a:ext>
              </a:extLst>
            </p:cNvPr>
            <p:cNvSpPr/>
            <p:nvPr/>
          </p:nvSpPr>
          <p:spPr>
            <a:xfrm rot="5400000">
              <a:off x="4672969" y="811529"/>
              <a:ext cx="2838438" cy="5074921"/>
            </a:xfrm>
            <a:custGeom>
              <a:avLst/>
              <a:gdLst>
                <a:gd name="csX0" fmla="*/ 0 w 5440680"/>
                <a:gd name="csY0" fmla="*/ 3989070 h 3989070"/>
                <a:gd name="csX1" fmla="*/ 3600450 w 5440680"/>
                <a:gd name="csY1" fmla="*/ 2811780 h 3989070"/>
                <a:gd name="csX2" fmla="*/ 5440680 w 5440680"/>
                <a:gd name="csY2" fmla="*/ 0 h 3989070"/>
              </a:gdLst>
              <a:ahLst/>
              <a:cxnLst>
                <a:cxn ang="0">
                  <a:pos x="csX0" y="csY0"/>
                </a:cxn>
                <a:cxn ang="0">
                  <a:pos x="csX1" y="csY1"/>
                </a:cxn>
                <a:cxn ang="0">
                  <a:pos x="csX2" y="csY2"/>
                </a:cxn>
              </a:cxnLst>
              <a:rect l="l" t="t" r="r" b="b"/>
              <a:pathLst>
                <a:path w="5440680" h="3989070">
                  <a:moveTo>
                    <a:pt x="0" y="3989070"/>
                  </a:moveTo>
                  <a:cubicBezTo>
                    <a:pt x="1346835" y="3732847"/>
                    <a:pt x="2693670" y="3476625"/>
                    <a:pt x="3600450" y="2811780"/>
                  </a:cubicBezTo>
                  <a:cubicBezTo>
                    <a:pt x="4507230" y="2146935"/>
                    <a:pt x="4973955" y="1073467"/>
                    <a:pt x="5440680" y="0"/>
                  </a:cubicBezTo>
                </a:path>
              </a:pathLst>
            </a:custGeom>
            <a:noFill/>
            <a:ln w="19050">
              <a:solidFill>
                <a:schemeClr val="accent6"/>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21" name="Forma libre: forma 20">
              <a:extLst>
                <a:ext uri="{FF2B5EF4-FFF2-40B4-BE49-F238E27FC236}">
                  <a16:creationId xmlns:a16="http://schemas.microsoft.com/office/drawing/2014/main" id="{5249E24F-1803-A609-F07F-A448F42E8C50}"/>
                </a:ext>
              </a:extLst>
            </p:cNvPr>
            <p:cNvSpPr/>
            <p:nvPr/>
          </p:nvSpPr>
          <p:spPr>
            <a:xfrm rot="5400000">
              <a:off x="4531975" y="1548782"/>
              <a:ext cx="3120426" cy="5074921"/>
            </a:xfrm>
            <a:custGeom>
              <a:avLst/>
              <a:gdLst>
                <a:gd name="csX0" fmla="*/ 0 w 5440680"/>
                <a:gd name="csY0" fmla="*/ 3989070 h 3989070"/>
                <a:gd name="csX1" fmla="*/ 3600450 w 5440680"/>
                <a:gd name="csY1" fmla="*/ 2811780 h 3989070"/>
                <a:gd name="csX2" fmla="*/ 5440680 w 5440680"/>
                <a:gd name="csY2" fmla="*/ 0 h 3989070"/>
              </a:gdLst>
              <a:ahLst/>
              <a:cxnLst>
                <a:cxn ang="0">
                  <a:pos x="csX0" y="csY0"/>
                </a:cxn>
                <a:cxn ang="0">
                  <a:pos x="csX1" y="csY1"/>
                </a:cxn>
                <a:cxn ang="0">
                  <a:pos x="csX2" y="csY2"/>
                </a:cxn>
              </a:cxnLst>
              <a:rect l="l" t="t" r="r" b="b"/>
              <a:pathLst>
                <a:path w="5440680" h="3989070">
                  <a:moveTo>
                    <a:pt x="0" y="3989070"/>
                  </a:moveTo>
                  <a:cubicBezTo>
                    <a:pt x="1346835" y="3732847"/>
                    <a:pt x="2693670" y="3476625"/>
                    <a:pt x="3600450" y="2811780"/>
                  </a:cubicBezTo>
                  <a:cubicBezTo>
                    <a:pt x="4507230" y="2146935"/>
                    <a:pt x="4973955" y="1073467"/>
                    <a:pt x="5440680" y="0"/>
                  </a:cubicBezTo>
                </a:path>
              </a:pathLst>
            </a:custGeom>
            <a:noFill/>
            <a:ln w="19050">
              <a:solidFill>
                <a:schemeClr val="accent6"/>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22" name="Forma libre: forma 21">
              <a:extLst>
                <a:ext uri="{FF2B5EF4-FFF2-40B4-BE49-F238E27FC236}">
                  <a16:creationId xmlns:a16="http://schemas.microsoft.com/office/drawing/2014/main" id="{3321575C-645A-34EB-E122-54FA114A9158}"/>
                </a:ext>
              </a:extLst>
            </p:cNvPr>
            <p:cNvSpPr/>
            <p:nvPr/>
          </p:nvSpPr>
          <p:spPr>
            <a:xfrm>
              <a:off x="3268980" y="1521193"/>
              <a:ext cx="5440680" cy="3383207"/>
            </a:xfrm>
            <a:custGeom>
              <a:avLst/>
              <a:gdLst>
                <a:gd name="csX0" fmla="*/ 0 w 5440680"/>
                <a:gd name="csY0" fmla="*/ 3989070 h 3989070"/>
                <a:gd name="csX1" fmla="*/ 3600450 w 5440680"/>
                <a:gd name="csY1" fmla="*/ 2811780 h 3989070"/>
                <a:gd name="csX2" fmla="*/ 5440680 w 5440680"/>
                <a:gd name="csY2" fmla="*/ 0 h 3989070"/>
              </a:gdLst>
              <a:ahLst/>
              <a:cxnLst>
                <a:cxn ang="0">
                  <a:pos x="csX0" y="csY0"/>
                </a:cxn>
                <a:cxn ang="0">
                  <a:pos x="csX1" y="csY1"/>
                </a:cxn>
                <a:cxn ang="0">
                  <a:pos x="csX2" y="csY2"/>
                </a:cxn>
              </a:cxnLst>
              <a:rect l="l" t="t" r="r" b="b"/>
              <a:pathLst>
                <a:path w="5440680" h="3989070">
                  <a:moveTo>
                    <a:pt x="0" y="3989070"/>
                  </a:moveTo>
                  <a:cubicBezTo>
                    <a:pt x="1346835" y="3732847"/>
                    <a:pt x="2693670" y="3476625"/>
                    <a:pt x="3600450" y="2811780"/>
                  </a:cubicBezTo>
                  <a:cubicBezTo>
                    <a:pt x="4507230" y="2146935"/>
                    <a:pt x="4973955" y="1073467"/>
                    <a:pt x="5440680" y="0"/>
                  </a:cubicBezTo>
                </a:path>
              </a:pathLst>
            </a:custGeom>
            <a:noFill/>
            <a:ln w="19050">
              <a:solidFill>
                <a:schemeClr val="accent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23" name="Forma libre: forma 22">
              <a:extLst>
                <a:ext uri="{FF2B5EF4-FFF2-40B4-BE49-F238E27FC236}">
                  <a16:creationId xmlns:a16="http://schemas.microsoft.com/office/drawing/2014/main" id="{CCF43A08-18E1-46FA-F4ED-D223DB8E000B}"/>
                </a:ext>
              </a:extLst>
            </p:cNvPr>
            <p:cNvSpPr/>
            <p:nvPr/>
          </p:nvSpPr>
          <p:spPr>
            <a:xfrm>
              <a:off x="3268980" y="2126014"/>
              <a:ext cx="5440680" cy="3487119"/>
            </a:xfrm>
            <a:custGeom>
              <a:avLst/>
              <a:gdLst>
                <a:gd name="csX0" fmla="*/ 0 w 5440680"/>
                <a:gd name="csY0" fmla="*/ 3989070 h 3989070"/>
                <a:gd name="csX1" fmla="*/ 3600450 w 5440680"/>
                <a:gd name="csY1" fmla="*/ 2811780 h 3989070"/>
                <a:gd name="csX2" fmla="*/ 5440680 w 5440680"/>
                <a:gd name="csY2" fmla="*/ 0 h 3989070"/>
              </a:gdLst>
              <a:ahLst/>
              <a:cxnLst>
                <a:cxn ang="0">
                  <a:pos x="csX0" y="csY0"/>
                </a:cxn>
                <a:cxn ang="0">
                  <a:pos x="csX1" y="csY1"/>
                </a:cxn>
                <a:cxn ang="0">
                  <a:pos x="csX2" y="csY2"/>
                </a:cxn>
              </a:cxnLst>
              <a:rect l="l" t="t" r="r" b="b"/>
              <a:pathLst>
                <a:path w="5440680" h="3989070">
                  <a:moveTo>
                    <a:pt x="0" y="3989070"/>
                  </a:moveTo>
                  <a:cubicBezTo>
                    <a:pt x="1346835" y="3732847"/>
                    <a:pt x="2693670" y="3476625"/>
                    <a:pt x="3600450" y="2811780"/>
                  </a:cubicBezTo>
                  <a:cubicBezTo>
                    <a:pt x="4507230" y="2146935"/>
                    <a:pt x="4973955" y="1073467"/>
                    <a:pt x="5440680" y="0"/>
                  </a:cubicBezTo>
                </a:path>
              </a:pathLst>
            </a:custGeom>
            <a:noFill/>
            <a:ln w="19050">
              <a:solidFill>
                <a:schemeClr val="accent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AR"/>
            </a:p>
          </p:txBody>
        </p:sp>
      </p:grpSp>
      <mc:AlternateContent xmlns:mc="http://schemas.openxmlformats.org/markup-compatibility/2006" xmlns:a14="http://schemas.microsoft.com/office/drawing/2010/main">
        <mc:Choice Requires="a14">
          <p:sp>
            <p:nvSpPr>
              <p:cNvPr id="26" name="CuadroTexto 25">
                <a:extLst>
                  <a:ext uri="{FF2B5EF4-FFF2-40B4-BE49-F238E27FC236}">
                    <a16:creationId xmlns:a16="http://schemas.microsoft.com/office/drawing/2014/main" id="{5141121B-0055-F079-E19E-3A0360A9C98B}"/>
                  </a:ext>
                </a:extLst>
              </p:cNvPr>
              <p:cNvSpPr txBox="1"/>
              <p:nvPr/>
            </p:nvSpPr>
            <p:spPr>
              <a:xfrm>
                <a:off x="634103" y="1725429"/>
                <a:ext cx="4230132" cy="81567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ctrlPr>
                            <a:rPr lang="es-AR" sz="2400" i="1" smtClean="0">
                              <a:latin typeface="Cambria Math" panose="02040503050406030204" pitchFamily="18" charset="0"/>
                            </a:rPr>
                          </m:ctrlPr>
                        </m:fPr>
                        <m:num>
                          <m:sSubSup>
                            <m:sSubSupPr>
                              <m:ctrlPr>
                                <a:rPr lang="es-AR" sz="2400" i="1" smtClean="0">
                                  <a:latin typeface="Cambria Math" panose="02040503050406030204" pitchFamily="18" charset="0"/>
                                </a:rPr>
                              </m:ctrlPr>
                            </m:sSubSupPr>
                            <m:e>
                              <m:r>
                                <a:rPr lang="es-AR" sz="2400" b="0" i="1" smtClean="0">
                                  <a:latin typeface="Cambria Math" panose="02040503050406030204" pitchFamily="18" charset="0"/>
                                </a:rPr>
                                <m:t>𝑀</m:t>
                              </m:r>
                            </m:e>
                            <m:sub>
                              <m:r>
                                <a:rPr lang="es-AR" sz="2400" b="0" i="1" smtClean="0">
                                  <a:latin typeface="Cambria Math" panose="02040503050406030204" pitchFamily="18" charset="0"/>
                                </a:rPr>
                                <m:t>𝑡</m:t>
                              </m:r>
                            </m:sub>
                            <m:sup>
                              <m:r>
                                <a:rPr lang="es-AR" sz="2400" b="0" i="1" smtClean="0">
                                  <a:latin typeface="Cambria Math" panose="02040503050406030204" pitchFamily="18" charset="0"/>
                                </a:rPr>
                                <m:t>𝑑</m:t>
                              </m:r>
                            </m:sup>
                          </m:sSubSup>
                        </m:num>
                        <m:den>
                          <m:sSub>
                            <m:sSubPr>
                              <m:ctrlPr>
                                <a:rPr lang="es-AR" sz="2400" i="1" smtClean="0">
                                  <a:latin typeface="Cambria Math" panose="02040503050406030204" pitchFamily="18" charset="0"/>
                                </a:rPr>
                              </m:ctrlPr>
                            </m:sSubPr>
                            <m:e>
                              <m:r>
                                <a:rPr lang="es-AR" sz="2400" b="0" i="1" smtClean="0">
                                  <a:latin typeface="Cambria Math" panose="02040503050406030204" pitchFamily="18" charset="0"/>
                                </a:rPr>
                                <m:t>𝑃</m:t>
                              </m:r>
                            </m:e>
                            <m:sub>
                              <m:r>
                                <a:rPr lang="es-AR" sz="2400" b="0" i="1" smtClean="0">
                                  <a:latin typeface="Cambria Math" panose="02040503050406030204" pitchFamily="18" charset="0"/>
                                </a:rPr>
                                <m:t>𝑡</m:t>
                              </m:r>
                            </m:sub>
                          </m:sSub>
                        </m:den>
                      </m:f>
                      <m:r>
                        <a:rPr lang="es-AR" sz="2400" b="0" i="1" smtClean="0">
                          <a:latin typeface="Cambria Math" panose="02040503050406030204" pitchFamily="18" charset="0"/>
                        </a:rPr>
                        <m:t>=</m:t>
                      </m:r>
                      <m:r>
                        <a:rPr lang="es-AR" sz="2400" b="0" i="1" smtClean="0">
                          <a:latin typeface="Cambria Math" panose="02040503050406030204" pitchFamily="18" charset="0"/>
                        </a:rPr>
                        <m:t>𝑓</m:t>
                      </m:r>
                      <m:d>
                        <m:dPr>
                          <m:ctrlPr>
                            <a:rPr lang="es-AR" sz="2400" b="0" i="1" smtClean="0">
                              <a:latin typeface="Cambria Math" panose="02040503050406030204" pitchFamily="18" charset="0"/>
                            </a:rPr>
                          </m:ctrlPr>
                        </m:dPr>
                        <m:e>
                          <m:acc>
                            <m:accPr>
                              <m:chr m:val="̅"/>
                              <m:ctrlPr>
                                <a:rPr lang="es-AR" sz="2400" b="0" i="1" smtClean="0">
                                  <a:latin typeface="Cambria Math" panose="02040503050406030204" pitchFamily="18" charset="0"/>
                                </a:rPr>
                              </m:ctrlPr>
                            </m:accPr>
                            <m:e>
                              <m:r>
                                <a:rPr lang="es-AR" sz="2400" b="0" i="1" smtClean="0">
                                  <a:latin typeface="Cambria Math" panose="02040503050406030204" pitchFamily="18" charset="0"/>
                                </a:rPr>
                                <m:t>𝑌</m:t>
                              </m:r>
                            </m:e>
                          </m:acc>
                          <m:r>
                            <a:rPr lang="es-AR" sz="2400" b="0" i="1" smtClean="0">
                              <a:latin typeface="Cambria Math" panose="02040503050406030204" pitchFamily="18" charset="0"/>
                            </a:rPr>
                            <m:t>, </m:t>
                          </m:r>
                          <m:sSub>
                            <m:sSubPr>
                              <m:ctrlPr>
                                <a:rPr lang="es-AR" sz="2400" i="1">
                                  <a:latin typeface="Cambria Math" panose="02040503050406030204" pitchFamily="18" charset="0"/>
                                </a:rPr>
                              </m:ctrlPr>
                            </m:sSubPr>
                            <m:e>
                              <m:r>
                                <a:rPr lang="es-AR" sz="2400" i="1">
                                  <a:latin typeface="Cambria Math" panose="02040503050406030204" pitchFamily="18" charset="0"/>
                                </a:rPr>
                                <m:t>𝑟</m:t>
                              </m:r>
                            </m:e>
                            <m:sub>
                              <m:r>
                                <a:rPr lang="es-AR" sz="2400" b="0" i="1" smtClean="0">
                                  <a:latin typeface="Cambria Math" panose="02040503050406030204" pitchFamily="18" charset="0"/>
                                </a:rPr>
                                <m:t>𝑥</m:t>
                              </m:r>
                            </m:sub>
                          </m:sSub>
                          <m:r>
                            <a:rPr lang="es-AR" sz="2400" i="1">
                              <a:latin typeface="Cambria Math" panose="02040503050406030204" pitchFamily="18" charset="0"/>
                            </a:rPr>
                            <m:t>−</m:t>
                          </m:r>
                          <m:sSub>
                            <m:sSubPr>
                              <m:ctrlPr>
                                <a:rPr lang="es-AR" sz="2400" i="1">
                                  <a:latin typeface="Cambria Math" panose="02040503050406030204" pitchFamily="18" charset="0"/>
                                </a:rPr>
                              </m:ctrlPr>
                            </m:sSubPr>
                            <m:e>
                              <m:r>
                                <a:rPr lang="es-AR" sz="2400" i="1">
                                  <a:latin typeface="Cambria Math" panose="02040503050406030204" pitchFamily="18" charset="0"/>
                                </a:rPr>
                                <m:t>𝑟</m:t>
                              </m:r>
                            </m:e>
                            <m:sub>
                              <m:r>
                                <a:rPr lang="es-AR" sz="2400" i="1">
                                  <a:latin typeface="Cambria Math" panose="02040503050406030204" pitchFamily="18" charset="0"/>
                                </a:rPr>
                                <m:t>𝑚</m:t>
                              </m:r>
                            </m:sub>
                          </m:sSub>
                          <m:r>
                            <a:rPr lang="es-AR" sz="2400" i="1">
                              <a:latin typeface="Cambria Math" panose="02040503050406030204" pitchFamily="18" charset="0"/>
                            </a:rPr>
                            <m:t>,</m:t>
                          </m:r>
                          <m:sSup>
                            <m:sSupPr>
                              <m:ctrlPr>
                                <a:rPr lang="es-AR" sz="2400" i="1" smtClean="0">
                                  <a:latin typeface="Cambria Math" panose="02040503050406030204" pitchFamily="18" charset="0"/>
                                </a:rPr>
                              </m:ctrlPr>
                            </m:sSupPr>
                            <m:e>
                              <m:r>
                                <a:rPr lang="es-AR" sz="2400" b="0" i="1" smtClean="0">
                                  <a:latin typeface="Cambria Math" panose="02040503050406030204" pitchFamily="18" charset="0"/>
                                </a:rPr>
                                <m:t>𝜋</m:t>
                              </m:r>
                            </m:e>
                            <m:sup>
                              <m:r>
                                <a:rPr lang="es-AR" sz="2400" b="0" i="1" smtClean="0">
                                  <a:latin typeface="Cambria Math" panose="02040503050406030204" pitchFamily="18" charset="0"/>
                                </a:rPr>
                                <m:t>𝑒</m:t>
                              </m:r>
                            </m:sup>
                          </m:sSup>
                          <m:r>
                            <a:rPr lang="es-AR" sz="2400" i="1" smtClean="0">
                              <a:latin typeface="Cambria Math" panose="02040503050406030204" pitchFamily="18" charset="0"/>
                            </a:rPr>
                            <m:t> </m:t>
                          </m:r>
                          <m:r>
                            <a:rPr lang="es-AR" sz="2400" i="1">
                              <a:latin typeface="Cambria Math" panose="02040503050406030204" pitchFamily="18" charset="0"/>
                            </a:rPr>
                            <m:t>−</m:t>
                          </m:r>
                          <m:sSub>
                            <m:sSubPr>
                              <m:ctrlPr>
                                <a:rPr lang="es-AR" sz="2400" i="1">
                                  <a:latin typeface="Cambria Math" panose="02040503050406030204" pitchFamily="18" charset="0"/>
                                </a:rPr>
                              </m:ctrlPr>
                            </m:sSubPr>
                            <m:e>
                              <m:r>
                                <a:rPr lang="es-AR" sz="2400" i="1">
                                  <a:latin typeface="Cambria Math" panose="02040503050406030204" pitchFamily="18" charset="0"/>
                                </a:rPr>
                                <m:t>𝑟</m:t>
                              </m:r>
                            </m:e>
                            <m:sub>
                              <m:r>
                                <a:rPr lang="es-AR" sz="2400" i="1">
                                  <a:latin typeface="Cambria Math" panose="02040503050406030204" pitchFamily="18" charset="0"/>
                                </a:rPr>
                                <m:t>𝑚</m:t>
                              </m:r>
                            </m:sub>
                          </m:sSub>
                          <m:r>
                            <a:rPr lang="es-AR" sz="2400" b="0" i="1" smtClean="0">
                              <a:latin typeface="Cambria Math" panose="02040503050406030204" pitchFamily="18" charset="0"/>
                            </a:rPr>
                            <m:t>,</m:t>
                          </m:r>
                          <m:sSup>
                            <m:sSupPr>
                              <m:ctrlPr>
                                <a:rPr lang="es-AR" sz="2400" b="1" i="1" smtClean="0">
                                  <a:solidFill>
                                    <a:schemeClr val="accent6"/>
                                  </a:solidFill>
                                  <a:latin typeface="Cambria Math" panose="02040503050406030204" pitchFamily="18" charset="0"/>
                                </a:rPr>
                              </m:ctrlPr>
                            </m:sSupPr>
                            <m:e>
                              <m:r>
                                <a:rPr lang="es-AR" sz="2400" b="1" i="1" smtClean="0">
                                  <a:solidFill>
                                    <a:schemeClr val="accent6"/>
                                  </a:solidFill>
                                  <a:latin typeface="Cambria Math" panose="02040503050406030204" pitchFamily="18" charset="0"/>
                                  <a:ea typeface="Cambria Math" panose="02040503050406030204" pitchFamily="18" charset="0"/>
                                </a:rPr>
                                <m:t>𝝐</m:t>
                              </m:r>
                            </m:e>
                            <m:sup>
                              <m:r>
                                <a:rPr lang="es-AR" sz="2400" b="1" i="1" smtClean="0">
                                  <a:solidFill>
                                    <a:schemeClr val="accent6"/>
                                  </a:solidFill>
                                  <a:latin typeface="Cambria Math" panose="02040503050406030204" pitchFamily="18" charset="0"/>
                                </a:rPr>
                                <m:t>𝒅</m:t>
                              </m:r>
                            </m:sup>
                          </m:sSup>
                        </m:e>
                      </m:d>
                    </m:oMath>
                  </m:oMathPara>
                </a14:m>
                <a:endParaRPr lang="es-AR" sz="2400" b="0" i="1" dirty="0">
                  <a:latin typeface="Cambria Math" panose="02040503050406030204" pitchFamily="18" charset="0"/>
                </a:endParaRPr>
              </a:p>
            </p:txBody>
          </p:sp>
        </mc:Choice>
        <mc:Fallback xmlns="">
          <p:sp>
            <p:nvSpPr>
              <p:cNvPr id="26" name="CuadroTexto 25">
                <a:extLst>
                  <a:ext uri="{FF2B5EF4-FFF2-40B4-BE49-F238E27FC236}">
                    <a16:creationId xmlns:a16="http://schemas.microsoft.com/office/drawing/2014/main" id="{5141121B-0055-F079-E19E-3A0360A9C98B}"/>
                  </a:ext>
                </a:extLst>
              </p:cNvPr>
              <p:cNvSpPr txBox="1">
                <a:spLocks noRot="1" noChangeAspect="1" noMove="1" noResize="1" noEditPoints="1" noAdjustHandles="1" noChangeArrowheads="1" noChangeShapeType="1" noTextEdit="1"/>
              </p:cNvSpPr>
              <p:nvPr/>
            </p:nvSpPr>
            <p:spPr>
              <a:xfrm>
                <a:off x="634103" y="1725429"/>
                <a:ext cx="4230132" cy="815673"/>
              </a:xfrm>
              <a:prstGeom prst="rect">
                <a:avLst/>
              </a:prstGeom>
              <a:blipFill>
                <a:blip r:embed="rId9"/>
                <a:stretch>
                  <a:fillRect/>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27" name="CuadroTexto 26">
                <a:extLst>
                  <a:ext uri="{FF2B5EF4-FFF2-40B4-BE49-F238E27FC236}">
                    <a16:creationId xmlns:a16="http://schemas.microsoft.com/office/drawing/2014/main" id="{85A3BAE7-620C-B02C-617B-E9C39CA4FA0F}"/>
                  </a:ext>
                </a:extLst>
              </p:cNvPr>
              <p:cNvSpPr txBox="1"/>
              <p:nvPr/>
            </p:nvSpPr>
            <p:spPr>
              <a:xfrm>
                <a:off x="634103" y="2802241"/>
                <a:ext cx="2148602" cy="77797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ctrlPr>
                            <a:rPr lang="es-AR" sz="2400" i="1" smtClean="0">
                              <a:latin typeface="Cambria Math" panose="02040503050406030204" pitchFamily="18" charset="0"/>
                            </a:rPr>
                          </m:ctrlPr>
                        </m:fPr>
                        <m:num>
                          <m:sSubSup>
                            <m:sSubSupPr>
                              <m:ctrlPr>
                                <a:rPr lang="es-AR" sz="2400" i="1" smtClean="0">
                                  <a:latin typeface="Cambria Math" panose="02040503050406030204" pitchFamily="18" charset="0"/>
                                </a:rPr>
                              </m:ctrlPr>
                            </m:sSubSupPr>
                            <m:e>
                              <m:r>
                                <a:rPr lang="es-AR" sz="2400" b="0" i="1" smtClean="0">
                                  <a:latin typeface="Cambria Math" panose="02040503050406030204" pitchFamily="18" charset="0"/>
                                </a:rPr>
                                <m:t>𝑀</m:t>
                              </m:r>
                            </m:e>
                            <m:sub>
                              <m:r>
                                <a:rPr lang="es-AR" sz="2400" b="0" i="1" smtClean="0">
                                  <a:latin typeface="Cambria Math" panose="02040503050406030204" pitchFamily="18" charset="0"/>
                                </a:rPr>
                                <m:t>𝑡</m:t>
                              </m:r>
                            </m:sub>
                            <m:sup>
                              <m:r>
                                <m:rPr>
                                  <m:sty m:val="p"/>
                                </m:rPr>
                                <a:rPr lang="es-AR" sz="2400" b="0" i="1" smtClean="0">
                                  <a:latin typeface="Cambria Math" panose="02040503050406030204" pitchFamily="18" charset="0"/>
                                </a:rPr>
                                <m:t>s</m:t>
                              </m:r>
                            </m:sup>
                          </m:sSubSup>
                        </m:num>
                        <m:den>
                          <m:sSub>
                            <m:sSubPr>
                              <m:ctrlPr>
                                <a:rPr lang="es-AR" sz="2400" i="1" smtClean="0">
                                  <a:latin typeface="Cambria Math" panose="02040503050406030204" pitchFamily="18" charset="0"/>
                                </a:rPr>
                              </m:ctrlPr>
                            </m:sSubPr>
                            <m:e>
                              <m:r>
                                <a:rPr lang="es-AR" sz="2400" b="0" i="1" smtClean="0">
                                  <a:latin typeface="Cambria Math" panose="02040503050406030204" pitchFamily="18" charset="0"/>
                                </a:rPr>
                                <m:t>𝑃</m:t>
                              </m:r>
                            </m:e>
                            <m:sub>
                              <m:r>
                                <a:rPr lang="es-AR" sz="2400" b="0" i="1" smtClean="0">
                                  <a:latin typeface="Cambria Math" panose="02040503050406030204" pitchFamily="18" charset="0"/>
                                </a:rPr>
                                <m:t>𝑡</m:t>
                              </m:r>
                            </m:sub>
                          </m:sSub>
                        </m:den>
                      </m:f>
                      <m:r>
                        <a:rPr lang="es-AR" sz="2400" b="0" i="1" smtClean="0">
                          <a:latin typeface="Cambria Math" panose="02040503050406030204" pitchFamily="18" charset="0"/>
                        </a:rPr>
                        <m:t>=</m:t>
                      </m:r>
                      <m:r>
                        <a:rPr lang="es-AR" sz="2400" b="0" i="1" smtClean="0">
                          <a:latin typeface="Cambria Math" panose="02040503050406030204" pitchFamily="18" charset="0"/>
                        </a:rPr>
                        <m:t>𝑚</m:t>
                      </m:r>
                      <m:f>
                        <m:fPr>
                          <m:ctrlPr>
                            <a:rPr lang="es-AR" sz="2400" b="0" i="1" smtClean="0">
                              <a:latin typeface="Cambria Math" panose="02040503050406030204" pitchFamily="18" charset="0"/>
                            </a:rPr>
                          </m:ctrlPr>
                        </m:fPr>
                        <m:num>
                          <m:sSub>
                            <m:sSubPr>
                              <m:ctrlPr>
                                <a:rPr lang="es-AR" sz="2400" b="0" i="1" smtClean="0">
                                  <a:latin typeface="Cambria Math" panose="02040503050406030204" pitchFamily="18" charset="0"/>
                                </a:rPr>
                              </m:ctrlPr>
                            </m:sSubPr>
                            <m:e>
                              <m:r>
                                <a:rPr lang="es-AR" sz="2400" b="0" i="1" smtClean="0">
                                  <a:latin typeface="Cambria Math" panose="02040503050406030204" pitchFamily="18" charset="0"/>
                                </a:rPr>
                                <m:t>𝐻</m:t>
                              </m:r>
                            </m:e>
                            <m:sub>
                              <m:r>
                                <a:rPr lang="es-AR" sz="2400" b="0" i="1" smtClean="0">
                                  <a:latin typeface="Cambria Math" panose="02040503050406030204" pitchFamily="18" charset="0"/>
                                </a:rPr>
                                <m:t>𝑡</m:t>
                              </m:r>
                            </m:sub>
                          </m:sSub>
                        </m:num>
                        <m:den>
                          <m:sSub>
                            <m:sSubPr>
                              <m:ctrlPr>
                                <a:rPr lang="es-AR" sz="2400" b="0" i="1" smtClean="0">
                                  <a:latin typeface="Cambria Math" panose="02040503050406030204" pitchFamily="18" charset="0"/>
                                </a:rPr>
                              </m:ctrlPr>
                            </m:sSubPr>
                            <m:e>
                              <m:r>
                                <a:rPr lang="es-AR" sz="2400" b="0" i="1" smtClean="0">
                                  <a:latin typeface="Cambria Math" panose="02040503050406030204" pitchFamily="18" charset="0"/>
                                </a:rPr>
                                <m:t>𝑃</m:t>
                              </m:r>
                            </m:e>
                            <m:sub>
                              <m:r>
                                <a:rPr lang="es-AR" sz="2400" b="0" i="1" smtClean="0">
                                  <a:latin typeface="Cambria Math" panose="02040503050406030204" pitchFamily="18" charset="0"/>
                                </a:rPr>
                                <m:t>𝑡</m:t>
                              </m:r>
                            </m:sub>
                          </m:sSub>
                        </m:den>
                      </m:f>
                      <m:r>
                        <a:rPr lang="es-AR" sz="2400" b="0" i="1" smtClean="0">
                          <a:latin typeface="Cambria Math" panose="02040503050406030204" pitchFamily="18" charset="0"/>
                        </a:rPr>
                        <m:t>+</m:t>
                      </m:r>
                      <m:sSup>
                        <m:sSupPr>
                          <m:ctrlPr>
                            <a:rPr lang="es-AR" sz="2400" b="1" i="1" smtClean="0">
                              <a:solidFill>
                                <a:schemeClr val="accent1"/>
                              </a:solidFill>
                              <a:latin typeface="Cambria Math" panose="02040503050406030204" pitchFamily="18" charset="0"/>
                            </a:rPr>
                          </m:ctrlPr>
                        </m:sSupPr>
                        <m:e>
                          <m:r>
                            <a:rPr lang="es-AR" sz="2400" b="1" i="1" smtClean="0">
                              <a:solidFill>
                                <a:schemeClr val="accent1"/>
                              </a:solidFill>
                              <a:latin typeface="Cambria Math" panose="02040503050406030204" pitchFamily="18" charset="0"/>
                              <a:ea typeface="Cambria Math" panose="02040503050406030204" pitchFamily="18" charset="0"/>
                            </a:rPr>
                            <m:t>𝜺</m:t>
                          </m:r>
                        </m:e>
                        <m:sup>
                          <m:r>
                            <a:rPr lang="es-AR" sz="2400" b="1" i="1" smtClean="0">
                              <a:solidFill>
                                <a:schemeClr val="accent1"/>
                              </a:solidFill>
                              <a:latin typeface="Cambria Math" panose="02040503050406030204" pitchFamily="18" charset="0"/>
                            </a:rPr>
                            <m:t>𝒔</m:t>
                          </m:r>
                        </m:sup>
                      </m:sSup>
                    </m:oMath>
                  </m:oMathPara>
                </a14:m>
                <a:endParaRPr lang="es-AR" sz="2400" b="1" i="1" dirty="0">
                  <a:latin typeface="Cambria Math" panose="02040503050406030204" pitchFamily="18" charset="0"/>
                </a:endParaRPr>
              </a:p>
            </p:txBody>
          </p:sp>
        </mc:Choice>
        <mc:Fallback xmlns="">
          <p:sp>
            <p:nvSpPr>
              <p:cNvPr id="27" name="CuadroTexto 26">
                <a:extLst>
                  <a:ext uri="{FF2B5EF4-FFF2-40B4-BE49-F238E27FC236}">
                    <a16:creationId xmlns:a16="http://schemas.microsoft.com/office/drawing/2014/main" id="{85A3BAE7-620C-B02C-617B-E9C39CA4FA0F}"/>
                  </a:ext>
                </a:extLst>
              </p:cNvPr>
              <p:cNvSpPr txBox="1">
                <a:spLocks noRot="1" noChangeAspect="1" noMove="1" noResize="1" noEditPoints="1" noAdjustHandles="1" noChangeArrowheads="1" noChangeShapeType="1" noTextEdit="1"/>
              </p:cNvSpPr>
              <p:nvPr/>
            </p:nvSpPr>
            <p:spPr>
              <a:xfrm>
                <a:off x="634103" y="2802241"/>
                <a:ext cx="2148602" cy="777970"/>
              </a:xfrm>
              <a:prstGeom prst="rect">
                <a:avLst/>
              </a:prstGeom>
              <a:blipFill>
                <a:blip r:embed="rId10"/>
                <a:stretch>
                  <a:fillRect/>
                </a:stretch>
              </a:blipFill>
            </p:spPr>
            <p:txBody>
              <a:bodyPr/>
              <a:lstStyle/>
              <a:p>
                <a:r>
                  <a:rPr lang="es-AR">
                    <a:noFill/>
                  </a:rPr>
                  <a:t> </a:t>
                </a:r>
              </a:p>
            </p:txBody>
          </p:sp>
        </mc:Fallback>
      </mc:AlternateContent>
      <p:sp>
        <p:nvSpPr>
          <p:cNvPr id="28" name="Abrir llave 27">
            <a:extLst>
              <a:ext uri="{FF2B5EF4-FFF2-40B4-BE49-F238E27FC236}">
                <a16:creationId xmlns:a16="http://schemas.microsoft.com/office/drawing/2014/main" id="{824499E2-5BA9-FA37-DBB4-D50C9ABFB38C}"/>
              </a:ext>
            </a:extLst>
          </p:cNvPr>
          <p:cNvSpPr/>
          <p:nvPr/>
        </p:nvSpPr>
        <p:spPr>
          <a:xfrm>
            <a:off x="345440" y="1616182"/>
            <a:ext cx="203192" cy="2121428"/>
          </a:xfrm>
          <a:prstGeom prst="leftBrace">
            <a:avLst/>
          </a:prstGeom>
        </p:spPr>
        <p:style>
          <a:lnRef idx="2">
            <a:schemeClr val="dk1"/>
          </a:lnRef>
          <a:fillRef idx="0">
            <a:schemeClr val="dk1"/>
          </a:fillRef>
          <a:effectRef idx="1">
            <a:schemeClr val="dk1"/>
          </a:effectRef>
          <a:fontRef idx="minor">
            <a:schemeClr val="tx1"/>
          </a:fontRef>
        </p:style>
        <p:txBody>
          <a:bodyPr rtlCol="0" anchor="ctr"/>
          <a:lstStyle/>
          <a:p>
            <a:pPr algn="ctr"/>
            <a:endParaRPr lang="es-AR"/>
          </a:p>
        </p:txBody>
      </p:sp>
      <p:grpSp>
        <p:nvGrpSpPr>
          <p:cNvPr id="2" name="Grupo 1">
            <a:extLst>
              <a:ext uri="{FF2B5EF4-FFF2-40B4-BE49-F238E27FC236}">
                <a16:creationId xmlns:a16="http://schemas.microsoft.com/office/drawing/2014/main" id="{95E5569A-5BB1-E4CB-0344-D8FDAA0890C0}"/>
              </a:ext>
            </a:extLst>
          </p:cNvPr>
          <p:cNvGrpSpPr/>
          <p:nvPr/>
        </p:nvGrpSpPr>
        <p:grpSpPr>
          <a:xfrm>
            <a:off x="301478" y="101545"/>
            <a:ext cx="2964166" cy="584775"/>
            <a:chOff x="301478" y="101545"/>
            <a:chExt cx="2964166" cy="584775"/>
          </a:xfrm>
        </p:grpSpPr>
        <p:sp>
          <p:nvSpPr>
            <p:cNvPr id="3" name="CuadroTexto 2">
              <a:extLst>
                <a:ext uri="{FF2B5EF4-FFF2-40B4-BE49-F238E27FC236}">
                  <a16:creationId xmlns:a16="http://schemas.microsoft.com/office/drawing/2014/main" id="{B9F6BEDA-260A-64B7-1056-AEB0DA2D05D2}"/>
                </a:ext>
              </a:extLst>
            </p:cNvPr>
            <p:cNvSpPr txBox="1"/>
            <p:nvPr/>
          </p:nvSpPr>
          <p:spPr>
            <a:xfrm>
              <a:off x="404348" y="101545"/>
              <a:ext cx="2861296" cy="584775"/>
            </a:xfrm>
            <a:prstGeom prst="rect">
              <a:avLst/>
            </a:prstGeom>
            <a:noFill/>
          </p:spPr>
          <p:txBody>
            <a:bodyPr wrap="none" rtlCol="0">
              <a:spAutoFit/>
            </a:bodyPr>
            <a:lstStyle/>
            <a:p>
              <a:r>
                <a:rPr lang="es-AR" sz="3200" dirty="0">
                  <a:latin typeface="+mj-lt"/>
                  <a:cs typeface="Times New Roman" panose="02020603050405020304" pitchFamily="18" charset="0"/>
                </a:rPr>
                <a:t>Incertidumbre</a:t>
              </a:r>
            </a:p>
          </p:txBody>
        </p:sp>
        <p:cxnSp>
          <p:nvCxnSpPr>
            <p:cNvPr id="6" name="Conector recto 5">
              <a:extLst>
                <a:ext uri="{FF2B5EF4-FFF2-40B4-BE49-F238E27FC236}">
                  <a16:creationId xmlns:a16="http://schemas.microsoft.com/office/drawing/2014/main" id="{58A43F16-2986-276A-0C92-00B23506CEF6}"/>
                </a:ext>
              </a:extLst>
            </p:cNvPr>
            <p:cNvCxnSpPr>
              <a:cxnSpLocks/>
            </p:cNvCxnSpPr>
            <p:nvPr/>
          </p:nvCxnSpPr>
          <p:spPr>
            <a:xfrm>
              <a:off x="301478" y="231932"/>
              <a:ext cx="0" cy="324000"/>
            </a:xfrm>
            <a:prstGeom prst="line">
              <a:avLst/>
            </a:prstGeom>
            <a:ln w="76200">
              <a:solidFill>
                <a:schemeClr val="tx1"/>
              </a:solidFill>
            </a:ln>
          </p:spPr>
          <p:style>
            <a:lnRef idx="2">
              <a:schemeClr val="accent1"/>
            </a:lnRef>
            <a:fillRef idx="0">
              <a:schemeClr val="accent1"/>
            </a:fillRef>
            <a:effectRef idx="1">
              <a:schemeClr val="accent1"/>
            </a:effectRef>
            <a:fontRef idx="minor">
              <a:schemeClr val="tx1"/>
            </a:fontRef>
          </p:style>
        </p:cxnSp>
      </p:grpSp>
      <mc:AlternateContent xmlns:mc="http://schemas.openxmlformats.org/markup-compatibility/2006" xmlns:a14="http://schemas.microsoft.com/office/drawing/2010/main">
        <mc:Choice Requires="a14">
          <p:sp>
            <p:nvSpPr>
              <p:cNvPr id="9" name="CuadroTexto 8">
                <a:extLst>
                  <a:ext uri="{FF2B5EF4-FFF2-40B4-BE49-F238E27FC236}">
                    <a16:creationId xmlns:a16="http://schemas.microsoft.com/office/drawing/2014/main" id="{F2195F3B-ABE8-470B-000F-860D804F62E4}"/>
                  </a:ext>
                </a:extLst>
              </p:cNvPr>
              <p:cNvSpPr txBox="1"/>
              <p:nvPr/>
            </p:nvSpPr>
            <p:spPr>
              <a:xfrm>
                <a:off x="10667326" y="1654418"/>
                <a:ext cx="471219"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s-AR" sz="2400" i="1" smtClean="0">
                              <a:solidFill>
                                <a:schemeClr val="accent1"/>
                              </a:solidFill>
                              <a:latin typeface="Cambria Math" panose="02040503050406030204" pitchFamily="18" charset="0"/>
                            </a:rPr>
                          </m:ctrlPr>
                        </m:sSupPr>
                        <m:e>
                          <m:r>
                            <a:rPr lang="es-AR" sz="2400" b="0" i="1" smtClean="0">
                              <a:solidFill>
                                <a:schemeClr val="accent1"/>
                              </a:solidFill>
                              <a:latin typeface="Cambria Math" panose="02040503050406030204" pitchFamily="18" charset="0"/>
                            </a:rPr>
                            <m:t>𝑀</m:t>
                          </m:r>
                        </m:e>
                        <m:sup>
                          <m:r>
                            <a:rPr lang="es-AR" sz="2400" b="0" i="1" smtClean="0">
                              <a:solidFill>
                                <a:schemeClr val="accent1"/>
                              </a:solidFill>
                              <a:latin typeface="Cambria Math" panose="02040503050406030204" pitchFamily="18" charset="0"/>
                            </a:rPr>
                            <m:t>𝑠</m:t>
                          </m:r>
                        </m:sup>
                      </m:sSup>
                    </m:oMath>
                  </m:oMathPara>
                </a14:m>
                <a:endParaRPr lang="es-AR" sz="2400" i="1" dirty="0">
                  <a:solidFill>
                    <a:schemeClr val="accent1"/>
                  </a:solidFill>
                </a:endParaRPr>
              </a:p>
            </p:txBody>
          </p:sp>
        </mc:Choice>
        <mc:Fallback xmlns="">
          <p:sp>
            <p:nvSpPr>
              <p:cNvPr id="9" name="CuadroTexto 8">
                <a:extLst>
                  <a:ext uri="{FF2B5EF4-FFF2-40B4-BE49-F238E27FC236}">
                    <a16:creationId xmlns:a16="http://schemas.microsoft.com/office/drawing/2014/main" id="{F2195F3B-ABE8-470B-000F-860D804F62E4}"/>
                  </a:ext>
                </a:extLst>
              </p:cNvPr>
              <p:cNvSpPr txBox="1">
                <a:spLocks noRot="1" noChangeAspect="1" noMove="1" noResize="1" noEditPoints="1" noAdjustHandles="1" noChangeArrowheads="1" noChangeShapeType="1" noTextEdit="1"/>
              </p:cNvSpPr>
              <p:nvPr/>
            </p:nvSpPr>
            <p:spPr>
              <a:xfrm>
                <a:off x="10667326" y="1654418"/>
                <a:ext cx="471219" cy="369332"/>
              </a:xfrm>
              <a:prstGeom prst="rect">
                <a:avLst/>
              </a:prstGeom>
              <a:blipFill>
                <a:blip r:embed="rId11"/>
                <a:stretch>
                  <a:fillRect l="-15584" r="-1299" b="-4918"/>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14" name="CuadroTexto 13">
                <a:extLst>
                  <a:ext uri="{FF2B5EF4-FFF2-40B4-BE49-F238E27FC236}">
                    <a16:creationId xmlns:a16="http://schemas.microsoft.com/office/drawing/2014/main" id="{9950371A-2667-406B-ECAF-94C66EB1CD2B}"/>
                  </a:ext>
                </a:extLst>
              </p:cNvPr>
              <p:cNvSpPr txBox="1"/>
              <p:nvPr/>
            </p:nvSpPr>
            <p:spPr>
              <a:xfrm>
                <a:off x="10667326" y="2036000"/>
                <a:ext cx="519501" cy="38311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s-AR" sz="2400" i="1" smtClean="0">
                              <a:solidFill>
                                <a:schemeClr val="accent1"/>
                              </a:solidFill>
                              <a:latin typeface="Cambria Math" panose="02040503050406030204" pitchFamily="18" charset="0"/>
                            </a:rPr>
                          </m:ctrlPr>
                        </m:sSupPr>
                        <m:e>
                          <m:r>
                            <a:rPr lang="es-AR" sz="2400" b="0" i="1" smtClean="0">
                              <a:solidFill>
                                <a:schemeClr val="accent1"/>
                              </a:solidFill>
                              <a:latin typeface="Cambria Math" panose="02040503050406030204" pitchFamily="18" charset="0"/>
                            </a:rPr>
                            <m:t>𝑀</m:t>
                          </m:r>
                        </m:e>
                        <m:sup>
                          <m:r>
                            <a:rPr lang="es-AR" sz="2400" b="0" i="1" smtClean="0">
                              <a:solidFill>
                                <a:schemeClr val="accent1"/>
                              </a:solidFill>
                              <a:latin typeface="Cambria Math" panose="02040503050406030204" pitchFamily="18" charset="0"/>
                            </a:rPr>
                            <m:t>𝑠</m:t>
                          </m:r>
                          <m:r>
                            <a:rPr lang="es-AR" sz="2400" b="0" i="1" smtClean="0">
                              <a:solidFill>
                                <a:schemeClr val="accent1"/>
                              </a:solidFill>
                              <a:latin typeface="Cambria Math" panose="02040503050406030204" pitchFamily="18" charset="0"/>
                            </a:rPr>
                            <m:t>′</m:t>
                          </m:r>
                        </m:sup>
                      </m:sSup>
                    </m:oMath>
                  </m:oMathPara>
                </a14:m>
                <a:endParaRPr lang="es-AR" sz="2400" i="1" dirty="0">
                  <a:solidFill>
                    <a:schemeClr val="accent1"/>
                  </a:solidFill>
                </a:endParaRPr>
              </a:p>
            </p:txBody>
          </p:sp>
        </mc:Choice>
        <mc:Fallback xmlns="">
          <p:sp>
            <p:nvSpPr>
              <p:cNvPr id="14" name="CuadroTexto 13">
                <a:extLst>
                  <a:ext uri="{FF2B5EF4-FFF2-40B4-BE49-F238E27FC236}">
                    <a16:creationId xmlns:a16="http://schemas.microsoft.com/office/drawing/2014/main" id="{9950371A-2667-406B-ECAF-94C66EB1CD2B}"/>
                  </a:ext>
                </a:extLst>
              </p:cNvPr>
              <p:cNvSpPr txBox="1">
                <a:spLocks noRot="1" noChangeAspect="1" noMove="1" noResize="1" noEditPoints="1" noAdjustHandles="1" noChangeArrowheads="1" noChangeShapeType="1" noTextEdit="1"/>
              </p:cNvSpPr>
              <p:nvPr/>
            </p:nvSpPr>
            <p:spPr>
              <a:xfrm>
                <a:off x="10667326" y="2036000"/>
                <a:ext cx="519501" cy="383118"/>
              </a:xfrm>
              <a:prstGeom prst="rect">
                <a:avLst/>
              </a:prstGeom>
              <a:blipFill>
                <a:blip r:embed="rId12"/>
                <a:stretch>
                  <a:fillRect l="-14118" t="-3175" r="-7059" b="-4762"/>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15" name="CuadroTexto 14">
                <a:extLst>
                  <a:ext uri="{FF2B5EF4-FFF2-40B4-BE49-F238E27FC236}">
                    <a16:creationId xmlns:a16="http://schemas.microsoft.com/office/drawing/2014/main" id="{C4C0CFA3-0D78-9E5E-332C-3E6B1EB3B1B7}"/>
                  </a:ext>
                </a:extLst>
              </p:cNvPr>
              <p:cNvSpPr txBox="1"/>
              <p:nvPr/>
            </p:nvSpPr>
            <p:spPr>
              <a:xfrm>
                <a:off x="10667326" y="1325127"/>
                <a:ext cx="572401" cy="38311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s-AR" sz="2400" i="1" smtClean="0">
                              <a:solidFill>
                                <a:schemeClr val="accent1"/>
                              </a:solidFill>
                              <a:latin typeface="Cambria Math" panose="02040503050406030204" pitchFamily="18" charset="0"/>
                            </a:rPr>
                          </m:ctrlPr>
                        </m:sSupPr>
                        <m:e>
                          <m:r>
                            <a:rPr lang="es-AR" sz="2400" b="0" i="1" smtClean="0">
                              <a:solidFill>
                                <a:schemeClr val="accent1"/>
                              </a:solidFill>
                              <a:latin typeface="Cambria Math" panose="02040503050406030204" pitchFamily="18" charset="0"/>
                            </a:rPr>
                            <m:t>𝑀</m:t>
                          </m:r>
                        </m:e>
                        <m:sup>
                          <m:r>
                            <a:rPr lang="es-AR" sz="2400" b="0" i="1" smtClean="0">
                              <a:solidFill>
                                <a:schemeClr val="accent1"/>
                              </a:solidFill>
                              <a:latin typeface="Cambria Math" panose="02040503050406030204" pitchFamily="18" charset="0"/>
                            </a:rPr>
                            <m:t>𝑠</m:t>
                          </m:r>
                          <m:r>
                            <a:rPr lang="es-AR" sz="2400" b="0" i="1" smtClean="0">
                              <a:solidFill>
                                <a:schemeClr val="accent1"/>
                              </a:solidFill>
                              <a:latin typeface="Cambria Math" panose="02040503050406030204" pitchFamily="18" charset="0"/>
                            </a:rPr>
                            <m:t>′′</m:t>
                          </m:r>
                        </m:sup>
                      </m:sSup>
                    </m:oMath>
                  </m:oMathPara>
                </a14:m>
                <a:endParaRPr lang="es-AR" sz="2400" i="1" dirty="0">
                  <a:solidFill>
                    <a:schemeClr val="accent1"/>
                  </a:solidFill>
                </a:endParaRPr>
              </a:p>
            </p:txBody>
          </p:sp>
        </mc:Choice>
        <mc:Fallback xmlns="">
          <p:sp>
            <p:nvSpPr>
              <p:cNvPr id="15" name="CuadroTexto 14">
                <a:extLst>
                  <a:ext uri="{FF2B5EF4-FFF2-40B4-BE49-F238E27FC236}">
                    <a16:creationId xmlns:a16="http://schemas.microsoft.com/office/drawing/2014/main" id="{C4C0CFA3-0D78-9E5E-332C-3E6B1EB3B1B7}"/>
                  </a:ext>
                </a:extLst>
              </p:cNvPr>
              <p:cNvSpPr txBox="1">
                <a:spLocks noRot="1" noChangeAspect="1" noMove="1" noResize="1" noEditPoints="1" noAdjustHandles="1" noChangeArrowheads="1" noChangeShapeType="1" noTextEdit="1"/>
              </p:cNvSpPr>
              <p:nvPr/>
            </p:nvSpPr>
            <p:spPr>
              <a:xfrm>
                <a:off x="10667326" y="1325127"/>
                <a:ext cx="572401" cy="383118"/>
              </a:xfrm>
              <a:prstGeom prst="rect">
                <a:avLst/>
              </a:prstGeom>
              <a:blipFill>
                <a:blip r:embed="rId13"/>
                <a:stretch>
                  <a:fillRect l="-12766" t="-3175" r="-6383" b="-6349"/>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16" name="CuadroTexto 15">
                <a:extLst>
                  <a:ext uri="{FF2B5EF4-FFF2-40B4-BE49-F238E27FC236}">
                    <a16:creationId xmlns:a16="http://schemas.microsoft.com/office/drawing/2014/main" id="{A6C1F76F-1DB8-7C35-2BAE-48549C0AF79F}"/>
                  </a:ext>
                </a:extLst>
              </p:cNvPr>
              <p:cNvSpPr txBox="1"/>
              <p:nvPr/>
            </p:nvSpPr>
            <p:spPr>
              <a:xfrm>
                <a:off x="10667326" y="5073921"/>
                <a:ext cx="501869" cy="37587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s-AR" sz="2400" i="1" smtClean="0">
                              <a:solidFill>
                                <a:schemeClr val="accent6"/>
                              </a:solidFill>
                              <a:latin typeface="Cambria Math" panose="02040503050406030204" pitchFamily="18" charset="0"/>
                            </a:rPr>
                          </m:ctrlPr>
                        </m:sSupPr>
                        <m:e>
                          <m:r>
                            <a:rPr lang="es-AR" sz="2400" b="0" i="1" smtClean="0">
                              <a:solidFill>
                                <a:schemeClr val="accent6"/>
                              </a:solidFill>
                              <a:latin typeface="Cambria Math" panose="02040503050406030204" pitchFamily="18" charset="0"/>
                            </a:rPr>
                            <m:t>𝑀</m:t>
                          </m:r>
                        </m:e>
                        <m:sup>
                          <m:r>
                            <a:rPr lang="es-AR" sz="2400" b="0" i="1" smtClean="0">
                              <a:solidFill>
                                <a:schemeClr val="accent6"/>
                              </a:solidFill>
                              <a:latin typeface="Cambria Math" panose="02040503050406030204" pitchFamily="18" charset="0"/>
                            </a:rPr>
                            <m:t>𝑑</m:t>
                          </m:r>
                        </m:sup>
                      </m:sSup>
                    </m:oMath>
                  </m:oMathPara>
                </a14:m>
                <a:endParaRPr lang="es-AR" sz="2400" i="1" dirty="0">
                  <a:solidFill>
                    <a:schemeClr val="accent6"/>
                  </a:solidFill>
                </a:endParaRPr>
              </a:p>
            </p:txBody>
          </p:sp>
        </mc:Choice>
        <mc:Fallback xmlns="">
          <p:sp>
            <p:nvSpPr>
              <p:cNvPr id="16" name="CuadroTexto 15">
                <a:extLst>
                  <a:ext uri="{FF2B5EF4-FFF2-40B4-BE49-F238E27FC236}">
                    <a16:creationId xmlns:a16="http://schemas.microsoft.com/office/drawing/2014/main" id="{A6C1F76F-1DB8-7C35-2BAE-48549C0AF79F}"/>
                  </a:ext>
                </a:extLst>
              </p:cNvPr>
              <p:cNvSpPr txBox="1">
                <a:spLocks noRot="1" noChangeAspect="1" noMove="1" noResize="1" noEditPoints="1" noAdjustHandles="1" noChangeArrowheads="1" noChangeShapeType="1" noTextEdit="1"/>
              </p:cNvSpPr>
              <p:nvPr/>
            </p:nvSpPr>
            <p:spPr>
              <a:xfrm>
                <a:off x="10667326" y="5073921"/>
                <a:ext cx="501869" cy="375872"/>
              </a:xfrm>
              <a:prstGeom prst="rect">
                <a:avLst/>
              </a:prstGeom>
              <a:blipFill>
                <a:blip r:embed="rId14"/>
                <a:stretch>
                  <a:fillRect l="-14634" t="-1613" r="-6098" b="-6452"/>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17" name="CuadroTexto 16">
                <a:extLst>
                  <a:ext uri="{FF2B5EF4-FFF2-40B4-BE49-F238E27FC236}">
                    <a16:creationId xmlns:a16="http://schemas.microsoft.com/office/drawing/2014/main" id="{04B23119-0A21-4AB4-6E28-EFE12082328E}"/>
                  </a:ext>
                </a:extLst>
              </p:cNvPr>
              <p:cNvSpPr txBox="1"/>
              <p:nvPr/>
            </p:nvSpPr>
            <p:spPr>
              <a:xfrm>
                <a:off x="10667326" y="5455503"/>
                <a:ext cx="544443" cy="38574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s-AR" sz="2400" i="1" smtClean="0">
                              <a:solidFill>
                                <a:schemeClr val="accent6"/>
                              </a:solidFill>
                              <a:latin typeface="Cambria Math" panose="02040503050406030204" pitchFamily="18" charset="0"/>
                            </a:rPr>
                          </m:ctrlPr>
                        </m:sSupPr>
                        <m:e>
                          <m:r>
                            <a:rPr lang="es-AR" sz="2400" b="0" i="1" smtClean="0">
                              <a:solidFill>
                                <a:schemeClr val="accent6"/>
                              </a:solidFill>
                              <a:latin typeface="Cambria Math" panose="02040503050406030204" pitchFamily="18" charset="0"/>
                            </a:rPr>
                            <m:t>𝑀</m:t>
                          </m:r>
                        </m:e>
                        <m:sup>
                          <m:r>
                            <a:rPr lang="es-AR" sz="2400" b="0" i="1" smtClean="0">
                              <a:solidFill>
                                <a:schemeClr val="accent6"/>
                              </a:solidFill>
                              <a:latin typeface="Cambria Math" panose="02040503050406030204" pitchFamily="18" charset="0"/>
                            </a:rPr>
                            <m:t>𝑑</m:t>
                          </m:r>
                          <m:r>
                            <a:rPr lang="es-AR" sz="2400" b="0" i="1" smtClean="0">
                              <a:solidFill>
                                <a:schemeClr val="accent6"/>
                              </a:solidFill>
                              <a:latin typeface="Cambria Math" panose="02040503050406030204" pitchFamily="18" charset="0"/>
                            </a:rPr>
                            <m:t>′</m:t>
                          </m:r>
                        </m:sup>
                      </m:sSup>
                    </m:oMath>
                  </m:oMathPara>
                </a14:m>
                <a:endParaRPr lang="es-AR" sz="2400" i="1" dirty="0">
                  <a:solidFill>
                    <a:schemeClr val="accent6"/>
                  </a:solidFill>
                </a:endParaRPr>
              </a:p>
            </p:txBody>
          </p:sp>
        </mc:Choice>
        <mc:Fallback xmlns="">
          <p:sp>
            <p:nvSpPr>
              <p:cNvPr id="17" name="CuadroTexto 16">
                <a:extLst>
                  <a:ext uri="{FF2B5EF4-FFF2-40B4-BE49-F238E27FC236}">
                    <a16:creationId xmlns:a16="http://schemas.microsoft.com/office/drawing/2014/main" id="{04B23119-0A21-4AB4-6E28-EFE12082328E}"/>
                  </a:ext>
                </a:extLst>
              </p:cNvPr>
              <p:cNvSpPr txBox="1">
                <a:spLocks noRot="1" noChangeAspect="1" noMove="1" noResize="1" noEditPoints="1" noAdjustHandles="1" noChangeArrowheads="1" noChangeShapeType="1" noTextEdit="1"/>
              </p:cNvSpPr>
              <p:nvPr/>
            </p:nvSpPr>
            <p:spPr>
              <a:xfrm>
                <a:off x="10667326" y="5455503"/>
                <a:ext cx="544443" cy="385747"/>
              </a:xfrm>
              <a:prstGeom prst="rect">
                <a:avLst/>
              </a:prstGeom>
              <a:blipFill>
                <a:blip r:embed="rId15"/>
                <a:stretch>
                  <a:fillRect l="-13483" t="-3175" r="-6742" b="-4762"/>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29" name="CuadroTexto 28">
                <a:extLst>
                  <a:ext uri="{FF2B5EF4-FFF2-40B4-BE49-F238E27FC236}">
                    <a16:creationId xmlns:a16="http://schemas.microsoft.com/office/drawing/2014/main" id="{2F39CC3B-D54F-D153-C5DE-6D05C2E4117E}"/>
                  </a:ext>
                </a:extLst>
              </p:cNvPr>
              <p:cNvSpPr txBox="1"/>
              <p:nvPr/>
            </p:nvSpPr>
            <p:spPr>
              <a:xfrm>
                <a:off x="10667326" y="4744630"/>
                <a:ext cx="597343" cy="38574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s-AR" sz="2400" i="1" smtClean="0">
                              <a:solidFill>
                                <a:schemeClr val="accent6"/>
                              </a:solidFill>
                              <a:latin typeface="Cambria Math" panose="02040503050406030204" pitchFamily="18" charset="0"/>
                            </a:rPr>
                          </m:ctrlPr>
                        </m:sSupPr>
                        <m:e>
                          <m:r>
                            <a:rPr lang="es-AR" sz="2400" b="0" i="1" smtClean="0">
                              <a:solidFill>
                                <a:schemeClr val="accent6"/>
                              </a:solidFill>
                              <a:latin typeface="Cambria Math" panose="02040503050406030204" pitchFamily="18" charset="0"/>
                            </a:rPr>
                            <m:t>𝑀</m:t>
                          </m:r>
                        </m:e>
                        <m:sup>
                          <m:r>
                            <a:rPr lang="es-AR" sz="2400" b="0" i="1" smtClean="0">
                              <a:solidFill>
                                <a:schemeClr val="accent6"/>
                              </a:solidFill>
                              <a:latin typeface="Cambria Math" panose="02040503050406030204" pitchFamily="18" charset="0"/>
                            </a:rPr>
                            <m:t>𝑑</m:t>
                          </m:r>
                          <m:r>
                            <a:rPr lang="es-AR" sz="2400" b="0" i="1" smtClean="0">
                              <a:solidFill>
                                <a:schemeClr val="accent6"/>
                              </a:solidFill>
                              <a:latin typeface="Cambria Math" panose="02040503050406030204" pitchFamily="18" charset="0"/>
                            </a:rPr>
                            <m:t>′′</m:t>
                          </m:r>
                        </m:sup>
                      </m:sSup>
                    </m:oMath>
                  </m:oMathPara>
                </a14:m>
                <a:endParaRPr lang="es-AR" sz="2400" i="1" dirty="0">
                  <a:solidFill>
                    <a:schemeClr val="accent6"/>
                  </a:solidFill>
                </a:endParaRPr>
              </a:p>
            </p:txBody>
          </p:sp>
        </mc:Choice>
        <mc:Fallback xmlns="">
          <p:sp>
            <p:nvSpPr>
              <p:cNvPr id="29" name="CuadroTexto 28">
                <a:extLst>
                  <a:ext uri="{FF2B5EF4-FFF2-40B4-BE49-F238E27FC236}">
                    <a16:creationId xmlns:a16="http://schemas.microsoft.com/office/drawing/2014/main" id="{2F39CC3B-D54F-D153-C5DE-6D05C2E4117E}"/>
                  </a:ext>
                </a:extLst>
              </p:cNvPr>
              <p:cNvSpPr txBox="1">
                <a:spLocks noRot="1" noChangeAspect="1" noMove="1" noResize="1" noEditPoints="1" noAdjustHandles="1" noChangeArrowheads="1" noChangeShapeType="1" noTextEdit="1"/>
              </p:cNvSpPr>
              <p:nvPr/>
            </p:nvSpPr>
            <p:spPr>
              <a:xfrm>
                <a:off x="10667326" y="4744630"/>
                <a:ext cx="597343" cy="385747"/>
              </a:xfrm>
              <a:prstGeom prst="rect">
                <a:avLst/>
              </a:prstGeom>
              <a:blipFill>
                <a:blip r:embed="rId16"/>
                <a:stretch>
                  <a:fillRect l="-12245" t="-3125" r="-6122" b="-4688"/>
                </a:stretch>
              </a:blipFill>
            </p:spPr>
            <p:txBody>
              <a:bodyPr/>
              <a:lstStyle/>
              <a:p>
                <a:r>
                  <a:rPr lang="es-AR">
                    <a:noFill/>
                  </a:rPr>
                  <a:t> </a:t>
                </a:r>
              </a:p>
            </p:txBody>
          </p:sp>
        </mc:Fallback>
      </mc:AlternateContent>
    </p:spTree>
    <p:extLst>
      <p:ext uri="{BB962C8B-B14F-4D97-AF65-F5344CB8AC3E}">
        <p14:creationId xmlns:p14="http://schemas.microsoft.com/office/powerpoint/2010/main" val="1612711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6D486F-26E4-77CA-01A4-8AAFC5D74E7B}"/>
            </a:ext>
          </a:extLst>
        </p:cNvPr>
        <p:cNvGrpSpPr/>
        <p:nvPr/>
      </p:nvGrpSpPr>
      <p:grpSpPr>
        <a:xfrm>
          <a:off x="0" y="0"/>
          <a:ext cx="0" cy="0"/>
          <a:chOff x="0" y="0"/>
          <a:chExt cx="0" cy="0"/>
        </a:xfrm>
      </p:grpSpPr>
      <p:pic>
        <p:nvPicPr>
          <p:cNvPr id="2" name="Imagen 1">
            <a:extLst>
              <a:ext uri="{FF2B5EF4-FFF2-40B4-BE49-F238E27FC236}">
                <a16:creationId xmlns:a16="http://schemas.microsoft.com/office/drawing/2014/main" id="{3602E6B1-8267-32D6-0190-D98158331BCE}"/>
              </a:ext>
            </a:extLst>
          </p:cNvPr>
          <p:cNvPicPr>
            <a:picLocks noChangeAspect="1"/>
          </p:cNvPicPr>
          <p:nvPr/>
        </p:nvPicPr>
        <p:blipFill>
          <a:blip r:embed="rId2"/>
          <a:stretch>
            <a:fillRect/>
          </a:stretch>
        </p:blipFill>
        <p:spPr>
          <a:xfrm>
            <a:off x="5127967" y="786334"/>
            <a:ext cx="6987833" cy="5860763"/>
          </a:xfrm>
          <a:prstGeom prst="rect">
            <a:avLst/>
          </a:prstGeom>
        </p:spPr>
      </p:pic>
      <p:sp>
        <p:nvSpPr>
          <p:cNvPr id="6" name="CuadroTexto 5">
            <a:extLst>
              <a:ext uri="{FF2B5EF4-FFF2-40B4-BE49-F238E27FC236}">
                <a16:creationId xmlns:a16="http://schemas.microsoft.com/office/drawing/2014/main" id="{95D4A8F7-4622-9FFA-DCCA-624585CC9DBF}"/>
              </a:ext>
            </a:extLst>
          </p:cNvPr>
          <p:cNvSpPr txBox="1"/>
          <p:nvPr/>
        </p:nvSpPr>
        <p:spPr>
          <a:xfrm>
            <a:off x="301478" y="900559"/>
            <a:ext cx="4562620" cy="5632311"/>
          </a:xfrm>
          <a:prstGeom prst="rect">
            <a:avLst/>
          </a:prstGeom>
          <a:noFill/>
        </p:spPr>
        <p:txBody>
          <a:bodyPr wrap="square">
            <a:spAutoFit/>
          </a:bodyPr>
          <a:lstStyle/>
          <a:p>
            <a:r>
              <a:rPr lang="es-ES" sz="2000" dirty="0"/>
              <a:t>El 11 de abril de 2025 el BCRA</a:t>
            </a:r>
          </a:p>
          <a:p>
            <a:endParaRPr lang="es-ES" sz="2000" dirty="0"/>
          </a:p>
          <a:p>
            <a:r>
              <a:rPr lang="es-ES" sz="2000" dirty="0"/>
              <a:t>“[dio] Inicio </a:t>
            </a:r>
            <a:r>
              <a:rPr lang="es-ES" sz="2000" i="1" dirty="0"/>
              <a:t>a</a:t>
            </a:r>
            <a:r>
              <a:rPr lang="es-ES" sz="2000" dirty="0"/>
              <a:t> la Fase 3 del Programa Económico con flexibilización cambiaria y flotación entre bandas</a:t>
            </a:r>
          </a:p>
          <a:p>
            <a:r>
              <a:rPr lang="es-ES" sz="2000" dirty="0"/>
              <a:t>[…]</a:t>
            </a:r>
          </a:p>
          <a:p>
            <a:r>
              <a:rPr lang="es-ES" sz="2000" dirty="0"/>
              <a:t>(c) Para reforzar el ancla nominal, el BCRA ha impuesto un sesgo restrictivo a su marco monetario en el inicio del nuevo régimen</a:t>
            </a:r>
          </a:p>
          <a:p>
            <a:r>
              <a:rPr lang="es-ES" sz="2000" dirty="0"/>
              <a:t>[…]</a:t>
            </a:r>
          </a:p>
          <a:p>
            <a:r>
              <a:rPr lang="es-ES" sz="2000" dirty="0"/>
              <a:t>Se ha elegido el objetivo monetario (M2 transaccional privado) considerando valores correspondientes a 2 desvíos por debajo del escenario base de la proyección que surge de los modelos de demanda (ver gráfico).”</a:t>
            </a:r>
            <a:endParaRPr lang="es-AR" sz="2000" dirty="0"/>
          </a:p>
        </p:txBody>
      </p:sp>
      <p:grpSp>
        <p:nvGrpSpPr>
          <p:cNvPr id="8" name="Grupo 7">
            <a:extLst>
              <a:ext uri="{FF2B5EF4-FFF2-40B4-BE49-F238E27FC236}">
                <a16:creationId xmlns:a16="http://schemas.microsoft.com/office/drawing/2014/main" id="{873E6FC6-D3EC-FB73-F32A-94A31BF307D5}"/>
              </a:ext>
            </a:extLst>
          </p:cNvPr>
          <p:cNvGrpSpPr/>
          <p:nvPr/>
        </p:nvGrpSpPr>
        <p:grpSpPr>
          <a:xfrm>
            <a:off x="301478" y="101545"/>
            <a:ext cx="2964166" cy="584775"/>
            <a:chOff x="301478" y="101545"/>
            <a:chExt cx="2964166" cy="584775"/>
          </a:xfrm>
        </p:grpSpPr>
        <p:sp>
          <p:nvSpPr>
            <p:cNvPr id="9" name="CuadroTexto 8">
              <a:extLst>
                <a:ext uri="{FF2B5EF4-FFF2-40B4-BE49-F238E27FC236}">
                  <a16:creationId xmlns:a16="http://schemas.microsoft.com/office/drawing/2014/main" id="{C81E0FB8-AF54-0735-A5E9-1DEAC1C52000}"/>
                </a:ext>
              </a:extLst>
            </p:cNvPr>
            <p:cNvSpPr txBox="1"/>
            <p:nvPr/>
          </p:nvSpPr>
          <p:spPr>
            <a:xfrm>
              <a:off x="404348" y="101545"/>
              <a:ext cx="2861296" cy="584775"/>
            </a:xfrm>
            <a:prstGeom prst="rect">
              <a:avLst/>
            </a:prstGeom>
            <a:noFill/>
          </p:spPr>
          <p:txBody>
            <a:bodyPr wrap="none" rtlCol="0">
              <a:spAutoFit/>
            </a:bodyPr>
            <a:lstStyle/>
            <a:p>
              <a:r>
                <a:rPr lang="es-AR" sz="3200" dirty="0">
                  <a:latin typeface="+mj-lt"/>
                  <a:cs typeface="Times New Roman" panose="02020603050405020304" pitchFamily="18" charset="0"/>
                </a:rPr>
                <a:t>Incertidumbre</a:t>
              </a:r>
            </a:p>
          </p:txBody>
        </p:sp>
        <p:cxnSp>
          <p:nvCxnSpPr>
            <p:cNvPr id="10" name="Conector recto 9">
              <a:extLst>
                <a:ext uri="{FF2B5EF4-FFF2-40B4-BE49-F238E27FC236}">
                  <a16:creationId xmlns:a16="http://schemas.microsoft.com/office/drawing/2014/main" id="{3D205FE0-7D2C-DB60-BACD-B177973CD1A5}"/>
                </a:ext>
              </a:extLst>
            </p:cNvPr>
            <p:cNvCxnSpPr>
              <a:cxnSpLocks/>
            </p:cNvCxnSpPr>
            <p:nvPr/>
          </p:nvCxnSpPr>
          <p:spPr>
            <a:xfrm>
              <a:off x="301478" y="231932"/>
              <a:ext cx="0" cy="324000"/>
            </a:xfrm>
            <a:prstGeom prst="line">
              <a:avLst/>
            </a:prstGeom>
            <a:ln w="76200">
              <a:solidFill>
                <a:schemeClr val="tx1"/>
              </a:solidFill>
            </a:ln>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364333846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61ECFD-6DDD-F5A2-1803-412752424C0F}"/>
            </a:ext>
          </a:extLst>
        </p:cNvPr>
        <p:cNvGrpSpPr/>
        <p:nvPr/>
      </p:nvGrpSpPr>
      <p:grpSpPr>
        <a:xfrm>
          <a:off x="0" y="0"/>
          <a:ext cx="0" cy="0"/>
          <a:chOff x="0" y="0"/>
          <a:chExt cx="0" cy="0"/>
        </a:xfrm>
      </p:grpSpPr>
      <p:grpSp>
        <p:nvGrpSpPr>
          <p:cNvPr id="28" name="Grupo 27">
            <a:extLst>
              <a:ext uri="{FF2B5EF4-FFF2-40B4-BE49-F238E27FC236}">
                <a16:creationId xmlns:a16="http://schemas.microsoft.com/office/drawing/2014/main" id="{34170E9E-6A44-D6F8-E718-8DFCB7FD583F}"/>
              </a:ext>
            </a:extLst>
          </p:cNvPr>
          <p:cNvGrpSpPr/>
          <p:nvPr/>
        </p:nvGrpSpPr>
        <p:grpSpPr>
          <a:xfrm>
            <a:off x="301478" y="101545"/>
            <a:ext cx="5162653" cy="584775"/>
            <a:chOff x="301478" y="101545"/>
            <a:chExt cx="5162653" cy="584775"/>
          </a:xfrm>
        </p:grpSpPr>
        <mc:AlternateContent xmlns:mc="http://schemas.openxmlformats.org/markup-compatibility/2006" xmlns:a14="http://schemas.microsoft.com/office/drawing/2010/main">
          <mc:Choice Requires="a14">
            <p:sp>
              <p:nvSpPr>
                <p:cNvPr id="31" name="CuadroTexto 30">
                  <a:extLst>
                    <a:ext uri="{FF2B5EF4-FFF2-40B4-BE49-F238E27FC236}">
                      <a16:creationId xmlns:a16="http://schemas.microsoft.com/office/drawing/2014/main" id="{B564E56D-6030-A492-3E08-A945F6A8FCD2}"/>
                    </a:ext>
                  </a:extLst>
                </p:cNvPr>
                <p:cNvSpPr txBox="1"/>
                <p:nvPr/>
              </p:nvSpPr>
              <p:spPr>
                <a:xfrm>
                  <a:off x="404348" y="101545"/>
                  <a:ext cx="5059783" cy="584775"/>
                </a:xfrm>
                <a:prstGeom prst="rect">
                  <a:avLst/>
                </a:prstGeom>
                <a:noFill/>
              </p:spPr>
              <p:txBody>
                <a:bodyPr wrap="none" rtlCol="0">
                  <a:spAutoFit/>
                </a:bodyPr>
                <a:lstStyle/>
                <a:p>
                  <a:r>
                    <a:rPr lang="es-AR" sz="3200" dirty="0">
                      <a:latin typeface="+mj-lt"/>
                      <a:cs typeface="Times New Roman" panose="02020603050405020304" pitchFamily="18" charset="0"/>
                    </a:rPr>
                    <a:t>Creación endógena </a:t>
                  </a:r>
                  <a14:m>
                    <m:oMath xmlns:m="http://schemas.openxmlformats.org/officeDocument/2006/math">
                      <m:r>
                        <a:rPr lang="es-AR" sz="3200" i="1" dirty="0" smtClean="0">
                          <a:latin typeface="Cambria Math" panose="02040503050406030204" pitchFamily="18" charset="0"/>
                          <a:cs typeface="Times New Roman" panose="02020603050405020304" pitchFamily="18" charset="0"/>
                        </a:rPr>
                        <m:t>(</m:t>
                      </m:r>
                      <m:r>
                        <a:rPr lang="es-AR" sz="3200" i="1" dirty="0" smtClean="0">
                          <a:latin typeface="Cambria Math" panose="02040503050406030204" pitchFamily="18" charset="0"/>
                          <a:cs typeface="Times New Roman" panose="02020603050405020304" pitchFamily="18" charset="0"/>
                        </a:rPr>
                        <m:t>𝑡</m:t>
                      </m:r>
                      <m:r>
                        <a:rPr lang="es-AR" sz="3200" i="1" dirty="0" smtClean="0">
                          <a:latin typeface="Cambria Math" panose="02040503050406030204" pitchFamily="18" charset="0"/>
                          <a:cs typeface="Times New Roman" panose="02020603050405020304" pitchFamily="18" charset="0"/>
                        </a:rPr>
                        <m:t>−1)</m:t>
                      </m:r>
                    </m:oMath>
                  </a14:m>
                  <a:endParaRPr lang="es-AR" sz="3200" dirty="0">
                    <a:latin typeface="+mj-lt"/>
                    <a:cs typeface="Times New Roman" panose="02020603050405020304" pitchFamily="18" charset="0"/>
                  </a:endParaRPr>
                </a:p>
              </p:txBody>
            </p:sp>
          </mc:Choice>
          <mc:Fallback xmlns="">
            <p:sp>
              <p:nvSpPr>
                <p:cNvPr id="31" name="CuadroTexto 30">
                  <a:extLst>
                    <a:ext uri="{FF2B5EF4-FFF2-40B4-BE49-F238E27FC236}">
                      <a16:creationId xmlns:a16="http://schemas.microsoft.com/office/drawing/2014/main" id="{B564E56D-6030-A492-3E08-A945F6A8FCD2}"/>
                    </a:ext>
                  </a:extLst>
                </p:cNvPr>
                <p:cNvSpPr txBox="1">
                  <a:spLocks noRot="1" noChangeAspect="1" noMove="1" noResize="1" noEditPoints="1" noAdjustHandles="1" noChangeArrowheads="1" noChangeShapeType="1" noTextEdit="1"/>
                </p:cNvSpPr>
                <p:nvPr/>
              </p:nvSpPr>
              <p:spPr>
                <a:xfrm>
                  <a:off x="404348" y="101545"/>
                  <a:ext cx="5059783" cy="584775"/>
                </a:xfrm>
                <a:prstGeom prst="rect">
                  <a:avLst/>
                </a:prstGeom>
                <a:blipFill>
                  <a:blip r:embed="rId3"/>
                  <a:stretch>
                    <a:fillRect l="-3012" t="-12500" b="-34375"/>
                  </a:stretch>
                </a:blipFill>
              </p:spPr>
              <p:txBody>
                <a:bodyPr/>
                <a:lstStyle/>
                <a:p>
                  <a:r>
                    <a:rPr lang="es-AR">
                      <a:noFill/>
                    </a:rPr>
                    <a:t> </a:t>
                  </a:r>
                </a:p>
              </p:txBody>
            </p:sp>
          </mc:Fallback>
        </mc:AlternateContent>
        <p:cxnSp>
          <p:nvCxnSpPr>
            <p:cNvPr id="32" name="Conector recto 31">
              <a:extLst>
                <a:ext uri="{FF2B5EF4-FFF2-40B4-BE49-F238E27FC236}">
                  <a16:creationId xmlns:a16="http://schemas.microsoft.com/office/drawing/2014/main" id="{1724BA55-9ED6-5DEC-2256-BCC54602FE8E}"/>
                </a:ext>
              </a:extLst>
            </p:cNvPr>
            <p:cNvCxnSpPr>
              <a:cxnSpLocks/>
            </p:cNvCxnSpPr>
            <p:nvPr/>
          </p:nvCxnSpPr>
          <p:spPr>
            <a:xfrm>
              <a:off x="301478" y="231932"/>
              <a:ext cx="0" cy="324000"/>
            </a:xfrm>
            <a:prstGeom prst="line">
              <a:avLst/>
            </a:prstGeom>
            <a:ln w="76200">
              <a:solidFill>
                <a:schemeClr val="tx1"/>
              </a:solidFill>
            </a:ln>
          </p:spPr>
          <p:style>
            <a:lnRef idx="2">
              <a:schemeClr val="accent1"/>
            </a:lnRef>
            <a:fillRef idx="0">
              <a:schemeClr val="accent1"/>
            </a:fillRef>
            <a:effectRef idx="1">
              <a:schemeClr val="accent1"/>
            </a:effectRef>
            <a:fontRef idx="minor">
              <a:schemeClr val="tx1"/>
            </a:fontRef>
          </p:style>
        </p:cxnSp>
      </p:grpSp>
      <p:grpSp>
        <p:nvGrpSpPr>
          <p:cNvPr id="97" name="Grupo 96">
            <a:extLst>
              <a:ext uri="{FF2B5EF4-FFF2-40B4-BE49-F238E27FC236}">
                <a16:creationId xmlns:a16="http://schemas.microsoft.com/office/drawing/2014/main" id="{21431102-32B3-262B-61BE-6CEF02EF81E8}"/>
              </a:ext>
            </a:extLst>
          </p:cNvPr>
          <p:cNvGrpSpPr/>
          <p:nvPr/>
        </p:nvGrpSpPr>
        <p:grpSpPr>
          <a:xfrm>
            <a:off x="400686" y="1518404"/>
            <a:ext cx="10914167" cy="4689331"/>
            <a:chOff x="400686" y="1518404"/>
            <a:chExt cx="10914167" cy="4689331"/>
          </a:xfrm>
        </p:grpSpPr>
        <p:cxnSp>
          <p:nvCxnSpPr>
            <p:cNvPr id="37" name="Conector recto 36">
              <a:extLst>
                <a:ext uri="{FF2B5EF4-FFF2-40B4-BE49-F238E27FC236}">
                  <a16:creationId xmlns:a16="http://schemas.microsoft.com/office/drawing/2014/main" id="{F9377380-01C7-A5FF-D292-124364052164}"/>
                </a:ext>
              </a:extLst>
            </p:cNvPr>
            <p:cNvCxnSpPr/>
            <p:nvPr/>
          </p:nvCxnSpPr>
          <p:spPr>
            <a:xfrm>
              <a:off x="960120" y="1703070"/>
              <a:ext cx="0" cy="4320000"/>
            </a:xfrm>
            <a:prstGeom prst="line">
              <a:avLst/>
            </a:prstGeom>
            <a:ln>
              <a:solidFill>
                <a:schemeClr val="tx1">
                  <a:lumMod val="95000"/>
                  <a:lumOff val="5000"/>
                </a:schemeClr>
              </a:solidFill>
            </a:ln>
          </p:spPr>
          <p:style>
            <a:lnRef idx="2">
              <a:schemeClr val="accent1"/>
            </a:lnRef>
            <a:fillRef idx="0">
              <a:schemeClr val="accent1"/>
            </a:fillRef>
            <a:effectRef idx="1">
              <a:schemeClr val="accent1"/>
            </a:effectRef>
            <a:fontRef idx="minor">
              <a:schemeClr val="tx1"/>
            </a:fontRef>
          </p:style>
        </p:cxnSp>
        <p:cxnSp>
          <p:nvCxnSpPr>
            <p:cNvPr id="63" name="Conector recto 62">
              <a:extLst>
                <a:ext uri="{FF2B5EF4-FFF2-40B4-BE49-F238E27FC236}">
                  <a16:creationId xmlns:a16="http://schemas.microsoft.com/office/drawing/2014/main" id="{BD60B97E-4A08-7FC9-12A4-C19D382C1A93}"/>
                </a:ext>
              </a:extLst>
            </p:cNvPr>
            <p:cNvCxnSpPr>
              <a:cxnSpLocks/>
            </p:cNvCxnSpPr>
            <p:nvPr/>
          </p:nvCxnSpPr>
          <p:spPr>
            <a:xfrm rot="16200000">
              <a:off x="4110120" y="2873070"/>
              <a:ext cx="0" cy="6300000"/>
            </a:xfrm>
            <a:prstGeom prst="line">
              <a:avLst/>
            </a:prstGeom>
            <a:ln>
              <a:solidFill>
                <a:schemeClr val="tx1">
                  <a:lumMod val="95000"/>
                  <a:lumOff val="5000"/>
                </a:schemeClr>
              </a:solidFill>
            </a:ln>
          </p:spPr>
          <p:style>
            <a:lnRef idx="2">
              <a:schemeClr val="accent1"/>
            </a:lnRef>
            <a:fillRef idx="0">
              <a:schemeClr val="accent1"/>
            </a:fillRef>
            <a:effectRef idx="1">
              <a:schemeClr val="accent1"/>
            </a:effectRef>
            <a:fontRef idx="minor">
              <a:schemeClr val="tx1"/>
            </a:fontRef>
          </p:style>
        </p:cxnSp>
        <p:sp>
          <p:nvSpPr>
            <p:cNvPr id="66" name="Forma libre: forma 65">
              <a:extLst>
                <a:ext uri="{FF2B5EF4-FFF2-40B4-BE49-F238E27FC236}">
                  <a16:creationId xmlns:a16="http://schemas.microsoft.com/office/drawing/2014/main" id="{0EEA043A-787C-7A6B-4994-DAA1E7D1A99B}"/>
                </a:ext>
              </a:extLst>
            </p:cNvPr>
            <p:cNvSpPr/>
            <p:nvPr/>
          </p:nvSpPr>
          <p:spPr>
            <a:xfrm>
              <a:off x="1062990" y="2720340"/>
              <a:ext cx="5755640" cy="3154680"/>
            </a:xfrm>
            <a:custGeom>
              <a:avLst/>
              <a:gdLst>
                <a:gd name="csX0" fmla="*/ 0 w 5577840"/>
                <a:gd name="csY0" fmla="*/ 3634740 h 3634740"/>
                <a:gd name="csX1" fmla="*/ 331470 w 5577840"/>
                <a:gd name="csY1" fmla="*/ 3291840 h 3634740"/>
                <a:gd name="csX2" fmla="*/ 1154430 w 5577840"/>
                <a:gd name="csY2" fmla="*/ 3280410 h 3634740"/>
                <a:gd name="csX3" fmla="*/ 1371600 w 5577840"/>
                <a:gd name="csY3" fmla="*/ 2228850 h 3634740"/>
                <a:gd name="csX4" fmla="*/ 2388870 w 5577840"/>
                <a:gd name="csY4" fmla="*/ 2594610 h 3634740"/>
                <a:gd name="csX5" fmla="*/ 2480310 w 5577840"/>
                <a:gd name="csY5" fmla="*/ 2548890 h 3634740"/>
                <a:gd name="csX6" fmla="*/ 2686050 w 5577840"/>
                <a:gd name="csY6" fmla="*/ 2091690 h 3634740"/>
                <a:gd name="csX7" fmla="*/ 3543300 w 5577840"/>
                <a:gd name="csY7" fmla="*/ 937260 h 3634740"/>
                <a:gd name="csX8" fmla="*/ 4297680 w 5577840"/>
                <a:gd name="csY8" fmla="*/ 0 h 3634740"/>
                <a:gd name="csX9" fmla="*/ 4972050 w 5577840"/>
                <a:gd name="csY9" fmla="*/ 822960 h 3634740"/>
                <a:gd name="csX10" fmla="*/ 5452110 w 5577840"/>
                <a:gd name="csY10" fmla="*/ 480060 h 3634740"/>
                <a:gd name="csX11" fmla="*/ 5577840 w 5577840"/>
                <a:gd name="csY11" fmla="*/ 548640 h 3634740"/>
                <a:gd name="csX0" fmla="*/ 0 w 5577840"/>
                <a:gd name="csY0" fmla="*/ 3634740 h 3634740"/>
                <a:gd name="csX1" fmla="*/ 331470 w 5577840"/>
                <a:gd name="csY1" fmla="*/ 3291840 h 3634740"/>
                <a:gd name="csX2" fmla="*/ 1154430 w 5577840"/>
                <a:gd name="csY2" fmla="*/ 3280410 h 3634740"/>
                <a:gd name="csX3" fmla="*/ 1371600 w 5577840"/>
                <a:gd name="csY3" fmla="*/ 2228850 h 3634740"/>
                <a:gd name="csX4" fmla="*/ 2388870 w 5577840"/>
                <a:gd name="csY4" fmla="*/ 2594610 h 3634740"/>
                <a:gd name="csX5" fmla="*/ 2480310 w 5577840"/>
                <a:gd name="csY5" fmla="*/ 2548890 h 3634740"/>
                <a:gd name="csX6" fmla="*/ 2686050 w 5577840"/>
                <a:gd name="csY6" fmla="*/ 2091690 h 3634740"/>
                <a:gd name="csX7" fmla="*/ 3543300 w 5577840"/>
                <a:gd name="csY7" fmla="*/ 937260 h 3634740"/>
                <a:gd name="csX8" fmla="*/ 4297680 w 5577840"/>
                <a:gd name="csY8" fmla="*/ 0 h 3634740"/>
                <a:gd name="csX9" fmla="*/ 4997450 w 5577840"/>
                <a:gd name="csY9" fmla="*/ 365760 h 3634740"/>
                <a:gd name="csX10" fmla="*/ 5452110 w 5577840"/>
                <a:gd name="csY10" fmla="*/ 480060 h 3634740"/>
                <a:gd name="csX11" fmla="*/ 5577840 w 5577840"/>
                <a:gd name="csY11" fmla="*/ 548640 h 3634740"/>
                <a:gd name="csX0" fmla="*/ 0 w 5577840"/>
                <a:gd name="csY0" fmla="*/ 3268980 h 3268980"/>
                <a:gd name="csX1" fmla="*/ 331470 w 5577840"/>
                <a:gd name="csY1" fmla="*/ 2926080 h 3268980"/>
                <a:gd name="csX2" fmla="*/ 1154430 w 5577840"/>
                <a:gd name="csY2" fmla="*/ 2914650 h 3268980"/>
                <a:gd name="csX3" fmla="*/ 1371600 w 5577840"/>
                <a:gd name="csY3" fmla="*/ 1863090 h 3268980"/>
                <a:gd name="csX4" fmla="*/ 2388870 w 5577840"/>
                <a:gd name="csY4" fmla="*/ 2228850 h 3268980"/>
                <a:gd name="csX5" fmla="*/ 2480310 w 5577840"/>
                <a:gd name="csY5" fmla="*/ 2183130 h 3268980"/>
                <a:gd name="csX6" fmla="*/ 2686050 w 5577840"/>
                <a:gd name="csY6" fmla="*/ 1725930 h 3268980"/>
                <a:gd name="csX7" fmla="*/ 3543300 w 5577840"/>
                <a:gd name="csY7" fmla="*/ 571500 h 3268980"/>
                <a:gd name="csX8" fmla="*/ 4577080 w 5577840"/>
                <a:gd name="csY8" fmla="*/ 599440 h 3268980"/>
                <a:gd name="csX9" fmla="*/ 4997450 w 5577840"/>
                <a:gd name="csY9" fmla="*/ 0 h 3268980"/>
                <a:gd name="csX10" fmla="*/ 5452110 w 5577840"/>
                <a:gd name="csY10" fmla="*/ 114300 h 3268980"/>
                <a:gd name="csX11" fmla="*/ 5577840 w 5577840"/>
                <a:gd name="csY11" fmla="*/ 182880 h 3268980"/>
                <a:gd name="csX0" fmla="*/ 0 w 5577840"/>
                <a:gd name="csY0" fmla="*/ 3268980 h 3268980"/>
                <a:gd name="csX1" fmla="*/ 331470 w 5577840"/>
                <a:gd name="csY1" fmla="*/ 2926080 h 3268980"/>
                <a:gd name="csX2" fmla="*/ 1154430 w 5577840"/>
                <a:gd name="csY2" fmla="*/ 2914650 h 3268980"/>
                <a:gd name="csX3" fmla="*/ 1371600 w 5577840"/>
                <a:gd name="csY3" fmla="*/ 1863090 h 3268980"/>
                <a:gd name="csX4" fmla="*/ 2388870 w 5577840"/>
                <a:gd name="csY4" fmla="*/ 2228850 h 3268980"/>
                <a:gd name="csX5" fmla="*/ 2480310 w 5577840"/>
                <a:gd name="csY5" fmla="*/ 2183130 h 3268980"/>
                <a:gd name="csX6" fmla="*/ 2686050 w 5577840"/>
                <a:gd name="csY6" fmla="*/ 1725930 h 3268980"/>
                <a:gd name="csX7" fmla="*/ 3543300 w 5577840"/>
                <a:gd name="csY7" fmla="*/ 571500 h 3268980"/>
                <a:gd name="csX8" fmla="*/ 4577080 w 5577840"/>
                <a:gd name="csY8" fmla="*/ 599440 h 3268980"/>
                <a:gd name="csX9" fmla="*/ 4997450 w 5577840"/>
                <a:gd name="csY9" fmla="*/ 0 h 3268980"/>
                <a:gd name="csX10" fmla="*/ 5312410 w 5577840"/>
                <a:gd name="csY10" fmla="*/ 228600 h 3268980"/>
                <a:gd name="csX11" fmla="*/ 5577840 w 5577840"/>
                <a:gd name="csY11" fmla="*/ 182880 h 3268980"/>
                <a:gd name="csX0" fmla="*/ 0 w 5755640"/>
                <a:gd name="csY0" fmla="*/ 3268980 h 3268980"/>
                <a:gd name="csX1" fmla="*/ 331470 w 5755640"/>
                <a:gd name="csY1" fmla="*/ 2926080 h 3268980"/>
                <a:gd name="csX2" fmla="*/ 1154430 w 5755640"/>
                <a:gd name="csY2" fmla="*/ 2914650 h 3268980"/>
                <a:gd name="csX3" fmla="*/ 1371600 w 5755640"/>
                <a:gd name="csY3" fmla="*/ 1863090 h 3268980"/>
                <a:gd name="csX4" fmla="*/ 2388870 w 5755640"/>
                <a:gd name="csY4" fmla="*/ 2228850 h 3268980"/>
                <a:gd name="csX5" fmla="*/ 2480310 w 5755640"/>
                <a:gd name="csY5" fmla="*/ 2183130 h 3268980"/>
                <a:gd name="csX6" fmla="*/ 2686050 w 5755640"/>
                <a:gd name="csY6" fmla="*/ 1725930 h 3268980"/>
                <a:gd name="csX7" fmla="*/ 3543300 w 5755640"/>
                <a:gd name="csY7" fmla="*/ 571500 h 3268980"/>
                <a:gd name="csX8" fmla="*/ 4577080 w 5755640"/>
                <a:gd name="csY8" fmla="*/ 599440 h 3268980"/>
                <a:gd name="csX9" fmla="*/ 4997450 w 5755640"/>
                <a:gd name="csY9" fmla="*/ 0 h 3268980"/>
                <a:gd name="csX10" fmla="*/ 5312410 w 5755640"/>
                <a:gd name="csY10" fmla="*/ 228600 h 3268980"/>
                <a:gd name="csX11" fmla="*/ 5755640 w 5755640"/>
                <a:gd name="csY11" fmla="*/ 360680 h 3268980"/>
                <a:gd name="csX0" fmla="*/ 0 w 5755640"/>
                <a:gd name="csY0" fmla="*/ 3268980 h 3268980"/>
                <a:gd name="csX1" fmla="*/ 331470 w 5755640"/>
                <a:gd name="csY1" fmla="*/ 2926080 h 3268980"/>
                <a:gd name="csX2" fmla="*/ 1154430 w 5755640"/>
                <a:gd name="csY2" fmla="*/ 2914650 h 3268980"/>
                <a:gd name="csX3" fmla="*/ 1371600 w 5755640"/>
                <a:gd name="csY3" fmla="*/ 1863090 h 3268980"/>
                <a:gd name="csX4" fmla="*/ 2388870 w 5755640"/>
                <a:gd name="csY4" fmla="*/ 2228850 h 3268980"/>
                <a:gd name="csX5" fmla="*/ 2480310 w 5755640"/>
                <a:gd name="csY5" fmla="*/ 2183130 h 3268980"/>
                <a:gd name="csX6" fmla="*/ 2686050 w 5755640"/>
                <a:gd name="csY6" fmla="*/ 1725930 h 3268980"/>
                <a:gd name="csX7" fmla="*/ 3683000 w 5755640"/>
                <a:gd name="csY7" fmla="*/ 1016000 h 3268980"/>
                <a:gd name="csX8" fmla="*/ 4577080 w 5755640"/>
                <a:gd name="csY8" fmla="*/ 599440 h 3268980"/>
                <a:gd name="csX9" fmla="*/ 4997450 w 5755640"/>
                <a:gd name="csY9" fmla="*/ 0 h 3268980"/>
                <a:gd name="csX10" fmla="*/ 5312410 w 5755640"/>
                <a:gd name="csY10" fmla="*/ 228600 h 3268980"/>
                <a:gd name="csX11" fmla="*/ 5755640 w 5755640"/>
                <a:gd name="csY11" fmla="*/ 360680 h 3268980"/>
                <a:gd name="csX0" fmla="*/ 0 w 5755640"/>
                <a:gd name="csY0" fmla="*/ 3268980 h 3268980"/>
                <a:gd name="csX1" fmla="*/ 331470 w 5755640"/>
                <a:gd name="csY1" fmla="*/ 2926080 h 3268980"/>
                <a:gd name="csX2" fmla="*/ 1154430 w 5755640"/>
                <a:gd name="csY2" fmla="*/ 2914650 h 3268980"/>
                <a:gd name="csX3" fmla="*/ 1714500 w 5755640"/>
                <a:gd name="csY3" fmla="*/ 2371090 h 3268980"/>
                <a:gd name="csX4" fmla="*/ 2388870 w 5755640"/>
                <a:gd name="csY4" fmla="*/ 2228850 h 3268980"/>
                <a:gd name="csX5" fmla="*/ 2480310 w 5755640"/>
                <a:gd name="csY5" fmla="*/ 2183130 h 3268980"/>
                <a:gd name="csX6" fmla="*/ 2686050 w 5755640"/>
                <a:gd name="csY6" fmla="*/ 1725930 h 3268980"/>
                <a:gd name="csX7" fmla="*/ 3683000 w 5755640"/>
                <a:gd name="csY7" fmla="*/ 1016000 h 3268980"/>
                <a:gd name="csX8" fmla="*/ 4577080 w 5755640"/>
                <a:gd name="csY8" fmla="*/ 599440 h 3268980"/>
                <a:gd name="csX9" fmla="*/ 4997450 w 5755640"/>
                <a:gd name="csY9" fmla="*/ 0 h 3268980"/>
                <a:gd name="csX10" fmla="*/ 5312410 w 5755640"/>
                <a:gd name="csY10" fmla="*/ 228600 h 3268980"/>
                <a:gd name="csX11" fmla="*/ 5755640 w 5755640"/>
                <a:gd name="csY11" fmla="*/ 360680 h 3268980"/>
                <a:gd name="csX0" fmla="*/ 0 w 5755640"/>
                <a:gd name="csY0" fmla="*/ 3268980 h 3268980"/>
                <a:gd name="csX1" fmla="*/ 331470 w 5755640"/>
                <a:gd name="csY1" fmla="*/ 2926080 h 3268980"/>
                <a:gd name="csX2" fmla="*/ 1154430 w 5755640"/>
                <a:gd name="csY2" fmla="*/ 2914650 h 3268980"/>
                <a:gd name="csX3" fmla="*/ 1714500 w 5755640"/>
                <a:gd name="csY3" fmla="*/ 2371090 h 3268980"/>
                <a:gd name="csX4" fmla="*/ 2096770 w 5755640"/>
                <a:gd name="csY4" fmla="*/ 2152650 h 3268980"/>
                <a:gd name="csX5" fmla="*/ 2480310 w 5755640"/>
                <a:gd name="csY5" fmla="*/ 2183130 h 3268980"/>
                <a:gd name="csX6" fmla="*/ 2686050 w 5755640"/>
                <a:gd name="csY6" fmla="*/ 1725930 h 3268980"/>
                <a:gd name="csX7" fmla="*/ 3683000 w 5755640"/>
                <a:gd name="csY7" fmla="*/ 1016000 h 3268980"/>
                <a:gd name="csX8" fmla="*/ 4577080 w 5755640"/>
                <a:gd name="csY8" fmla="*/ 599440 h 3268980"/>
                <a:gd name="csX9" fmla="*/ 4997450 w 5755640"/>
                <a:gd name="csY9" fmla="*/ 0 h 3268980"/>
                <a:gd name="csX10" fmla="*/ 5312410 w 5755640"/>
                <a:gd name="csY10" fmla="*/ 228600 h 3268980"/>
                <a:gd name="csX11" fmla="*/ 5755640 w 5755640"/>
                <a:gd name="csY11" fmla="*/ 360680 h 3268980"/>
                <a:gd name="csX0" fmla="*/ 0 w 5755640"/>
                <a:gd name="csY0" fmla="*/ 3268980 h 3268980"/>
                <a:gd name="csX1" fmla="*/ 331470 w 5755640"/>
                <a:gd name="csY1" fmla="*/ 2926080 h 3268980"/>
                <a:gd name="csX2" fmla="*/ 1154430 w 5755640"/>
                <a:gd name="csY2" fmla="*/ 2914650 h 3268980"/>
                <a:gd name="csX3" fmla="*/ 1651000 w 5755640"/>
                <a:gd name="csY3" fmla="*/ 2663190 h 3268980"/>
                <a:gd name="csX4" fmla="*/ 2096770 w 5755640"/>
                <a:gd name="csY4" fmla="*/ 2152650 h 3268980"/>
                <a:gd name="csX5" fmla="*/ 2480310 w 5755640"/>
                <a:gd name="csY5" fmla="*/ 2183130 h 3268980"/>
                <a:gd name="csX6" fmla="*/ 2686050 w 5755640"/>
                <a:gd name="csY6" fmla="*/ 1725930 h 3268980"/>
                <a:gd name="csX7" fmla="*/ 3683000 w 5755640"/>
                <a:gd name="csY7" fmla="*/ 1016000 h 3268980"/>
                <a:gd name="csX8" fmla="*/ 4577080 w 5755640"/>
                <a:gd name="csY8" fmla="*/ 599440 h 3268980"/>
                <a:gd name="csX9" fmla="*/ 4997450 w 5755640"/>
                <a:gd name="csY9" fmla="*/ 0 h 3268980"/>
                <a:gd name="csX10" fmla="*/ 5312410 w 5755640"/>
                <a:gd name="csY10" fmla="*/ 228600 h 3268980"/>
                <a:gd name="csX11" fmla="*/ 5755640 w 5755640"/>
                <a:gd name="csY11" fmla="*/ 360680 h 3268980"/>
                <a:gd name="csX0" fmla="*/ 0 w 5755640"/>
                <a:gd name="csY0" fmla="*/ 3268980 h 3268980"/>
                <a:gd name="csX1" fmla="*/ 331470 w 5755640"/>
                <a:gd name="csY1" fmla="*/ 2926080 h 3268980"/>
                <a:gd name="csX2" fmla="*/ 1154430 w 5755640"/>
                <a:gd name="csY2" fmla="*/ 2914650 h 3268980"/>
                <a:gd name="csX3" fmla="*/ 1651000 w 5755640"/>
                <a:gd name="csY3" fmla="*/ 2663190 h 3268980"/>
                <a:gd name="csX4" fmla="*/ 2096770 w 5755640"/>
                <a:gd name="csY4" fmla="*/ 2152650 h 3268980"/>
                <a:gd name="csX5" fmla="*/ 2480310 w 5755640"/>
                <a:gd name="csY5" fmla="*/ 2183130 h 3268980"/>
                <a:gd name="csX6" fmla="*/ 3168650 w 5755640"/>
                <a:gd name="csY6" fmla="*/ 1611630 h 3268980"/>
                <a:gd name="csX7" fmla="*/ 3683000 w 5755640"/>
                <a:gd name="csY7" fmla="*/ 1016000 h 3268980"/>
                <a:gd name="csX8" fmla="*/ 4577080 w 5755640"/>
                <a:gd name="csY8" fmla="*/ 599440 h 3268980"/>
                <a:gd name="csX9" fmla="*/ 4997450 w 5755640"/>
                <a:gd name="csY9" fmla="*/ 0 h 3268980"/>
                <a:gd name="csX10" fmla="*/ 5312410 w 5755640"/>
                <a:gd name="csY10" fmla="*/ 228600 h 3268980"/>
                <a:gd name="csX11" fmla="*/ 5755640 w 5755640"/>
                <a:gd name="csY11" fmla="*/ 360680 h 3268980"/>
                <a:gd name="csX0" fmla="*/ 0 w 5755640"/>
                <a:gd name="csY0" fmla="*/ 3268980 h 3268980"/>
                <a:gd name="csX1" fmla="*/ 331470 w 5755640"/>
                <a:gd name="csY1" fmla="*/ 2926080 h 3268980"/>
                <a:gd name="csX2" fmla="*/ 1154430 w 5755640"/>
                <a:gd name="csY2" fmla="*/ 2914650 h 3268980"/>
                <a:gd name="csX3" fmla="*/ 1651000 w 5755640"/>
                <a:gd name="csY3" fmla="*/ 2663190 h 3268980"/>
                <a:gd name="csX4" fmla="*/ 2096770 w 5755640"/>
                <a:gd name="csY4" fmla="*/ 2152650 h 3268980"/>
                <a:gd name="csX5" fmla="*/ 2632710 w 5755640"/>
                <a:gd name="csY5" fmla="*/ 1967230 h 3268980"/>
                <a:gd name="csX6" fmla="*/ 3168650 w 5755640"/>
                <a:gd name="csY6" fmla="*/ 1611630 h 3268980"/>
                <a:gd name="csX7" fmla="*/ 3683000 w 5755640"/>
                <a:gd name="csY7" fmla="*/ 1016000 h 3268980"/>
                <a:gd name="csX8" fmla="*/ 4577080 w 5755640"/>
                <a:gd name="csY8" fmla="*/ 599440 h 3268980"/>
                <a:gd name="csX9" fmla="*/ 4997450 w 5755640"/>
                <a:gd name="csY9" fmla="*/ 0 h 3268980"/>
                <a:gd name="csX10" fmla="*/ 5312410 w 5755640"/>
                <a:gd name="csY10" fmla="*/ 228600 h 3268980"/>
                <a:gd name="csX11" fmla="*/ 5755640 w 5755640"/>
                <a:gd name="csY11" fmla="*/ 360680 h 3268980"/>
                <a:gd name="csX0" fmla="*/ 0 w 5755640"/>
                <a:gd name="csY0" fmla="*/ 3268980 h 3268980"/>
                <a:gd name="csX1" fmla="*/ 331470 w 5755640"/>
                <a:gd name="csY1" fmla="*/ 2926080 h 3268980"/>
                <a:gd name="csX2" fmla="*/ 1154430 w 5755640"/>
                <a:gd name="csY2" fmla="*/ 2914650 h 3268980"/>
                <a:gd name="csX3" fmla="*/ 1651000 w 5755640"/>
                <a:gd name="csY3" fmla="*/ 2663190 h 3268980"/>
                <a:gd name="csX4" fmla="*/ 2096770 w 5755640"/>
                <a:gd name="csY4" fmla="*/ 2152650 h 3268980"/>
                <a:gd name="csX5" fmla="*/ 2632710 w 5755640"/>
                <a:gd name="csY5" fmla="*/ 1967230 h 3268980"/>
                <a:gd name="csX6" fmla="*/ 3168650 w 5755640"/>
                <a:gd name="csY6" fmla="*/ 1611630 h 3268980"/>
                <a:gd name="csX7" fmla="*/ 3683000 w 5755640"/>
                <a:gd name="csY7" fmla="*/ 1016000 h 3268980"/>
                <a:gd name="csX8" fmla="*/ 4526280 w 5755640"/>
                <a:gd name="csY8" fmla="*/ 421640 h 3268980"/>
                <a:gd name="csX9" fmla="*/ 4997450 w 5755640"/>
                <a:gd name="csY9" fmla="*/ 0 h 3268980"/>
                <a:gd name="csX10" fmla="*/ 5312410 w 5755640"/>
                <a:gd name="csY10" fmla="*/ 228600 h 3268980"/>
                <a:gd name="csX11" fmla="*/ 5755640 w 5755640"/>
                <a:gd name="csY11" fmla="*/ 360680 h 3268980"/>
                <a:gd name="csX0" fmla="*/ 0 w 5755640"/>
                <a:gd name="csY0" fmla="*/ 3154680 h 3154680"/>
                <a:gd name="csX1" fmla="*/ 331470 w 5755640"/>
                <a:gd name="csY1" fmla="*/ 2811780 h 3154680"/>
                <a:gd name="csX2" fmla="*/ 1154430 w 5755640"/>
                <a:gd name="csY2" fmla="*/ 2800350 h 3154680"/>
                <a:gd name="csX3" fmla="*/ 1651000 w 5755640"/>
                <a:gd name="csY3" fmla="*/ 2548890 h 3154680"/>
                <a:gd name="csX4" fmla="*/ 2096770 w 5755640"/>
                <a:gd name="csY4" fmla="*/ 2038350 h 3154680"/>
                <a:gd name="csX5" fmla="*/ 2632710 w 5755640"/>
                <a:gd name="csY5" fmla="*/ 1852930 h 3154680"/>
                <a:gd name="csX6" fmla="*/ 3168650 w 5755640"/>
                <a:gd name="csY6" fmla="*/ 1497330 h 3154680"/>
                <a:gd name="csX7" fmla="*/ 3683000 w 5755640"/>
                <a:gd name="csY7" fmla="*/ 901700 h 3154680"/>
                <a:gd name="csX8" fmla="*/ 4526280 w 5755640"/>
                <a:gd name="csY8" fmla="*/ 307340 h 3154680"/>
                <a:gd name="csX9" fmla="*/ 4997450 w 5755640"/>
                <a:gd name="csY9" fmla="*/ 0 h 3154680"/>
                <a:gd name="csX10" fmla="*/ 5312410 w 5755640"/>
                <a:gd name="csY10" fmla="*/ 114300 h 3154680"/>
                <a:gd name="csX11" fmla="*/ 5755640 w 5755640"/>
                <a:gd name="csY11" fmla="*/ 246380 h 315468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5755640" h="3154680">
                  <a:moveTo>
                    <a:pt x="0" y="3154680"/>
                  </a:moveTo>
                  <a:lnTo>
                    <a:pt x="331470" y="2811780"/>
                  </a:lnTo>
                  <a:lnTo>
                    <a:pt x="1154430" y="2800350"/>
                  </a:lnTo>
                  <a:lnTo>
                    <a:pt x="1651000" y="2548890"/>
                  </a:lnTo>
                  <a:lnTo>
                    <a:pt x="2096770" y="2038350"/>
                  </a:lnTo>
                  <a:lnTo>
                    <a:pt x="2632710" y="1852930"/>
                  </a:lnTo>
                  <a:lnTo>
                    <a:pt x="3168650" y="1497330"/>
                  </a:lnTo>
                  <a:lnTo>
                    <a:pt x="3683000" y="901700"/>
                  </a:lnTo>
                  <a:lnTo>
                    <a:pt x="4526280" y="307340"/>
                  </a:lnTo>
                  <a:lnTo>
                    <a:pt x="4997450" y="0"/>
                  </a:lnTo>
                  <a:lnTo>
                    <a:pt x="5312410" y="114300"/>
                  </a:lnTo>
                  <a:lnTo>
                    <a:pt x="5755640" y="246380"/>
                  </a:lnTo>
                </a:path>
              </a:pathLst>
            </a:custGeom>
            <a:ln w="19050">
              <a:solidFill>
                <a:schemeClr val="accent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s-AR"/>
            </a:p>
          </p:txBody>
        </p:sp>
        <p:sp>
          <p:nvSpPr>
            <p:cNvPr id="67" name="Rectángulo 66">
              <a:extLst>
                <a:ext uri="{FF2B5EF4-FFF2-40B4-BE49-F238E27FC236}">
                  <a16:creationId xmlns:a16="http://schemas.microsoft.com/office/drawing/2014/main" id="{55ECB58C-B8A6-71C3-E202-2528F8E14CB5}"/>
                </a:ext>
              </a:extLst>
            </p:cNvPr>
            <p:cNvSpPr/>
            <p:nvPr/>
          </p:nvSpPr>
          <p:spPr>
            <a:xfrm>
              <a:off x="6183630" y="2240280"/>
              <a:ext cx="731520" cy="1017268"/>
            </a:xfrm>
            <a:prstGeom prst="rect">
              <a:avLst/>
            </a:prstGeom>
            <a:noFill/>
            <a:ln>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AR"/>
            </a:p>
          </p:txBody>
        </p:sp>
        <mc:AlternateContent xmlns:mc="http://schemas.openxmlformats.org/markup-compatibility/2006" xmlns:a14="http://schemas.microsoft.com/office/drawing/2010/main">
          <mc:Choice Requires="a14">
            <p:sp>
              <p:nvSpPr>
                <p:cNvPr id="91" name="CuadroTexto 90">
                  <a:extLst>
                    <a:ext uri="{FF2B5EF4-FFF2-40B4-BE49-F238E27FC236}">
                      <a16:creationId xmlns:a16="http://schemas.microsoft.com/office/drawing/2014/main" id="{B8EFA7C8-EE64-6923-039F-5D068371F81A}"/>
                    </a:ext>
                  </a:extLst>
                </p:cNvPr>
                <p:cNvSpPr txBox="1"/>
                <p:nvPr/>
              </p:nvSpPr>
              <p:spPr>
                <a:xfrm>
                  <a:off x="7260121" y="5838403"/>
                  <a:ext cx="508000"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s-AR" sz="1800" i="1" dirty="0" smtClean="0">
                            <a:latin typeface="Cambria Math" panose="02040503050406030204" pitchFamily="18" charset="0"/>
                            <a:cs typeface="Times New Roman" panose="02020603050405020304" pitchFamily="18" charset="0"/>
                          </a:rPr>
                          <m:t>𝑡</m:t>
                        </m:r>
                      </m:oMath>
                    </m:oMathPara>
                  </a14:m>
                  <a:endParaRPr lang="es-AR" dirty="0"/>
                </a:p>
              </p:txBody>
            </p:sp>
          </mc:Choice>
          <mc:Fallback xmlns="">
            <p:sp>
              <p:nvSpPr>
                <p:cNvPr id="91" name="CuadroTexto 90">
                  <a:extLst>
                    <a:ext uri="{FF2B5EF4-FFF2-40B4-BE49-F238E27FC236}">
                      <a16:creationId xmlns:a16="http://schemas.microsoft.com/office/drawing/2014/main" id="{B8EFA7C8-EE64-6923-039F-5D068371F81A}"/>
                    </a:ext>
                  </a:extLst>
                </p:cNvPr>
                <p:cNvSpPr txBox="1">
                  <a:spLocks noRot="1" noChangeAspect="1" noMove="1" noResize="1" noEditPoints="1" noAdjustHandles="1" noChangeArrowheads="1" noChangeShapeType="1" noTextEdit="1"/>
                </p:cNvSpPr>
                <p:nvPr/>
              </p:nvSpPr>
              <p:spPr>
                <a:xfrm>
                  <a:off x="7260121" y="5838403"/>
                  <a:ext cx="508000" cy="369332"/>
                </a:xfrm>
                <a:prstGeom prst="rect">
                  <a:avLst/>
                </a:prstGeom>
                <a:blipFill>
                  <a:blip r:embed="rId4"/>
                  <a:stretch>
                    <a:fillRect/>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92" name="CuadroTexto 91">
                  <a:extLst>
                    <a:ext uri="{FF2B5EF4-FFF2-40B4-BE49-F238E27FC236}">
                      <a16:creationId xmlns:a16="http://schemas.microsoft.com/office/drawing/2014/main" id="{B0B52A51-C3ED-9242-0BDC-CC5679C1F99C}"/>
                    </a:ext>
                  </a:extLst>
                </p:cNvPr>
                <p:cNvSpPr txBox="1"/>
                <p:nvPr/>
              </p:nvSpPr>
              <p:spPr>
                <a:xfrm>
                  <a:off x="400686" y="1518404"/>
                  <a:ext cx="508000"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s-AR" sz="1800" i="1" dirty="0" smtClean="0">
                                <a:latin typeface="Cambria Math" panose="02040503050406030204" pitchFamily="18" charset="0"/>
                                <a:cs typeface="Times New Roman" panose="02020603050405020304" pitchFamily="18" charset="0"/>
                              </a:rPr>
                            </m:ctrlPr>
                          </m:sSubPr>
                          <m:e>
                            <m:r>
                              <a:rPr lang="es-AR" sz="1800" b="0" i="1" dirty="0" smtClean="0">
                                <a:latin typeface="Cambria Math" panose="02040503050406030204" pitchFamily="18" charset="0"/>
                                <a:cs typeface="Times New Roman" panose="02020603050405020304" pitchFamily="18" charset="0"/>
                              </a:rPr>
                              <m:t>𝑋</m:t>
                            </m:r>
                          </m:e>
                          <m:sub>
                            <m:r>
                              <a:rPr lang="es-AR" sz="1800" b="0" i="1" dirty="0" smtClean="0">
                                <a:latin typeface="Cambria Math" panose="02040503050406030204" pitchFamily="18" charset="0"/>
                                <a:cs typeface="Times New Roman" panose="02020603050405020304" pitchFamily="18" charset="0"/>
                              </a:rPr>
                              <m:t>𝑡</m:t>
                            </m:r>
                          </m:sub>
                        </m:sSub>
                      </m:oMath>
                    </m:oMathPara>
                  </a14:m>
                  <a:endParaRPr lang="es-AR" i="1" dirty="0"/>
                </a:p>
              </p:txBody>
            </p:sp>
          </mc:Choice>
          <mc:Fallback xmlns="">
            <p:sp>
              <p:nvSpPr>
                <p:cNvPr id="92" name="CuadroTexto 91">
                  <a:extLst>
                    <a:ext uri="{FF2B5EF4-FFF2-40B4-BE49-F238E27FC236}">
                      <a16:creationId xmlns:a16="http://schemas.microsoft.com/office/drawing/2014/main" id="{B0B52A51-C3ED-9242-0BDC-CC5679C1F99C}"/>
                    </a:ext>
                  </a:extLst>
                </p:cNvPr>
                <p:cNvSpPr txBox="1">
                  <a:spLocks noRot="1" noChangeAspect="1" noMove="1" noResize="1" noEditPoints="1" noAdjustHandles="1" noChangeArrowheads="1" noChangeShapeType="1" noTextEdit="1"/>
                </p:cNvSpPr>
                <p:nvPr/>
              </p:nvSpPr>
              <p:spPr>
                <a:xfrm>
                  <a:off x="400686" y="1518404"/>
                  <a:ext cx="508000" cy="369332"/>
                </a:xfrm>
                <a:prstGeom prst="rect">
                  <a:avLst/>
                </a:prstGeom>
                <a:blipFill>
                  <a:blip r:embed="rId5"/>
                  <a:stretch>
                    <a:fillRect/>
                  </a:stretch>
                </a:blipFill>
              </p:spPr>
              <p:txBody>
                <a:bodyPr/>
                <a:lstStyle/>
                <a:p>
                  <a:r>
                    <a:rPr lang="es-AR">
                      <a:noFill/>
                    </a:rPr>
                    <a:t> </a:t>
                  </a:r>
                </a:p>
              </p:txBody>
            </p:sp>
          </mc:Fallback>
        </mc:AlternateContent>
        <p:sp>
          <p:nvSpPr>
            <p:cNvPr id="2" name="Rectángulo 1">
              <a:extLst>
                <a:ext uri="{FF2B5EF4-FFF2-40B4-BE49-F238E27FC236}">
                  <a16:creationId xmlns:a16="http://schemas.microsoft.com/office/drawing/2014/main" id="{BCB87EA1-E9F6-907C-C4C2-D00E3C12F261}"/>
                </a:ext>
              </a:extLst>
            </p:cNvPr>
            <p:cNvSpPr/>
            <p:nvPr/>
          </p:nvSpPr>
          <p:spPr>
            <a:xfrm>
              <a:off x="7610640" y="1571442"/>
              <a:ext cx="3704213" cy="2531928"/>
            </a:xfrm>
            <a:prstGeom prst="rect">
              <a:avLst/>
            </a:prstGeom>
            <a:noFill/>
            <a:ln>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AR"/>
            </a:p>
          </p:txBody>
        </p:sp>
      </p:grpSp>
      <p:grpSp>
        <p:nvGrpSpPr>
          <p:cNvPr id="96" name="Grupo 95">
            <a:extLst>
              <a:ext uri="{FF2B5EF4-FFF2-40B4-BE49-F238E27FC236}">
                <a16:creationId xmlns:a16="http://schemas.microsoft.com/office/drawing/2014/main" id="{116F31E3-DC00-D0C7-A34E-18834EDCC0AE}"/>
              </a:ext>
            </a:extLst>
          </p:cNvPr>
          <p:cNvGrpSpPr/>
          <p:nvPr/>
        </p:nvGrpSpPr>
        <p:grpSpPr>
          <a:xfrm>
            <a:off x="7722401" y="1756120"/>
            <a:ext cx="3504399" cy="2157037"/>
            <a:chOff x="7514121" y="1756120"/>
            <a:chExt cx="3504399" cy="2157037"/>
          </a:xfrm>
        </p:grpSpPr>
        <p:cxnSp>
          <p:nvCxnSpPr>
            <p:cNvPr id="68" name="Conector recto 67">
              <a:extLst>
                <a:ext uri="{FF2B5EF4-FFF2-40B4-BE49-F238E27FC236}">
                  <a16:creationId xmlns:a16="http://schemas.microsoft.com/office/drawing/2014/main" id="{6CFB27F4-A33C-2CBD-48A7-7E73097AE129}"/>
                </a:ext>
              </a:extLst>
            </p:cNvPr>
            <p:cNvCxnSpPr>
              <a:cxnSpLocks/>
            </p:cNvCxnSpPr>
            <p:nvPr/>
          </p:nvCxnSpPr>
          <p:spPr>
            <a:xfrm>
              <a:off x="7988300" y="1863090"/>
              <a:ext cx="0" cy="1865401"/>
            </a:xfrm>
            <a:prstGeom prst="line">
              <a:avLst/>
            </a:prstGeom>
            <a:ln>
              <a:solidFill>
                <a:schemeClr val="tx1">
                  <a:lumMod val="95000"/>
                  <a:lumOff val="5000"/>
                </a:schemeClr>
              </a:solidFill>
            </a:ln>
          </p:spPr>
          <p:style>
            <a:lnRef idx="2">
              <a:schemeClr val="accent1"/>
            </a:lnRef>
            <a:fillRef idx="0">
              <a:schemeClr val="accent1"/>
            </a:fillRef>
            <a:effectRef idx="1">
              <a:schemeClr val="accent1"/>
            </a:effectRef>
            <a:fontRef idx="minor">
              <a:schemeClr val="tx1"/>
            </a:fontRef>
          </p:style>
        </p:cxnSp>
        <p:cxnSp>
          <p:nvCxnSpPr>
            <p:cNvPr id="81" name="Conector recto 80">
              <a:extLst>
                <a:ext uri="{FF2B5EF4-FFF2-40B4-BE49-F238E27FC236}">
                  <a16:creationId xmlns:a16="http://schemas.microsoft.com/office/drawing/2014/main" id="{E82EA5A9-D356-ED38-39BF-F32FEA33D0FA}"/>
                </a:ext>
              </a:extLst>
            </p:cNvPr>
            <p:cNvCxnSpPr>
              <a:cxnSpLocks/>
            </p:cNvCxnSpPr>
            <p:nvPr/>
          </p:nvCxnSpPr>
          <p:spPr>
            <a:xfrm>
              <a:off x="7973060" y="3728491"/>
              <a:ext cx="2522220" cy="0"/>
            </a:xfrm>
            <a:prstGeom prst="line">
              <a:avLst/>
            </a:prstGeom>
            <a:ln>
              <a:solidFill>
                <a:schemeClr val="tx1">
                  <a:lumMod val="95000"/>
                  <a:lumOff val="5000"/>
                </a:schemeClr>
              </a:solidFill>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93" name="CuadroTexto 92">
                  <a:extLst>
                    <a:ext uri="{FF2B5EF4-FFF2-40B4-BE49-F238E27FC236}">
                      <a16:creationId xmlns:a16="http://schemas.microsoft.com/office/drawing/2014/main" id="{880FD08E-CF08-B5E6-5481-23006545F591}"/>
                    </a:ext>
                  </a:extLst>
                </p:cNvPr>
                <p:cNvSpPr txBox="1"/>
                <p:nvPr/>
              </p:nvSpPr>
              <p:spPr>
                <a:xfrm>
                  <a:off x="7514121" y="1756120"/>
                  <a:ext cx="508000"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s-AR" sz="1800" i="1" dirty="0" smtClean="0">
                                <a:latin typeface="Cambria Math" panose="02040503050406030204" pitchFamily="18" charset="0"/>
                                <a:cs typeface="Times New Roman" panose="02020603050405020304" pitchFamily="18" charset="0"/>
                              </a:rPr>
                            </m:ctrlPr>
                          </m:sSubPr>
                          <m:e>
                            <m:r>
                              <a:rPr lang="es-AR" sz="1800" b="0" i="1" dirty="0" smtClean="0">
                                <a:latin typeface="Cambria Math" panose="02040503050406030204" pitchFamily="18" charset="0"/>
                                <a:cs typeface="Times New Roman" panose="02020603050405020304" pitchFamily="18" charset="0"/>
                              </a:rPr>
                              <m:t>𝑋</m:t>
                            </m:r>
                          </m:e>
                          <m:sub>
                            <m:r>
                              <a:rPr lang="es-AR" sz="1800" b="0" i="1" dirty="0" smtClean="0">
                                <a:latin typeface="Cambria Math" panose="02040503050406030204" pitchFamily="18" charset="0"/>
                                <a:cs typeface="Times New Roman" panose="02020603050405020304" pitchFamily="18" charset="0"/>
                              </a:rPr>
                              <m:t>𝑡</m:t>
                            </m:r>
                          </m:sub>
                        </m:sSub>
                      </m:oMath>
                    </m:oMathPara>
                  </a14:m>
                  <a:endParaRPr lang="es-AR" i="1" dirty="0"/>
                </a:p>
              </p:txBody>
            </p:sp>
          </mc:Choice>
          <mc:Fallback xmlns="">
            <p:sp>
              <p:nvSpPr>
                <p:cNvPr id="93" name="CuadroTexto 92">
                  <a:extLst>
                    <a:ext uri="{FF2B5EF4-FFF2-40B4-BE49-F238E27FC236}">
                      <a16:creationId xmlns:a16="http://schemas.microsoft.com/office/drawing/2014/main" id="{880FD08E-CF08-B5E6-5481-23006545F591}"/>
                    </a:ext>
                  </a:extLst>
                </p:cNvPr>
                <p:cNvSpPr txBox="1">
                  <a:spLocks noRot="1" noChangeAspect="1" noMove="1" noResize="1" noEditPoints="1" noAdjustHandles="1" noChangeArrowheads="1" noChangeShapeType="1" noTextEdit="1"/>
                </p:cNvSpPr>
                <p:nvPr/>
              </p:nvSpPr>
              <p:spPr>
                <a:xfrm>
                  <a:off x="7514121" y="1756120"/>
                  <a:ext cx="508000" cy="369332"/>
                </a:xfrm>
                <a:prstGeom prst="rect">
                  <a:avLst/>
                </a:prstGeom>
                <a:blipFill>
                  <a:blip r:embed="rId6"/>
                  <a:stretch>
                    <a:fillRect/>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94" name="CuadroTexto 93">
                  <a:extLst>
                    <a:ext uri="{FF2B5EF4-FFF2-40B4-BE49-F238E27FC236}">
                      <a16:creationId xmlns:a16="http://schemas.microsoft.com/office/drawing/2014/main" id="{5A2D45BB-D63B-B45E-EF28-09B520A05234}"/>
                    </a:ext>
                  </a:extLst>
                </p:cNvPr>
                <p:cNvSpPr txBox="1"/>
                <p:nvPr/>
              </p:nvSpPr>
              <p:spPr>
                <a:xfrm>
                  <a:off x="10510520" y="3543825"/>
                  <a:ext cx="508000"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s-AR" sz="1800" i="1" dirty="0" smtClean="0">
                            <a:latin typeface="Cambria Math" panose="02040503050406030204" pitchFamily="18" charset="0"/>
                            <a:cs typeface="Times New Roman" panose="02020603050405020304" pitchFamily="18" charset="0"/>
                          </a:rPr>
                          <m:t>𝑡</m:t>
                        </m:r>
                      </m:oMath>
                    </m:oMathPara>
                  </a14:m>
                  <a:endParaRPr lang="es-AR" dirty="0"/>
                </a:p>
              </p:txBody>
            </p:sp>
          </mc:Choice>
          <mc:Fallback xmlns="">
            <p:sp>
              <p:nvSpPr>
                <p:cNvPr id="94" name="CuadroTexto 93">
                  <a:extLst>
                    <a:ext uri="{FF2B5EF4-FFF2-40B4-BE49-F238E27FC236}">
                      <a16:creationId xmlns:a16="http://schemas.microsoft.com/office/drawing/2014/main" id="{5A2D45BB-D63B-B45E-EF28-09B520A05234}"/>
                    </a:ext>
                  </a:extLst>
                </p:cNvPr>
                <p:cNvSpPr txBox="1">
                  <a:spLocks noRot="1" noChangeAspect="1" noMove="1" noResize="1" noEditPoints="1" noAdjustHandles="1" noChangeArrowheads="1" noChangeShapeType="1" noTextEdit="1"/>
                </p:cNvSpPr>
                <p:nvPr/>
              </p:nvSpPr>
              <p:spPr>
                <a:xfrm>
                  <a:off x="10510520" y="3543825"/>
                  <a:ext cx="508000" cy="369332"/>
                </a:xfrm>
                <a:prstGeom prst="rect">
                  <a:avLst/>
                </a:prstGeom>
                <a:blipFill>
                  <a:blip r:embed="rId7"/>
                  <a:stretch>
                    <a:fillRect/>
                  </a:stretch>
                </a:blipFill>
              </p:spPr>
              <p:txBody>
                <a:bodyPr/>
                <a:lstStyle/>
                <a:p>
                  <a:r>
                    <a:rPr lang="es-AR">
                      <a:noFill/>
                    </a:rPr>
                    <a:t> </a:t>
                  </a:r>
                </a:p>
              </p:txBody>
            </p:sp>
          </mc:Fallback>
        </mc:AlternateContent>
        <p:sp>
          <p:nvSpPr>
            <p:cNvPr id="95" name="Forma libre: forma 94">
              <a:extLst>
                <a:ext uri="{FF2B5EF4-FFF2-40B4-BE49-F238E27FC236}">
                  <a16:creationId xmlns:a16="http://schemas.microsoft.com/office/drawing/2014/main" id="{5B64C6E8-A90E-1C63-8277-D7C953181467}"/>
                </a:ext>
              </a:extLst>
            </p:cNvPr>
            <p:cNvSpPr/>
            <p:nvPr/>
          </p:nvSpPr>
          <p:spPr>
            <a:xfrm>
              <a:off x="8053704" y="2427709"/>
              <a:ext cx="2368761" cy="1116104"/>
            </a:xfrm>
            <a:custGeom>
              <a:avLst/>
              <a:gdLst>
                <a:gd name="csX0" fmla="*/ 0 w 622300"/>
                <a:gd name="csY0" fmla="*/ 0 h 200025"/>
                <a:gd name="csX1" fmla="*/ 195262 w 622300"/>
                <a:gd name="csY1" fmla="*/ 73025 h 200025"/>
                <a:gd name="csX2" fmla="*/ 622300 w 622300"/>
                <a:gd name="csY2" fmla="*/ 200025 h 200025"/>
              </a:gdLst>
              <a:ahLst/>
              <a:cxnLst>
                <a:cxn ang="0">
                  <a:pos x="csX0" y="csY0"/>
                </a:cxn>
                <a:cxn ang="0">
                  <a:pos x="csX1" y="csY1"/>
                </a:cxn>
                <a:cxn ang="0">
                  <a:pos x="csX2" y="csY2"/>
                </a:cxn>
              </a:cxnLst>
              <a:rect l="l" t="t" r="r" b="b"/>
              <a:pathLst>
                <a:path w="622300" h="200025">
                  <a:moveTo>
                    <a:pt x="0" y="0"/>
                  </a:moveTo>
                  <a:lnTo>
                    <a:pt x="195262" y="73025"/>
                  </a:lnTo>
                  <a:lnTo>
                    <a:pt x="622300" y="200025"/>
                  </a:lnTo>
                </a:path>
              </a:pathLst>
            </a:cu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AR"/>
            </a:p>
          </p:txBody>
        </p:sp>
      </p:grpSp>
    </p:spTree>
    <p:extLst>
      <p:ext uri="{BB962C8B-B14F-4D97-AF65-F5344CB8AC3E}">
        <p14:creationId xmlns:p14="http://schemas.microsoft.com/office/powerpoint/2010/main" val="45131100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47D967-462C-881D-EE76-BB48E1BF456A}"/>
            </a:ext>
          </a:extLst>
        </p:cNvPr>
        <p:cNvGrpSpPr/>
        <p:nvPr/>
      </p:nvGrpSpPr>
      <p:grpSpPr>
        <a:xfrm>
          <a:off x="0" y="0"/>
          <a:ext cx="0" cy="0"/>
          <a:chOff x="0" y="0"/>
          <a:chExt cx="0" cy="0"/>
        </a:xfrm>
      </p:grpSpPr>
      <p:cxnSp>
        <p:nvCxnSpPr>
          <p:cNvPr id="14" name="Conector recto 13">
            <a:extLst>
              <a:ext uri="{FF2B5EF4-FFF2-40B4-BE49-F238E27FC236}">
                <a16:creationId xmlns:a16="http://schemas.microsoft.com/office/drawing/2014/main" id="{F26469AF-04F8-F4C8-36BB-AE11877E2A90}"/>
              </a:ext>
            </a:extLst>
          </p:cNvPr>
          <p:cNvCxnSpPr>
            <a:cxnSpLocks/>
          </p:cNvCxnSpPr>
          <p:nvPr/>
        </p:nvCxnSpPr>
        <p:spPr>
          <a:xfrm>
            <a:off x="1895144" y="1795299"/>
            <a:ext cx="0" cy="3600000"/>
          </a:xfrm>
          <a:prstGeom prst="line">
            <a:avLst/>
          </a:prstGeom>
        </p:spPr>
        <p:style>
          <a:lnRef idx="2">
            <a:schemeClr val="accent1"/>
          </a:lnRef>
          <a:fillRef idx="0">
            <a:schemeClr val="accent1"/>
          </a:fillRef>
          <a:effectRef idx="1">
            <a:schemeClr val="accent1"/>
          </a:effectRef>
          <a:fontRef idx="minor">
            <a:schemeClr val="tx1"/>
          </a:fontRef>
        </p:style>
      </p:cxnSp>
      <p:cxnSp>
        <p:nvCxnSpPr>
          <p:cNvPr id="15" name="Conector recto 14">
            <a:extLst>
              <a:ext uri="{FF2B5EF4-FFF2-40B4-BE49-F238E27FC236}">
                <a16:creationId xmlns:a16="http://schemas.microsoft.com/office/drawing/2014/main" id="{10BA836D-F73F-5D9A-A821-288CD76E1679}"/>
              </a:ext>
            </a:extLst>
          </p:cNvPr>
          <p:cNvCxnSpPr>
            <a:cxnSpLocks/>
          </p:cNvCxnSpPr>
          <p:nvPr/>
        </p:nvCxnSpPr>
        <p:spPr>
          <a:xfrm>
            <a:off x="192074" y="1795299"/>
            <a:ext cx="3600000"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18" name="Conector recto 17">
            <a:extLst>
              <a:ext uri="{FF2B5EF4-FFF2-40B4-BE49-F238E27FC236}">
                <a16:creationId xmlns:a16="http://schemas.microsoft.com/office/drawing/2014/main" id="{84AD871F-40E8-5D1E-05CE-94AC2323C42A}"/>
              </a:ext>
            </a:extLst>
          </p:cNvPr>
          <p:cNvCxnSpPr>
            <a:cxnSpLocks/>
          </p:cNvCxnSpPr>
          <p:nvPr/>
        </p:nvCxnSpPr>
        <p:spPr>
          <a:xfrm>
            <a:off x="5956604" y="1795299"/>
            <a:ext cx="0" cy="3600000"/>
          </a:xfrm>
          <a:prstGeom prst="line">
            <a:avLst/>
          </a:prstGeom>
          <a:ln>
            <a:solidFill>
              <a:schemeClr val="accent2"/>
            </a:solidFill>
          </a:ln>
        </p:spPr>
        <p:style>
          <a:lnRef idx="2">
            <a:schemeClr val="accent1"/>
          </a:lnRef>
          <a:fillRef idx="0">
            <a:schemeClr val="accent1"/>
          </a:fillRef>
          <a:effectRef idx="1">
            <a:schemeClr val="accent1"/>
          </a:effectRef>
          <a:fontRef idx="minor">
            <a:schemeClr val="tx1"/>
          </a:fontRef>
        </p:style>
      </p:cxnSp>
      <p:cxnSp>
        <p:nvCxnSpPr>
          <p:cNvPr id="21" name="Conector recto 20">
            <a:extLst>
              <a:ext uri="{FF2B5EF4-FFF2-40B4-BE49-F238E27FC236}">
                <a16:creationId xmlns:a16="http://schemas.microsoft.com/office/drawing/2014/main" id="{8298EB94-954C-45F1-E252-FD6B79228657}"/>
              </a:ext>
            </a:extLst>
          </p:cNvPr>
          <p:cNvCxnSpPr>
            <a:cxnSpLocks/>
          </p:cNvCxnSpPr>
          <p:nvPr/>
        </p:nvCxnSpPr>
        <p:spPr>
          <a:xfrm>
            <a:off x="4253534" y="1795299"/>
            <a:ext cx="3600000" cy="0"/>
          </a:xfrm>
          <a:prstGeom prst="line">
            <a:avLst/>
          </a:prstGeom>
          <a:ln>
            <a:solidFill>
              <a:schemeClr val="accent2"/>
            </a:solidFill>
          </a:ln>
        </p:spPr>
        <p:style>
          <a:lnRef idx="2">
            <a:schemeClr val="accent1"/>
          </a:lnRef>
          <a:fillRef idx="0">
            <a:schemeClr val="accent1"/>
          </a:fillRef>
          <a:effectRef idx="1">
            <a:schemeClr val="accent1"/>
          </a:effectRef>
          <a:fontRef idx="minor">
            <a:schemeClr val="tx1"/>
          </a:fontRef>
        </p:style>
      </p:cxnSp>
      <p:cxnSp>
        <p:nvCxnSpPr>
          <p:cNvPr id="22" name="Conector recto 21">
            <a:extLst>
              <a:ext uri="{FF2B5EF4-FFF2-40B4-BE49-F238E27FC236}">
                <a16:creationId xmlns:a16="http://schemas.microsoft.com/office/drawing/2014/main" id="{1C7930A6-7700-EAB4-37C0-E60DE5EEB302}"/>
              </a:ext>
            </a:extLst>
          </p:cNvPr>
          <p:cNvCxnSpPr>
            <a:cxnSpLocks/>
          </p:cNvCxnSpPr>
          <p:nvPr/>
        </p:nvCxnSpPr>
        <p:spPr>
          <a:xfrm>
            <a:off x="10059974" y="1795299"/>
            <a:ext cx="0" cy="3600000"/>
          </a:xfrm>
          <a:prstGeom prst="line">
            <a:avLst/>
          </a:prstGeom>
          <a:ln>
            <a:solidFill>
              <a:schemeClr val="accent6"/>
            </a:solidFill>
          </a:ln>
        </p:spPr>
        <p:style>
          <a:lnRef idx="2">
            <a:schemeClr val="accent1"/>
          </a:lnRef>
          <a:fillRef idx="0">
            <a:schemeClr val="accent1"/>
          </a:fillRef>
          <a:effectRef idx="1">
            <a:schemeClr val="accent1"/>
          </a:effectRef>
          <a:fontRef idx="minor">
            <a:schemeClr val="tx1"/>
          </a:fontRef>
        </p:style>
      </p:cxnSp>
      <p:cxnSp>
        <p:nvCxnSpPr>
          <p:cNvPr id="23" name="Conector recto 22">
            <a:extLst>
              <a:ext uri="{FF2B5EF4-FFF2-40B4-BE49-F238E27FC236}">
                <a16:creationId xmlns:a16="http://schemas.microsoft.com/office/drawing/2014/main" id="{652C7F8E-ADCA-2AFB-672F-D3A7884D500F}"/>
              </a:ext>
            </a:extLst>
          </p:cNvPr>
          <p:cNvCxnSpPr>
            <a:cxnSpLocks/>
          </p:cNvCxnSpPr>
          <p:nvPr/>
        </p:nvCxnSpPr>
        <p:spPr>
          <a:xfrm>
            <a:off x="8356904" y="1795299"/>
            <a:ext cx="3600000" cy="0"/>
          </a:xfrm>
          <a:prstGeom prst="line">
            <a:avLst/>
          </a:prstGeom>
          <a:ln>
            <a:solidFill>
              <a:schemeClr val="accent6"/>
            </a:solidFill>
          </a:ln>
        </p:spPr>
        <p:style>
          <a:lnRef idx="2">
            <a:schemeClr val="accent1"/>
          </a:lnRef>
          <a:fillRef idx="0">
            <a:schemeClr val="accent1"/>
          </a:fillRef>
          <a:effectRef idx="1">
            <a:schemeClr val="accent1"/>
          </a:effectRef>
          <a:fontRef idx="minor">
            <a:schemeClr val="tx1"/>
          </a:fontRef>
        </p:style>
      </p:cxnSp>
      <p:sp>
        <p:nvSpPr>
          <p:cNvPr id="24" name="CuadroTexto 23">
            <a:extLst>
              <a:ext uri="{FF2B5EF4-FFF2-40B4-BE49-F238E27FC236}">
                <a16:creationId xmlns:a16="http://schemas.microsoft.com/office/drawing/2014/main" id="{8C8D909E-377F-AE2C-4FDC-505AA959D3E2}"/>
              </a:ext>
            </a:extLst>
          </p:cNvPr>
          <p:cNvSpPr txBox="1"/>
          <p:nvPr/>
        </p:nvSpPr>
        <p:spPr>
          <a:xfrm>
            <a:off x="828588" y="1287211"/>
            <a:ext cx="2133112" cy="461665"/>
          </a:xfrm>
          <a:prstGeom prst="rect">
            <a:avLst/>
          </a:prstGeom>
          <a:noFill/>
        </p:spPr>
        <p:txBody>
          <a:bodyPr wrap="square" rtlCol="0">
            <a:spAutoFit/>
          </a:bodyPr>
          <a:lstStyle/>
          <a:p>
            <a:pPr algn="ctr"/>
            <a:r>
              <a:rPr lang="es-AR" sz="2400" dirty="0"/>
              <a:t>Banco central</a:t>
            </a:r>
          </a:p>
        </p:txBody>
      </p:sp>
      <p:sp>
        <p:nvSpPr>
          <p:cNvPr id="25" name="CuadroTexto 24">
            <a:extLst>
              <a:ext uri="{FF2B5EF4-FFF2-40B4-BE49-F238E27FC236}">
                <a16:creationId xmlns:a16="http://schemas.microsoft.com/office/drawing/2014/main" id="{A51F9882-BBA3-F6C2-1F96-87513E46D4BC}"/>
              </a:ext>
            </a:extLst>
          </p:cNvPr>
          <p:cNvSpPr txBox="1"/>
          <p:nvPr/>
        </p:nvSpPr>
        <p:spPr>
          <a:xfrm>
            <a:off x="4890048" y="1287211"/>
            <a:ext cx="2133112" cy="461665"/>
          </a:xfrm>
          <a:prstGeom prst="rect">
            <a:avLst/>
          </a:prstGeom>
          <a:noFill/>
        </p:spPr>
        <p:txBody>
          <a:bodyPr wrap="square" rtlCol="0">
            <a:spAutoFit/>
          </a:bodyPr>
          <a:lstStyle/>
          <a:p>
            <a:pPr algn="ctr"/>
            <a:r>
              <a:rPr lang="es-AR" sz="2400" dirty="0"/>
              <a:t>Bancos</a:t>
            </a:r>
          </a:p>
        </p:txBody>
      </p:sp>
      <p:sp>
        <p:nvSpPr>
          <p:cNvPr id="26" name="CuadroTexto 25">
            <a:extLst>
              <a:ext uri="{FF2B5EF4-FFF2-40B4-BE49-F238E27FC236}">
                <a16:creationId xmlns:a16="http://schemas.microsoft.com/office/drawing/2014/main" id="{C030DBFB-3D3B-D419-CBC8-5CF620BEB9FA}"/>
              </a:ext>
            </a:extLst>
          </p:cNvPr>
          <p:cNvSpPr txBox="1"/>
          <p:nvPr/>
        </p:nvSpPr>
        <p:spPr>
          <a:xfrm>
            <a:off x="8993418" y="1287211"/>
            <a:ext cx="2133112" cy="461665"/>
          </a:xfrm>
          <a:prstGeom prst="rect">
            <a:avLst/>
          </a:prstGeom>
          <a:noFill/>
        </p:spPr>
        <p:txBody>
          <a:bodyPr wrap="square" rtlCol="0">
            <a:spAutoFit/>
          </a:bodyPr>
          <a:lstStyle/>
          <a:p>
            <a:pPr algn="ctr"/>
            <a:r>
              <a:rPr lang="es-AR" sz="2400" dirty="0"/>
              <a:t>Depositantes</a:t>
            </a:r>
          </a:p>
        </p:txBody>
      </p:sp>
      <mc:AlternateContent xmlns:mc="http://schemas.openxmlformats.org/markup-compatibility/2006" xmlns:a14="http://schemas.microsoft.com/office/drawing/2010/main">
        <mc:Choice Requires="a14">
          <p:sp>
            <p:nvSpPr>
              <p:cNvPr id="5" name="CuadroTexto 4">
                <a:extLst>
                  <a:ext uri="{FF2B5EF4-FFF2-40B4-BE49-F238E27FC236}">
                    <a16:creationId xmlns:a16="http://schemas.microsoft.com/office/drawing/2014/main" id="{7E84AE9E-33D0-813D-0A9A-DD715BB5D9A7}"/>
                  </a:ext>
                </a:extLst>
              </p:cNvPr>
              <p:cNvSpPr txBox="1"/>
              <p:nvPr/>
            </p:nvSpPr>
            <p:spPr>
              <a:xfrm>
                <a:off x="8436477" y="2351458"/>
                <a:ext cx="898644" cy="369332"/>
              </a:xfrm>
              <a:prstGeom prst="rect">
                <a:avLst/>
              </a:prstGeom>
              <a:noFill/>
            </p:spPr>
            <p:txBody>
              <a:bodyPr wrap="none" rtlCol="0">
                <a:spAutoFit/>
              </a:bodyPr>
              <a:lstStyle/>
              <a:p>
                <a14:m>
                  <m:oMath xmlns:m="http://schemas.openxmlformats.org/officeDocument/2006/math">
                    <m:r>
                      <a:rPr lang="es-AR" i="1" dirty="0" smtClean="0">
                        <a:latin typeface="Cambria Math" panose="02040503050406030204" pitchFamily="18" charset="0"/>
                      </a:rPr>
                      <m:t>𝐷</m:t>
                    </m:r>
                  </m:oMath>
                </a14:m>
                <a:r>
                  <a:rPr lang="es-AR" dirty="0"/>
                  <a:t>, + 90</a:t>
                </a:r>
              </a:p>
            </p:txBody>
          </p:sp>
        </mc:Choice>
        <mc:Fallback xmlns="">
          <p:sp>
            <p:nvSpPr>
              <p:cNvPr id="5" name="CuadroTexto 4">
                <a:extLst>
                  <a:ext uri="{FF2B5EF4-FFF2-40B4-BE49-F238E27FC236}">
                    <a16:creationId xmlns:a16="http://schemas.microsoft.com/office/drawing/2014/main" id="{7E84AE9E-33D0-813D-0A9A-DD715BB5D9A7}"/>
                  </a:ext>
                </a:extLst>
              </p:cNvPr>
              <p:cNvSpPr txBox="1">
                <a:spLocks noRot="1" noChangeAspect="1" noMove="1" noResize="1" noEditPoints="1" noAdjustHandles="1" noChangeArrowheads="1" noChangeShapeType="1" noTextEdit="1"/>
              </p:cNvSpPr>
              <p:nvPr/>
            </p:nvSpPr>
            <p:spPr>
              <a:xfrm>
                <a:off x="8436477" y="2351458"/>
                <a:ext cx="898644" cy="369332"/>
              </a:xfrm>
              <a:prstGeom prst="rect">
                <a:avLst/>
              </a:prstGeom>
              <a:blipFill>
                <a:blip r:embed="rId3"/>
                <a:stretch>
                  <a:fillRect t="-8333" r="-6122" b="-28333"/>
                </a:stretch>
              </a:blipFill>
            </p:spPr>
            <p:txBody>
              <a:bodyPr/>
              <a:lstStyle/>
              <a:p>
                <a:r>
                  <a:rPr lang="es-AR">
                    <a:noFill/>
                  </a:rPr>
                  <a:t> </a:t>
                </a:r>
              </a:p>
            </p:txBody>
          </p:sp>
        </mc:Fallback>
      </mc:AlternateContent>
      <p:sp>
        <p:nvSpPr>
          <p:cNvPr id="7" name="CuadroTexto 6">
            <a:extLst>
              <a:ext uri="{FF2B5EF4-FFF2-40B4-BE49-F238E27FC236}">
                <a16:creationId xmlns:a16="http://schemas.microsoft.com/office/drawing/2014/main" id="{6CB5B65F-3791-3E46-735D-4CC6661F236A}"/>
              </a:ext>
            </a:extLst>
          </p:cNvPr>
          <p:cNvSpPr txBox="1"/>
          <p:nvPr/>
        </p:nvSpPr>
        <p:spPr>
          <a:xfrm>
            <a:off x="192074" y="1938355"/>
            <a:ext cx="1141659" cy="369332"/>
          </a:xfrm>
          <a:prstGeom prst="rect">
            <a:avLst/>
          </a:prstGeom>
          <a:noFill/>
        </p:spPr>
        <p:txBody>
          <a:bodyPr wrap="none" rtlCol="0">
            <a:spAutoFit/>
          </a:bodyPr>
          <a:lstStyle/>
          <a:p>
            <a:r>
              <a:rPr lang="es-AR" i="1" dirty="0"/>
              <a:t>TP</a:t>
            </a:r>
            <a:r>
              <a:rPr lang="es-AR" dirty="0"/>
              <a:t>, + 100</a:t>
            </a:r>
          </a:p>
        </p:txBody>
      </p:sp>
      <mc:AlternateContent xmlns:mc="http://schemas.openxmlformats.org/markup-compatibility/2006" xmlns:a14="http://schemas.microsoft.com/office/drawing/2010/main">
        <mc:Choice Requires="a14">
          <p:sp>
            <p:nvSpPr>
              <p:cNvPr id="34" name="CuadroTexto 33">
                <a:extLst>
                  <a:ext uri="{FF2B5EF4-FFF2-40B4-BE49-F238E27FC236}">
                    <a16:creationId xmlns:a16="http://schemas.microsoft.com/office/drawing/2014/main" id="{A3D36964-CE20-89B5-E367-2A344A8674CB}"/>
                  </a:ext>
                </a:extLst>
              </p:cNvPr>
              <p:cNvSpPr txBox="1"/>
              <p:nvPr/>
            </p:nvSpPr>
            <p:spPr>
              <a:xfrm>
                <a:off x="6171259" y="1934056"/>
                <a:ext cx="898644" cy="369332"/>
              </a:xfrm>
              <a:prstGeom prst="rect">
                <a:avLst/>
              </a:prstGeom>
              <a:noFill/>
            </p:spPr>
            <p:txBody>
              <a:bodyPr wrap="none" rtlCol="0">
                <a:spAutoFit/>
              </a:bodyPr>
              <a:lstStyle/>
              <a:p>
                <a14:m>
                  <m:oMath xmlns:m="http://schemas.openxmlformats.org/officeDocument/2006/math">
                    <m:r>
                      <a:rPr lang="es-AR" i="1" dirty="0" smtClean="0">
                        <a:latin typeface="Cambria Math" panose="02040503050406030204" pitchFamily="18" charset="0"/>
                      </a:rPr>
                      <m:t>𝐷</m:t>
                    </m:r>
                  </m:oMath>
                </a14:m>
                <a:r>
                  <a:rPr lang="es-AR" dirty="0"/>
                  <a:t>, + 90</a:t>
                </a:r>
              </a:p>
            </p:txBody>
          </p:sp>
        </mc:Choice>
        <mc:Fallback xmlns="">
          <p:sp>
            <p:nvSpPr>
              <p:cNvPr id="34" name="CuadroTexto 33">
                <a:extLst>
                  <a:ext uri="{FF2B5EF4-FFF2-40B4-BE49-F238E27FC236}">
                    <a16:creationId xmlns:a16="http://schemas.microsoft.com/office/drawing/2014/main" id="{A3D36964-CE20-89B5-E367-2A344A8674CB}"/>
                  </a:ext>
                </a:extLst>
              </p:cNvPr>
              <p:cNvSpPr txBox="1">
                <a:spLocks noRot="1" noChangeAspect="1" noMove="1" noResize="1" noEditPoints="1" noAdjustHandles="1" noChangeArrowheads="1" noChangeShapeType="1" noTextEdit="1"/>
              </p:cNvSpPr>
              <p:nvPr/>
            </p:nvSpPr>
            <p:spPr>
              <a:xfrm>
                <a:off x="6171259" y="1934056"/>
                <a:ext cx="898644" cy="369332"/>
              </a:xfrm>
              <a:prstGeom prst="rect">
                <a:avLst/>
              </a:prstGeom>
              <a:blipFill>
                <a:blip r:embed="rId4"/>
                <a:stretch>
                  <a:fillRect t="-6557" r="-6081" b="-26230"/>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36" name="CuadroTexto 35">
                <a:extLst>
                  <a:ext uri="{FF2B5EF4-FFF2-40B4-BE49-F238E27FC236}">
                    <a16:creationId xmlns:a16="http://schemas.microsoft.com/office/drawing/2014/main" id="{FF50C2C7-6155-A0BB-235D-92BE699D67CA}"/>
                  </a:ext>
                </a:extLst>
              </p:cNvPr>
              <p:cNvSpPr txBox="1"/>
              <p:nvPr/>
            </p:nvSpPr>
            <p:spPr>
              <a:xfrm>
                <a:off x="4362493" y="1934056"/>
                <a:ext cx="764953" cy="369332"/>
              </a:xfrm>
              <a:prstGeom prst="rect">
                <a:avLst/>
              </a:prstGeom>
              <a:noFill/>
            </p:spPr>
            <p:txBody>
              <a:bodyPr wrap="none" rtlCol="0">
                <a:spAutoFit/>
              </a:bodyPr>
              <a:lstStyle/>
              <a:p>
                <a14:m>
                  <m:oMath xmlns:m="http://schemas.openxmlformats.org/officeDocument/2006/math">
                    <m:r>
                      <a:rPr lang="es-AR" i="1" dirty="0" smtClean="0">
                        <a:latin typeface="Cambria Math" panose="02040503050406030204" pitchFamily="18" charset="0"/>
                      </a:rPr>
                      <m:t>𝑅</m:t>
                    </m:r>
                  </m:oMath>
                </a14:m>
                <a:r>
                  <a:rPr lang="es-AR" dirty="0"/>
                  <a:t>, + 9</a:t>
                </a:r>
              </a:p>
            </p:txBody>
          </p:sp>
        </mc:Choice>
        <mc:Fallback xmlns="">
          <p:sp>
            <p:nvSpPr>
              <p:cNvPr id="36" name="CuadroTexto 35">
                <a:extLst>
                  <a:ext uri="{FF2B5EF4-FFF2-40B4-BE49-F238E27FC236}">
                    <a16:creationId xmlns:a16="http://schemas.microsoft.com/office/drawing/2014/main" id="{FF50C2C7-6155-A0BB-235D-92BE699D67CA}"/>
                  </a:ext>
                </a:extLst>
              </p:cNvPr>
              <p:cNvSpPr txBox="1">
                <a:spLocks noRot="1" noChangeAspect="1" noMove="1" noResize="1" noEditPoints="1" noAdjustHandles="1" noChangeArrowheads="1" noChangeShapeType="1" noTextEdit="1"/>
              </p:cNvSpPr>
              <p:nvPr/>
            </p:nvSpPr>
            <p:spPr>
              <a:xfrm>
                <a:off x="4362493" y="1934056"/>
                <a:ext cx="764953" cy="369332"/>
              </a:xfrm>
              <a:prstGeom prst="rect">
                <a:avLst/>
              </a:prstGeom>
              <a:blipFill>
                <a:blip r:embed="rId5"/>
                <a:stretch>
                  <a:fillRect t="-6557" r="-6400" b="-26230"/>
                </a:stretch>
              </a:blipFill>
            </p:spPr>
            <p:txBody>
              <a:bodyPr/>
              <a:lstStyle/>
              <a:p>
                <a:r>
                  <a:rPr lang="es-AR">
                    <a:noFill/>
                  </a:rPr>
                  <a:t> </a:t>
                </a:r>
              </a:p>
            </p:txBody>
          </p:sp>
        </mc:Fallback>
      </mc:AlternateContent>
      <p:sp>
        <p:nvSpPr>
          <p:cNvPr id="40" name="CuadroTexto 39">
            <a:extLst>
              <a:ext uri="{FF2B5EF4-FFF2-40B4-BE49-F238E27FC236}">
                <a16:creationId xmlns:a16="http://schemas.microsoft.com/office/drawing/2014/main" id="{C08DA9A7-2751-1333-5D8F-73ACEA5694F9}"/>
              </a:ext>
            </a:extLst>
          </p:cNvPr>
          <p:cNvSpPr txBox="1"/>
          <p:nvPr/>
        </p:nvSpPr>
        <p:spPr>
          <a:xfrm>
            <a:off x="8436477" y="1938355"/>
            <a:ext cx="1096775" cy="369332"/>
          </a:xfrm>
          <a:prstGeom prst="rect">
            <a:avLst/>
          </a:prstGeom>
          <a:noFill/>
        </p:spPr>
        <p:txBody>
          <a:bodyPr wrap="none" rtlCol="0">
            <a:spAutoFit/>
          </a:bodyPr>
          <a:lstStyle/>
          <a:p>
            <a:r>
              <a:rPr lang="es-AR" i="1" dirty="0"/>
              <a:t>TP</a:t>
            </a:r>
            <a:r>
              <a:rPr lang="es-AR" dirty="0"/>
              <a:t>, - 100</a:t>
            </a:r>
          </a:p>
        </p:txBody>
      </p:sp>
      <mc:AlternateContent xmlns:mc="http://schemas.openxmlformats.org/markup-compatibility/2006" xmlns:a14="http://schemas.microsoft.com/office/drawing/2010/main">
        <mc:Choice Requires="a14">
          <p:sp>
            <p:nvSpPr>
              <p:cNvPr id="50" name="CuadroTexto 49">
                <a:extLst>
                  <a:ext uri="{FF2B5EF4-FFF2-40B4-BE49-F238E27FC236}">
                    <a16:creationId xmlns:a16="http://schemas.microsoft.com/office/drawing/2014/main" id="{DE8BEF2D-16E6-58E9-D908-A62254BBBEEC}"/>
                  </a:ext>
                </a:extLst>
              </p:cNvPr>
              <p:cNvSpPr txBox="1"/>
              <p:nvPr/>
            </p:nvSpPr>
            <p:spPr>
              <a:xfrm>
                <a:off x="2453698" y="4593494"/>
                <a:ext cx="125034"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s-AR" i="1" smtClean="0">
                          <a:latin typeface="Cambria Math" panose="02040503050406030204" pitchFamily="18" charset="0"/>
                        </a:rPr>
                        <m:t>⋮</m:t>
                      </m:r>
                    </m:oMath>
                  </m:oMathPara>
                </a14:m>
                <a:endParaRPr lang="es-AR" dirty="0"/>
              </a:p>
            </p:txBody>
          </p:sp>
        </mc:Choice>
        <mc:Fallback xmlns="">
          <p:sp>
            <p:nvSpPr>
              <p:cNvPr id="50" name="CuadroTexto 49">
                <a:extLst>
                  <a:ext uri="{FF2B5EF4-FFF2-40B4-BE49-F238E27FC236}">
                    <a16:creationId xmlns:a16="http://schemas.microsoft.com/office/drawing/2014/main" id="{DE8BEF2D-16E6-58E9-D908-A62254BBBEEC}"/>
                  </a:ext>
                </a:extLst>
              </p:cNvPr>
              <p:cNvSpPr txBox="1">
                <a:spLocks noRot="1" noChangeAspect="1" noMove="1" noResize="1" noEditPoints="1" noAdjustHandles="1" noChangeArrowheads="1" noChangeShapeType="1" noTextEdit="1"/>
              </p:cNvSpPr>
              <p:nvPr/>
            </p:nvSpPr>
            <p:spPr>
              <a:xfrm>
                <a:off x="2453698" y="4593494"/>
                <a:ext cx="125034" cy="276999"/>
              </a:xfrm>
              <a:prstGeom prst="rect">
                <a:avLst/>
              </a:prstGeom>
              <a:blipFill>
                <a:blip r:embed="rId6"/>
                <a:stretch>
                  <a:fillRect l="-45000" r="-45000" b="-6667"/>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64" name="CuadroTexto 63">
                <a:extLst>
                  <a:ext uri="{FF2B5EF4-FFF2-40B4-BE49-F238E27FC236}">
                    <a16:creationId xmlns:a16="http://schemas.microsoft.com/office/drawing/2014/main" id="{FDB35B59-4050-D243-B3E3-F1C0FC1B5FB8}"/>
                  </a:ext>
                </a:extLst>
              </p:cNvPr>
              <p:cNvSpPr txBox="1"/>
              <p:nvPr/>
            </p:nvSpPr>
            <p:spPr>
              <a:xfrm>
                <a:off x="8436477" y="2724476"/>
                <a:ext cx="982898" cy="394019"/>
              </a:xfrm>
              <a:prstGeom prst="rect">
                <a:avLst/>
              </a:prstGeom>
              <a:noFill/>
            </p:spPr>
            <p:txBody>
              <a:bodyPr wrap="none" rtlCol="0">
                <a:spAutoFit/>
              </a:bodyPr>
              <a:lstStyle/>
              <a:p>
                <a14:m>
                  <m:oMath xmlns:m="http://schemas.openxmlformats.org/officeDocument/2006/math">
                    <m:sSub>
                      <m:sSubPr>
                        <m:ctrlPr>
                          <a:rPr lang="es-AR" i="1" dirty="0" smtClean="0">
                            <a:latin typeface="Cambria Math" panose="02040503050406030204" pitchFamily="18" charset="0"/>
                          </a:rPr>
                        </m:ctrlPr>
                      </m:sSubPr>
                      <m:e>
                        <m:r>
                          <a:rPr lang="es-AR" b="0" i="1" dirty="0" smtClean="0">
                            <a:latin typeface="Cambria Math" panose="02040503050406030204" pitchFamily="18" charset="0"/>
                          </a:rPr>
                          <m:t>𝐶</m:t>
                        </m:r>
                      </m:e>
                      <m:sub>
                        <m:r>
                          <a:rPr lang="es-AR" b="0" i="1" dirty="0" smtClean="0">
                            <a:latin typeface="Cambria Math" panose="02040503050406030204" pitchFamily="18" charset="0"/>
                          </a:rPr>
                          <m:t>𝑝</m:t>
                        </m:r>
                      </m:sub>
                    </m:sSub>
                  </m:oMath>
                </a14:m>
                <a:r>
                  <a:rPr lang="es-AR" dirty="0"/>
                  <a:t>, + 10</a:t>
                </a:r>
              </a:p>
            </p:txBody>
          </p:sp>
        </mc:Choice>
        <mc:Fallback xmlns="">
          <p:sp>
            <p:nvSpPr>
              <p:cNvPr id="64" name="CuadroTexto 63">
                <a:extLst>
                  <a:ext uri="{FF2B5EF4-FFF2-40B4-BE49-F238E27FC236}">
                    <a16:creationId xmlns:a16="http://schemas.microsoft.com/office/drawing/2014/main" id="{FDB35B59-4050-D243-B3E3-F1C0FC1B5FB8}"/>
                  </a:ext>
                </a:extLst>
              </p:cNvPr>
              <p:cNvSpPr txBox="1">
                <a:spLocks noRot="1" noChangeAspect="1" noMove="1" noResize="1" noEditPoints="1" noAdjustHandles="1" noChangeArrowheads="1" noChangeShapeType="1" noTextEdit="1"/>
              </p:cNvSpPr>
              <p:nvPr/>
            </p:nvSpPr>
            <p:spPr>
              <a:xfrm>
                <a:off x="8436477" y="2724476"/>
                <a:ext cx="982898" cy="394019"/>
              </a:xfrm>
              <a:prstGeom prst="rect">
                <a:avLst/>
              </a:prstGeom>
              <a:blipFill>
                <a:blip r:embed="rId7"/>
                <a:stretch>
                  <a:fillRect t="-6154" r="-4348" b="-20000"/>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2" name="CuadroTexto 1">
                <a:extLst>
                  <a:ext uri="{FF2B5EF4-FFF2-40B4-BE49-F238E27FC236}">
                    <a16:creationId xmlns:a16="http://schemas.microsoft.com/office/drawing/2014/main" id="{86A1AEE7-7F3B-5E16-DA2B-BEA4558822B0}"/>
                  </a:ext>
                </a:extLst>
              </p:cNvPr>
              <p:cNvSpPr txBox="1"/>
              <p:nvPr/>
            </p:nvSpPr>
            <p:spPr>
              <a:xfrm>
                <a:off x="8436477" y="3118495"/>
                <a:ext cx="1098699" cy="369332"/>
              </a:xfrm>
              <a:prstGeom prst="rect">
                <a:avLst/>
              </a:prstGeom>
              <a:noFill/>
            </p:spPr>
            <p:txBody>
              <a:bodyPr wrap="none" rtlCol="0">
                <a:spAutoFit/>
              </a:bodyPr>
              <a:lstStyle/>
              <a:p>
                <a14:m>
                  <m:oMath xmlns:m="http://schemas.openxmlformats.org/officeDocument/2006/math">
                    <m:r>
                      <a:rPr lang="es-AR" i="1" dirty="0" smtClean="0">
                        <a:solidFill>
                          <a:schemeClr val="tx1"/>
                        </a:solidFill>
                        <a:latin typeface="Cambria Math" panose="02040503050406030204" pitchFamily="18" charset="0"/>
                      </a:rPr>
                      <m:t>𝐷</m:t>
                    </m:r>
                  </m:oMath>
                </a14:m>
                <a:r>
                  <a:rPr lang="es-AR" dirty="0">
                    <a:solidFill>
                      <a:schemeClr val="tx1"/>
                    </a:solidFill>
                  </a:rPr>
                  <a:t>, + 72,9</a:t>
                </a:r>
              </a:p>
            </p:txBody>
          </p:sp>
        </mc:Choice>
        <mc:Fallback xmlns="">
          <p:sp>
            <p:nvSpPr>
              <p:cNvPr id="2" name="CuadroTexto 1">
                <a:extLst>
                  <a:ext uri="{FF2B5EF4-FFF2-40B4-BE49-F238E27FC236}">
                    <a16:creationId xmlns:a16="http://schemas.microsoft.com/office/drawing/2014/main" id="{86A1AEE7-7F3B-5E16-DA2B-BEA4558822B0}"/>
                  </a:ext>
                </a:extLst>
              </p:cNvPr>
              <p:cNvSpPr txBox="1">
                <a:spLocks noRot="1" noChangeAspect="1" noMove="1" noResize="1" noEditPoints="1" noAdjustHandles="1" noChangeArrowheads="1" noChangeShapeType="1" noTextEdit="1"/>
              </p:cNvSpPr>
              <p:nvPr/>
            </p:nvSpPr>
            <p:spPr>
              <a:xfrm>
                <a:off x="8436477" y="3118495"/>
                <a:ext cx="1098699" cy="369332"/>
              </a:xfrm>
              <a:prstGeom prst="rect">
                <a:avLst/>
              </a:prstGeom>
              <a:blipFill>
                <a:blip r:embed="rId8"/>
                <a:stretch>
                  <a:fillRect t="-8333" r="-4444" b="-28333"/>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3" name="CuadroTexto 2">
                <a:extLst>
                  <a:ext uri="{FF2B5EF4-FFF2-40B4-BE49-F238E27FC236}">
                    <a16:creationId xmlns:a16="http://schemas.microsoft.com/office/drawing/2014/main" id="{B45BED63-5AFC-2012-449E-F512A161944B}"/>
                  </a:ext>
                </a:extLst>
              </p:cNvPr>
              <p:cNvSpPr txBox="1"/>
              <p:nvPr/>
            </p:nvSpPr>
            <p:spPr>
              <a:xfrm>
                <a:off x="8436477" y="3491513"/>
                <a:ext cx="1046761" cy="390748"/>
              </a:xfrm>
              <a:prstGeom prst="rect">
                <a:avLst/>
              </a:prstGeom>
              <a:noFill/>
            </p:spPr>
            <p:txBody>
              <a:bodyPr wrap="none" rtlCol="0">
                <a:spAutoFit/>
              </a:bodyPr>
              <a:lstStyle/>
              <a:p>
                <a14:m>
                  <m:oMath xmlns:m="http://schemas.openxmlformats.org/officeDocument/2006/math">
                    <m:sSub>
                      <m:sSubPr>
                        <m:ctrlPr>
                          <a:rPr lang="es-AR" i="1" dirty="0" smtClean="0">
                            <a:solidFill>
                              <a:schemeClr val="tx1"/>
                            </a:solidFill>
                            <a:latin typeface="Cambria Math" panose="02040503050406030204" pitchFamily="18" charset="0"/>
                          </a:rPr>
                        </m:ctrlPr>
                      </m:sSubPr>
                      <m:e>
                        <m:r>
                          <a:rPr lang="es-AR" b="0" i="1" dirty="0" smtClean="0">
                            <a:solidFill>
                              <a:schemeClr val="tx1"/>
                            </a:solidFill>
                            <a:latin typeface="Cambria Math" panose="02040503050406030204" pitchFamily="18" charset="0"/>
                          </a:rPr>
                          <m:t>𝐶</m:t>
                        </m:r>
                      </m:e>
                      <m:sub>
                        <m:r>
                          <a:rPr lang="es-AR" b="0" i="1" dirty="0" smtClean="0">
                            <a:solidFill>
                              <a:schemeClr val="tx1"/>
                            </a:solidFill>
                            <a:latin typeface="Cambria Math" panose="02040503050406030204" pitchFamily="18" charset="0"/>
                          </a:rPr>
                          <m:t>𝑝</m:t>
                        </m:r>
                      </m:sub>
                    </m:sSub>
                  </m:oMath>
                </a14:m>
                <a:r>
                  <a:rPr lang="es-AR" dirty="0">
                    <a:solidFill>
                      <a:schemeClr val="tx1"/>
                    </a:solidFill>
                  </a:rPr>
                  <a:t>, + 8,1</a:t>
                </a:r>
              </a:p>
            </p:txBody>
          </p:sp>
        </mc:Choice>
        <mc:Fallback xmlns="">
          <p:sp>
            <p:nvSpPr>
              <p:cNvPr id="3" name="CuadroTexto 2">
                <a:extLst>
                  <a:ext uri="{FF2B5EF4-FFF2-40B4-BE49-F238E27FC236}">
                    <a16:creationId xmlns:a16="http://schemas.microsoft.com/office/drawing/2014/main" id="{B45BED63-5AFC-2012-449E-F512A161944B}"/>
                  </a:ext>
                </a:extLst>
              </p:cNvPr>
              <p:cNvSpPr txBox="1">
                <a:spLocks noRot="1" noChangeAspect="1" noMove="1" noResize="1" noEditPoints="1" noAdjustHandles="1" noChangeArrowheads="1" noChangeShapeType="1" noTextEdit="1"/>
              </p:cNvSpPr>
              <p:nvPr/>
            </p:nvSpPr>
            <p:spPr>
              <a:xfrm>
                <a:off x="8436477" y="3491513"/>
                <a:ext cx="1046761" cy="390748"/>
              </a:xfrm>
              <a:prstGeom prst="rect">
                <a:avLst/>
              </a:prstGeom>
              <a:blipFill>
                <a:blip r:embed="rId9"/>
                <a:stretch>
                  <a:fillRect t="-6250" r="-4070" b="-21875"/>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4" name="CuadroTexto 3">
                <a:extLst>
                  <a:ext uri="{FF2B5EF4-FFF2-40B4-BE49-F238E27FC236}">
                    <a16:creationId xmlns:a16="http://schemas.microsoft.com/office/drawing/2014/main" id="{285B0A22-D031-ABD2-6552-14D011CA8CC2}"/>
                  </a:ext>
                </a:extLst>
              </p:cNvPr>
              <p:cNvSpPr txBox="1"/>
              <p:nvPr/>
            </p:nvSpPr>
            <p:spPr>
              <a:xfrm>
                <a:off x="8436477" y="3881846"/>
                <a:ext cx="904735" cy="369332"/>
              </a:xfrm>
              <a:prstGeom prst="rect">
                <a:avLst/>
              </a:prstGeom>
              <a:noFill/>
            </p:spPr>
            <p:txBody>
              <a:bodyPr wrap="none" rtlCol="0">
                <a:spAutoFit/>
              </a:bodyPr>
              <a:lstStyle/>
              <a:p>
                <a14:m>
                  <m:oMath xmlns:m="http://schemas.openxmlformats.org/officeDocument/2006/math">
                    <m:r>
                      <a:rPr lang="es-AR" i="1" dirty="0" smtClean="0">
                        <a:solidFill>
                          <a:schemeClr val="tx1"/>
                        </a:solidFill>
                        <a:latin typeface="Cambria Math" panose="02040503050406030204" pitchFamily="18" charset="0"/>
                      </a:rPr>
                      <m:t>𝐷</m:t>
                    </m:r>
                  </m:oMath>
                </a14:m>
                <a:r>
                  <a:rPr lang="es-AR" dirty="0">
                    <a:solidFill>
                      <a:schemeClr val="tx1"/>
                    </a:solidFill>
                  </a:rPr>
                  <a:t>, + 59</a:t>
                </a:r>
              </a:p>
            </p:txBody>
          </p:sp>
        </mc:Choice>
        <mc:Fallback xmlns="">
          <p:sp>
            <p:nvSpPr>
              <p:cNvPr id="4" name="CuadroTexto 3">
                <a:extLst>
                  <a:ext uri="{FF2B5EF4-FFF2-40B4-BE49-F238E27FC236}">
                    <a16:creationId xmlns:a16="http://schemas.microsoft.com/office/drawing/2014/main" id="{285B0A22-D031-ABD2-6552-14D011CA8CC2}"/>
                  </a:ext>
                </a:extLst>
              </p:cNvPr>
              <p:cNvSpPr txBox="1">
                <a:spLocks noRot="1" noChangeAspect="1" noMove="1" noResize="1" noEditPoints="1" noAdjustHandles="1" noChangeArrowheads="1" noChangeShapeType="1" noTextEdit="1"/>
              </p:cNvSpPr>
              <p:nvPr/>
            </p:nvSpPr>
            <p:spPr>
              <a:xfrm>
                <a:off x="8436477" y="3881846"/>
                <a:ext cx="904735" cy="369332"/>
              </a:xfrm>
              <a:prstGeom prst="rect">
                <a:avLst/>
              </a:prstGeom>
              <a:blipFill>
                <a:blip r:embed="rId10"/>
                <a:stretch>
                  <a:fillRect t="-8333" r="-5405" b="-28333"/>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6" name="CuadroTexto 5">
                <a:extLst>
                  <a:ext uri="{FF2B5EF4-FFF2-40B4-BE49-F238E27FC236}">
                    <a16:creationId xmlns:a16="http://schemas.microsoft.com/office/drawing/2014/main" id="{FA955E30-6382-F9D3-AA0A-480EEDB9BB05}"/>
                  </a:ext>
                </a:extLst>
              </p:cNvPr>
              <p:cNvSpPr txBox="1"/>
              <p:nvPr/>
            </p:nvSpPr>
            <p:spPr>
              <a:xfrm>
                <a:off x="8436477" y="4254864"/>
                <a:ext cx="1046761" cy="390748"/>
              </a:xfrm>
              <a:prstGeom prst="rect">
                <a:avLst/>
              </a:prstGeom>
              <a:noFill/>
            </p:spPr>
            <p:txBody>
              <a:bodyPr wrap="none" rtlCol="0">
                <a:spAutoFit/>
              </a:bodyPr>
              <a:lstStyle/>
              <a:p>
                <a14:m>
                  <m:oMath xmlns:m="http://schemas.openxmlformats.org/officeDocument/2006/math">
                    <m:sSub>
                      <m:sSubPr>
                        <m:ctrlPr>
                          <a:rPr lang="es-AR" i="1" dirty="0" smtClean="0">
                            <a:solidFill>
                              <a:schemeClr val="tx1"/>
                            </a:solidFill>
                            <a:latin typeface="Cambria Math" panose="02040503050406030204" pitchFamily="18" charset="0"/>
                          </a:rPr>
                        </m:ctrlPr>
                      </m:sSubPr>
                      <m:e>
                        <m:r>
                          <a:rPr lang="es-AR" b="0" i="1" dirty="0" smtClean="0">
                            <a:solidFill>
                              <a:schemeClr val="tx1"/>
                            </a:solidFill>
                            <a:latin typeface="Cambria Math" panose="02040503050406030204" pitchFamily="18" charset="0"/>
                          </a:rPr>
                          <m:t>𝐶</m:t>
                        </m:r>
                      </m:e>
                      <m:sub>
                        <m:r>
                          <a:rPr lang="es-AR" b="0" i="1" dirty="0" smtClean="0">
                            <a:solidFill>
                              <a:schemeClr val="tx1"/>
                            </a:solidFill>
                            <a:latin typeface="Cambria Math" panose="02040503050406030204" pitchFamily="18" charset="0"/>
                          </a:rPr>
                          <m:t>𝑝</m:t>
                        </m:r>
                      </m:sub>
                    </m:sSub>
                  </m:oMath>
                </a14:m>
                <a:r>
                  <a:rPr lang="es-AR" dirty="0">
                    <a:solidFill>
                      <a:schemeClr val="tx1"/>
                    </a:solidFill>
                  </a:rPr>
                  <a:t>, + 6,6</a:t>
                </a:r>
              </a:p>
            </p:txBody>
          </p:sp>
        </mc:Choice>
        <mc:Fallback xmlns="">
          <p:sp>
            <p:nvSpPr>
              <p:cNvPr id="6" name="CuadroTexto 5">
                <a:extLst>
                  <a:ext uri="{FF2B5EF4-FFF2-40B4-BE49-F238E27FC236}">
                    <a16:creationId xmlns:a16="http://schemas.microsoft.com/office/drawing/2014/main" id="{FA955E30-6382-F9D3-AA0A-480EEDB9BB05}"/>
                  </a:ext>
                </a:extLst>
              </p:cNvPr>
              <p:cNvSpPr txBox="1">
                <a:spLocks noRot="1" noChangeAspect="1" noMove="1" noResize="1" noEditPoints="1" noAdjustHandles="1" noChangeArrowheads="1" noChangeShapeType="1" noTextEdit="1"/>
              </p:cNvSpPr>
              <p:nvPr/>
            </p:nvSpPr>
            <p:spPr>
              <a:xfrm>
                <a:off x="8436477" y="4254864"/>
                <a:ext cx="1046761" cy="390748"/>
              </a:xfrm>
              <a:prstGeom prst="rect">
                <a:avLst/>
              </a:prstGeom>
              <a:blipFill>
                <a:blip r:embed="rId11"/>
                <a:stretch>
                  <a:fillRect t="-6250" r="-4070" b="-21875"/>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10" name="CuadroTexto 9">
                <a:extLst>
                  <a:ext uri="{FF2B5EF4-FFF2-40B4-BE49-F238E27FC236}">
                    <a16:creationId xmlns:a16="http://schemas.microsoft.com/office/drawing/2014/main" id="{3D5CBB4F-8A91-535F-2645-D3409796B129}"/>
                  </a:ext>
                </a:extLst>
              </p:cNvPr>
              <p:cNvSpPr txBox="1"/>
              <p:nvPr/>
            </p:nvSpPr>
            <p:spPr>
              <a:xfrm>
                <a:off x="10251252" y="1934056"/>
                <a:ext cx="886012" cy="369332"/>
              </a:xfrm>
              <a:prstGeom prst="rect">
                <a:avLst/>
              </a:prstGeom>
              <a:noFill/>
            </p:spPr>
            <p:txBody>
              <a:bodyPr wrap="none" rtlCol="0">
                <a:spAutoFit/>
              </a:bodyPr>
              <a:lstStyle/>
              <a:p>
                <a14:m>
                  <m:oMath xmlns:m="http://schemas.openxmlformats.org/officeDocument/2006/math">
                    <m:r>
                      <a:rPr lang="es-AR" b="0" i="1" dirty="0" smtClean="0">
                        <a:solidFill>
                          <a:schemeClr val="tx1"/>
                        </a:solidFill>
                        <a:latin typeface="Cambria Math" panose="02040503050406030204" pitchFamily="18" charset="0"/>
                      </a:rPr>
                      <m:t>𝑃</m:t>
                    </m:r>
                  </m:oMath>
                </a14:m>
                <a:r>
                  <a:rPr lang="es-AR" dirty="0">
                    <a:solidFill>
                      <a:schemeClr val="tx1"/>
                    </a:solidFill>
                  </a:rPr>
                  <a:t>, + 81</a:t>
                </a:r>
              </a:p>
            </p:txBody>
          </p:sp>
        </mc:Choice>
        <mc:Fallback xmlns="">
          <p:sp>
            <p:nvSpPr>
              <p:cNvPr id="10" name="CuadroTexto 9">
                <a:extLst>
                  <a:ext uri="{FF2B5EF4-FFF2-40B4-BE49-F238E27FC236}">
                    <a16:creationId xmlns:a16="http://schemas.microsoft.com/office/drawing/2014/main" id="{3D5CBB4F-8A91-535F-2645-D3409796B129}"/>
                  </a:ext>
                </a:extLst>
              </p:cNvPr>
              <p:cNvSpPr txBox="1">
                <a:spLocks noRot="1" noChangeAspect="1" noMove="1" noResize="1" noEditPoints="1" noAdjustHandles="1" noChangeArrowheads="1" noChangeShapeType="1" noTextEdit="1"/>
              </p:cNvSpPr>
              <p:nvPr/>
            </p:nvSpPr>
            <p:spPr>
              <a:xfrm>
                <a:off x="10251252" y="1934056"/>
                <a:ext cx="886012" cy="369332"/>
              </a:xfrm>
              <a:prstGeom prst="rect">
                <a:avLst/>
              </a:prstGeom>
              <a:blipFill>
                <a:blip r:embed="rId12"/>
                <a:stretch>
                  <a:fillRect t="-6557" r="-5517" b="-26230"/>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11" name="CuadroTexto 10">
                <a:extLst>
                  <a:ext uri="{FF2B5EF4-FFF2-40B4-BE49-F238E27FC236}">
                    <a16:creationId xmlns:a16="http://schemas.microsoft.com/office/drawing/2014/main" id="{DBC57599-F321-138B-77DC-58CD57FEC956}"/>
                  </a:ext>
                </a:extLst>
              </p:cNvPr>
              <p:cNvSpPr txBox="1"/>
              <p:nvPr/>
            </p:nvSpPr>
            <p:spPr>
              <a:xfrm>
                <a:off x="10251252" y="2303388"/>
                <a:ext cx="1079976" cy="369332"/>
              </a:xfrm>
              <a:prstGeom prst="rect">
                <a:avLst/>
              </a:prstGeom>
              <a:noFill/>
            </p:spPr>
            <p:txBody>
              <a:bodyPr wrap="none" rtlCol="0">
                <a:spAutoFit/>
              </a:bodyPr>
              <a:lstStyle/>
              <a:p>
                <a14:m>
                  <m:oMath xmlns:m="http://schemas.openxmlformats.org/officeDocument/2006/math">
                    <m:r>
                      <a:rPr lang="es-AR" b="0" i="1" dirty="0" smtClean="0">
                        <a:solidFill>
                          <a:schemeClr val="tx1"/>
                        </a:solidFill>
                        <a:latin typeface="Cambria Math" panose="02040503050406030204" pitchFamily="18" charset="0"/>
                      </a:rPr>
                      <m:t>𝑃</m:t>
                    </m:r>
                  </m:oMath>
                </a14:m>
                <a:r>
                  <a:rPr lang="es-AR" dirty="0">
                    <a:solidFill>
                      <a:schemeClr val="tx1"/>
                    </a:solidFill>
                  </a:rPr>
                  <a:t>, + 65,6</a:t>
                </a:r>
              </a:p>
            </p:txBody>
          </p:sp>
        </mc:Choice>
        <mc:Fallback xmlns="">
          <p:sp>
            <p:nvSpPr>
              <p:cNvPr id="11" name="CuadroTexto 10">
                <a:extLst>
                  <a:ext uri="{FF2B5EF4-FFF2-40B4-BE49-F238E27FC236}">
                    <a16:creationId xmlns:a16="http://schemas.microsoft.com/office/drawing/2014/main" id="{DBC57599-F321-138B-77DC-58CD57FEC956}"/>
                  </a:ext>
                </a:extLst>
              </p:cNvPr>
              <p:cNvSpPr txBox="1">
                <a:spLocks noRot="1" noChangeAspect="1" noMove="1" noResize="1" noEditPoints="1" noAdjustHandles="1" noChangeArrowheads="1" noChangeShapeType="1" noTextEdit="1"/>
              </p:cNvSpPr>
              <p:nvPr/>
            </p:nvSpPr>
            <p:spPr>
              <a:xfrm>
                <a:off x="10251252" y="2303388"/>
                <a:ext cx="1079976" cy="369332"/>
              </a:xfrm>
              <a:prstGeom prst="rect">
                <a:avLst/>
              </a:prstGeom>
              <a:blipFill>
                <a:blip r:embed="rId13"/>
                <a:stretch>
                  <a:fillRect t="-8333" r="-4520" b="-28333"/>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13" name="CuadroTexto 12">
                <a:extLst>
                  <a:ext uri="{FF2B5EF4-FFF2-40B4-BE49-F238E27FC236}">
                    <a16:creationId xmlns:a16="http://schemas.microsoft.com/office/drawing/2014/main" id="{B72EA118-ECDB-D8F3-EBD1-C5DEDFBA20CC}"/>
                  </a:ext>
                </a:extLst>
              </p:cNvPr>
              <p:cNvSpPr txBox="1"/>
              <p:nvPr/>
            </p:nvSpPr>
            <p:spPr>
              <a:xfrm>
                <a:off x="10251252" y="2683428"/>
                <a:ext cx="1079976" cy="369332"/>
              </a:xfrm>
              <a:prstGeom prst="rect">
                <a:avLst/>
              </a:prstGeom>
              <a:noFill/>
            </p:spPr>
            <p:txBody>
              <a:bodyPr wrap="none" rtlCol="0">
                <a:spAutoFit/>
              </a:bodyPr>
              <a:lstStyle/>
              <a:p>
                <a14:m>
                  <m:oMath xmlns:m="http://schemas.openxmlformats.org/officeDocument/2006/math">
                    <m:r>
                      <a:rPr lang="es-AR" b="0" i="1" dirty="0" smtClean="0">
                        <a:solidFill>
                          <a:schemeClr val="tx1"/>
                        </a:solidFill>
                        <a:latin typeface="Cambria Math" panose="02040503050406030204" pitchFamily="18" charset="0"/>
                      </a:rPr>
                      <m:t>𝑃</m:t>
                    </m:r>
                  </m:oMath>
                </a14:m>
                <a:r>
                  <a:rPr lang="es-AR" dirty="0">
                    <a:solidFill>
                      <a:schemeClr val="tx1"/>
                    </a:solidFill>
                  </a:rPr>
                  <a:t>, + 53,1</a:t>
                </a:r>
              </a:p>
            </p:txBody>
          </p:sp>
        </mc:Choice>
        <mc:Fallback xmlns="">
          <p:sp>
            <p:nvSpPr>
              <p:cNvPr id="13" name="CuadroTexto 12">
                <a:extLst>
                  <a:ext uri="{FF2B5EF4-FFF2-40B4-BE49-F238E27FC236}">
                    <a16:creationId xmlns:a16="http://schemas.microsoft.com/office/drawing/2014/main" id="{B72EA118-ECDB-D8F3-EBD1-C5DEDFBA20CC}"/>
                  </a:ext>
                </a:extLst>
              </p:cNvPr>
              <p:cNvSpPr txBox="1">
                <a:spLocks noRot="1" noChangeAspect="1" noMove="1" noResize="1" noEditPoints="1" noAdjustHandles="1" noChangeArrowheads="1" noChangeShapeType="1" noTextEdit="1"/>
              </p:cNvSpPr>
              <p:nvPr/>
            </p:nvSpPr>
            <p:spPr>
              <a:xfrm>
                <a:off x="10251252" y="2683428"/>
                <a:ext cx="1079976" cy="369332"/>
              </a:xfrm>
              <a:prstGeom prst="rect">
                <a:avLst/>
              </a:prstGeom>
              <a:blipFill>
                <a:blip r:embed="rId14"/>
                <a:stretch>
                  <a:fillRect t="-6557" r="-4520" b="-26230"/>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16" name="CuadroTexto 15">
                <a:extLst>
                  <a:ext uri="{FF2B5EF4-FFF2-40B4-BE49-F238E27FC236}">
                    <a16:creationId xmlns:a16="http://schemas.microsoft.com/office/drawing/2014/main" id="{3C2E681C-75C3-FAD6-41EF-DA1178B80273}"/>
                  </a:ext>
                </a:extLst>
              </p:cNvPr>
              <p:cNvSpPr txBox="1"/>
              <p:nvPr/>
            </p:nvSpPr>
            <p:spPr>
              <a:xfrm>
                <a:off x="4365187" y="2303388"/>
                <a:ext cx="886012" cy="369332"/>
              </a:xfrm>
              <a:prstGeom prst="rect">
                <a:avLst/>
              </a:prstGeom>
              <a:noFill/>
            </p:spPr>
            <p:txBody>
              <a:bodyPr wrap="none" rtlCol="0">
                <a:spAutoFit/>
              </a:bodyPr>
              <a:lstStyle/>
              <a:p>
                <a14:m>
                  <m:oMath xmlns:m="http://schemas.openxmlformats.org/officeDocument/2006/math">
                    <m:r>
                      <a:rPr lang="es-AR" b="0" i="1" dirty="0" smtClean="0">
                        <a:solidFill>
                          <a:schemeClr val="tx1"/>
                        </a:solidFill>
                        <a:latin typeface="Cambria Math" panose="02040503050406030204" pitchFamily="18" charset="0"/>
                      </a:rPr>
                      <m:t>𝑃</m:t>
                    </m:r>
                  </m:oMath>
                </a14:m>
                <a:r>
                  <a:rPr lang="es-AR" dirty="0">
                    <a:solidFill>
                      <a:schemeClr val="tx1"/>
                    </a:solidFill>
                  </a:rPr>
                  <a:t>, + 81</a:t>
                </a:r>
              </a:p>
            </p:txBody>
          </p:sp>
        </mc:Choice>
        <mc:Fallback xmlns="">
          <p:sp>
            <p:nvSpPr>
              <p:cNvPr id="16" name="CuadroTexto 15">
                <a:extLst>
                  <a:ext uri="{FF2B5EF4-FFF2-40B4-BE49-F238E27FC236}">
                    <a16:creationId xmlns:a16="http://schemas.microsoft.com/office/drawing/2014/main" id="{3C2E681C-75C3-FAD6-41EF-DA1178B80273}"/>
                  </a:ext>
                </a:extLst>
              </p:cNvPr>
              <p:cNvSpPr txBox="1">
                <a:spLocks noRot="1" noChangeAspect="1" noMove="1" noResize="1" noEditPoints="1" noAdjustHandles="1" noChangeArrowheads="1" noChangeShapeType="1" noTextEdit="1"/>
              </p:cNvSpPr>
              <p:nvPr/>
            </p:nvSpPr>
            <p:spPr>
              <a:xfrm>
                <a:off x="4365187" y="2303388"/>
                <a:ext cx="886012" cy="369332"/>
              </a:xfrm>
              <a:prstGeom prst="rect">
                <a:avLst/>
              </a:prstGeom>
              <a:blipFill>
                <a:blip r:embed="rId15"/>
                <a:stretch>
                  <a:fillRect t="-8333" r="-6207" b="-28333"/>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17" name="CuadroTexto 16">
                <a:extLst>
                  <a:ext uri="{FF2B5EF4-FFF2-40B4-BE49-F238E27FC236}">
                    <a16:creationId xmlns:a16="http://schemas.microsoft.com/office/drawing/2014/main" id="{31B25B74-CC45-8F5A-EA2C-C53B678F8582}"/>
                  </a:ext>
                </a:extLst>
              </p:cNvPr>
              <p:cNvSpPr txBox="1"/>
              <p:nvPr/>
            </p:nvSpPr>
            <p:spPr>
              <a:xfrm>
                <a:off x="4362493" y="2672720"/>
                <a:ext cx="959237" cy="369332"/>
              </a:xfrm>
              <a:prstGeom prst="rect">
                <a:avLst/>
              </a:prstGeom>
              <a:noFill/>
            </p:spPr>
            <p:txBody>
              <a:bodyPr wrap="none" rtlCol="0">
                <a:spAutoFit/>
              </a:bodyPr>
              <a:lstStyle/>
              <a:p>
                <a14:m>
                  <m:oMath xmlns:m="http://schemas.openxmlformats.org/officeDocument/2006/math">
                    <m:r>
                      <a:rPr lang="es-AR" i="1" dirty="0" smtClean="0">
                        <a:solidFill>
                          <a:schemeClr val="tx1"/>
                        </a:solidFill>
                        <a:latin typeface="Cambria Math" panose="02040503050406030204" pitchFamily="18" charset="0"/>
                      </a:rPr>
                      <m:t>𝑅</m:t>
                    </m:r>
                  </m:oMath>
                </a14:m>
                <a:r>
                  <a:rPr lang="es-AR" dirty="0">
                    <a:solidFill>
                      <a:schemeClr val="tx1"/>
                    </a:solidFill>
                  </a:rPr>
                  <a:t>, + 7,3</a:t>
                </a:r>
              </a:p>
            </p:txBody>
          </p:sp>
        </mc:Choice>
        <mc:Fallback xmlns="">
          <p:sp>
            <p:nvSpPr>
              <p:cNvPr id="17" name="CuadroTexto 16">
                <a:extLst>
                  <a:ext uri="{FF2B5EF4-FFF2-40B4-BE49-F238E27FC236}">
                    <a16:creationId xmlns:a16="http://schemas.microsoft.com/office/drawing/2014/main" id="{31B25B74-CC45-8F5A-EA2C-C53B678F8582}"/>
                  </a:ext>
                </a:extLst>
              </p:cNvPr>
              <p:cNvSpPr txBox="1">
                <a:spLocks noRot="1" noChangeAspect="1" noMove="1" noResize="1" noEditPoints="1" noAdjustHandles="1" noChangeArrowheads="1" noChangeShapeType="1" noTextEdit="1"/>
              </p:cNvSpPr>
              <p:nvPr/>
            </p:nvSpPr>
            <p:spPr>
              <a:xfrm>
                <a:off x="4362493" y="2672720"/>
                <a:ext cx="959237" cy="369332"/>
              </a:xfrm>
              <a:prstGeom prst="rect">
                <a:avLst/>
              </a:prstGeom>
              <a:blipFill>
                <a:blip r:embed="rId16"/>
                <a:stretch>
                  <a:fillRect t="-6557" r="-5096" b="-26230"/>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19" name="CuadroTexto 18">
                <a:extLst>
                  <a:ext uri="{FF2B5EF4-FFF2-40B4-BE49-F238E27FC236}">
                    <a16:creationId xmlns:a16="http://schemas.microsoft.com/office/drawing/2014/main" id="{B693E8AE-D8E5-4E95-9628-B7CEF1944825}"/>
                  </a:ext>
                </a:extLst>
              </p:cNvPr>
              <p:cNvSpPr txBox="1"/>
              <p:nvPr/>
            </p:nvSpPr>
            <p:spPr>
              <a:xfrm>
                <a:off x="4365187" y="3042052"/>
                <a:ext cx="1079976" cy="369332"/>
              </a:xfrm>
              <a:prstGeom prst="rect">
                <a:avLst/>
              </a:prstGeom>
              <a:noFill/>
            </p:spPr>
            <p:txBody>
              <a:bodyPr wrap="none" rtlCol="0">
                <a:spAutoFit/>
              </a:bodyPr>
              <a:lstStyle/>
              <a:p>
                <a14:m>
                  <m:oMath xmlns:m="http://schemas.openxmlformats.org/officeDocument/2006/math">
                    <m:r>
                      <a:rPr lang="es-AR" b="0" i="1" dirty="0" smtClean="0">
                        <a:solidFill>
                          <a:schemeClr val="tx1"/>
                        </a:solidFill>
                        <a:latin typeface="Cambria Math" panose="02040503050406030204" pitchFamily="18" charset="0"/>
                      </a:rPr>
                      <m:t>𝑃</m:t>
                    </m:r>
                  </m:oMath>
                </a14:m>
                <a:r>
                  <a:rPr lang="es-AR" dirty="0">
                    <a:solidFill>
                      <a:schemeClr val="tx1"/>
                    </a:solidFill>
                  </a:rPr>
                  <a:t>, + 65,6</a:t>
                </a:r>
              </a:p>
            </p:txBody>
          </p:sp>
        </mc:Choice>
        <mc:Fallback xmlns="">
          <p:sp>
            <p:nvSpPr>
              <p:cNvPr id="19" name="CuadroTexto 18">
                <a:extLst>
                  <a:ext uri="{FF2B5EF4-FFF2-40B4-BE49-F238E27FC236}">
                    <a16:creationId xmlns:a16="http://schemas.microsoft.com/office/drawing/2014/main" id="{B693E8AE-D8E5-4E95-9628-B7CEF1944825}"/>
                  </a:ext>
                </a:extLst>
              </p:cNvPr>
              <p:cNvSpPr txBox="1">
                <a:spLocks noRot="1" noChangeAspect="1" noMove="1" noResize="1" noEditPoints="1" noAdjustHandles="1" noChangeArrowheads="1" noChangeShapeType="1" noTextEdit="1"/>
              </p:cNvSpPr>
              <p:nvPr/>
            </p:nvSpPr>
            <p:spPr>
              <a:xfrm>
                <a:off x="4365187" y="3042052"/>
                <a:ext cx="1079976" cy="369332"/>
              </a:xfrm>
              <a:prstGeom prst="rect">
                <a:avLst/>
              </a:prstGeom>
              <a:blipFill>
                <a:blip r:embed="rId17"/>
                <a:stretch>
                  <a:fillRect t="-6557" r="-5085" b="-26230"/>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20" name="CuadroTexto 19">
                <a:extLst>
                  <a:ext uri="{FF2B5EF4-FFF2-40B4-BE49-F238E27FC236}">
                    <a16:creationId xmlns:a16="http://schemas.microsoft.com/office/drawing/2014/main" id="{53586FB8-957F-8645-9BCE-2BEB1486FBA8}"/>
                  </a:ext>
                </a:extLst>
              </p:cNvPr>
              <p:cNvSpPr txBox="1"/>
              <p:nvPr/>
            </p:nvSpPr>
            <p:spPr>
              <a:xfrm>
                <a:off x="4362493" y="3413061"/>
                <a:ext cx="959237" cy="369332"/>
              </a:xfrm>
              <a:prstGeom prst="rect">
                <a:avLst/>
              </a:prstGeom>
              <a:noFill/>
            </p:spPr>
            <p:txBody>
              <a:bodyPr wrap="none" rtlCol="0">
                <a:spAutoFit/>
              </a:bodyPr>
              <a:lstStyle/>
              <a:p>
                <a14:m>
                  <m:oMath xmlns:m="http://schemas.openxmlformats.org/officeDocument/2006/math">
                    <m:r>
                      <a:rPr lang="es-AR" i="1" dirty="0" smtClean="0">
                        <a:solidFill>
                          <a:schemeClr val="tx1"/>
                        </a:solidFill>
                        <a:latin typeface="Cambria Math" panose="02040503050406030204" pitchFamily="18" charset="0"/>
                      </a:rPr>
                      <m:t>𝑅</m:t>
                    </m:r>
                  </m:oMath>
                </a14:m>
                <a:r>
                  <a:rPr lang="es-AR" dirty="0">
                    <a:solidFill>
                      <a:schemeClr val="tx1"/>
                    </a:solidFill>
                  </a:rPr>
                  <a:t>, + 5,9</a:t>
                </a:r>
              </a:p>
            </p:txBody>
          </p:sp>
        </mc:Choice>
        <mc:Fallback xmlns="">
          <p:sp>
            <p:nvSpPr>
              <p:cNvPr id="20" name="CuadroTexto 19">
                <a:extLst>
                  <a:ext uri="{FF2B5EF4-FFF2-40B4-BE49-F238E27FC236}">
                    <a16:creationId xmlns:a16="http://schemas.microsoft.com/office/drawing/2014/main" id="{53586FB8-957F-8645-9BCE-2BEB1486FBA8}"/>
                  </a:ext>
                </a:extLst>
              </p:cNvPr>
              <p:cNvSpPr txBox="1">
                <a:spLocks noRot="1" noChangeAspect="1" noMove="1" noResize="1" noEditPoints="1" noAdjustHandles="1" noChangeArrowheads="1" noChangeShapeType="1" noTextEdit="1"/>
              </p:cNvSpPr>
              <p:nvPr/>
            </p:nvSpPr>
            <p:spPr>
              <a:xfrm>
                <a:off x="4362493" y="3413061"/>
                <a:ext cx="959237" cy="369332"/>
              </a:xfrm>
              <a:prstGeom prst="rect">
                <a:avLst/>
              </a:prstGeom>
              <a:blipFill>
                <a:blip r:embed="rId18"/>
                <a:stretch>
                  <a:fillRect t="-8333" r="-5096" b="-28333"/>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27" name="CuadroTexto 26">
                <a:extLst>
                  <a:ext uri="{FF2B5EF4-FFF2-40B4-BE49-F238E27FC236}">
                    <a16:creationId xmlns:a16="http://schemas.microsoft.com/office/drawing/2014/main" id="{17EA8A9F-4A89-8D05-E248-4BBD8593066A}"/>
                  </a:ext>
                </a:extLst>
              </p:cNvPr>
              <p:cNvSpPr txBox="1"/>
              <p:nvPr/>
            </p:nvSpPr>
            <p:spPr>
              <a:xfrm>
                <a:off x="4365187" y="3782393"/>
                <a:ext cx="1079976" cy="369332"/>
              </a:xfrm>
              <a:prstGeom prst="rect">
                <a:avLst/>
              </a:prstGeom>
              <a:noFill/>
            </p:spPr>
            <p:txBody>
              <a:bodyPr wrap="none" rtlCol="0">
                <a:spAutoFit/>
              </a:bodyPr>
              <a:lstStyle/>
              <a:p>
                <a14:m>
                  <m:oMath xmlns:m="http://schemas.openxmlformats.org/officeDocument/2006/math">
                    <m:r>
                      <a:rPr lang="es-AR" b="0" i="1" dirty="0" smtClean="0">
                        <a:solidFill>
                          <a:schemeClr val="tx1"/>
                        </a:solidFill>
                        <a:latin typeface="Cambria Math" panose="02040503050406030204" pitchFamily="18" charset="0"/>
                      </a:rPr>
                      <m:t>𝑃</m:t>
                    </m:r>
                  </m:oMath>
                </a14:m>
                <a:r>
                  <a:rPr lang="es-AR" dirty="0">
                    <a:solidFill>
                      <a:schemeClr val="tx1"/>
                    </a:solidFill>
                  </a:rPr>
                  <a:t>, + 53,1</a:t>
                </a:r>
              </a:p>
            </p:txBody>
          </p:sp>
        </mc:Choice>
        <mc:Fallback xmlns="">
          <p:sp>
            <p:nvSpPr>
              <p:cNvPr id="27" name="CuadroTexto 26">
                <a:extLst>
                  <a:ext uri="{FF2B5EF4-FFF2-40B4-BE49-F238E27FC236}">
                    <a16:creationId xmlns:a16="http://schemas.microsoft.com/office/drawing/2014/main" id="{17EA8A9F-4A89-8D05-E248-4BBD8593066A}"/>
                  </a:ext>
                </a:extLst>
              </p:cNvPr>
              <p:cNvSpPr txBox="1">
                <a:spLocks noRot="1" noChangeAspect="1" noMove="1" noResize="1" noEditPoints="1" noAdjustHandles="1" noChangeArrowheads="1" noChangeShapeType="1" noTextEdit="1"/>
              </p:cNvSpPr>
              <p:nvPr/>
            </p:nvSpPr>
            <p:spPr>
              <a:xfrm>
                <a:off x="4365187" y="3782393"/>
                <a:ext cx="1079976" cy="369332"/>
              </a:xfrm>
              <a:prstGeom prst="rect">
                <a:avLst/>
              </a:prstGeom>
              <a:blipFill>
                <a:blip r:embed="rId19"/>
                <a:stretch>
                  <a:fillRect t="-6557" r="-5085" b="-26230"/>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29" name="CuadroTexto 28">
                <a:extLst>
                  <a:ext uri="{FF2B5EF4-FFF2-40B4-BE49-F238E27FC236}">
                    <a16:creationId xmlns:a16="http://schemas.microsoft.com/office/drawing/2014/main" id="{9A36C371-CA4E-1071-C42A-9026DFE2C5AA}"/>
                  </a:ext>
                </a:extLst>
              </p:cNvPr>
              <p:cNvSpPr txBox="1"/>
              <p:nvPr/>
            </p:nvSpPr>
            <p:spPr>
              <a:xfrm>
                <a:off x="6171259" y="2303388"/>
                <a:ext cx="1098699" cy="369332"/>
              </a:xfrm>
              <a:prstGeom prst="rect">
                <a:avLst/>
              </a:prstGeom>
              <a:noFill/>
            </p:spPr>
            <p:txBody>
              <a:bodyPr wrap="none" rtlCol="0">
                <a:spAutoFit/>
              </a:bodyPr>
              <a:lstStyle/>
              <a:p>
                <a14:m>
                  <m:oMath xmlns:m="http://schemas.openxmlformats.org/officeDocument/2006/math">
                    <m:r>
                      <a:rPr lang="es-AR" i="1" dirty="0" smtClean="0">
                        <a:solidFill>
                          <a:schemeClr val="tx1"/>
                        </a:solidFill>
                        <a:latin typeface="Cambria Math" panose="02040503050406030204" pitchFamily="18" charset="0"/>
                      </a:rPr>
                      <m:t>𝐷</m:t>
                    </m:r>
                  </m:oMath>
                </a14:m>
                <a:r>
                  <a:rPr lang="es-AR" dirty="0">
                    <a:solidFill>
                      <a:schemeClr val="tx1"/>
                    </a:solidFill>
                  </a:rPr>
                  <a:t>, + 72,9</a:t>
                </a:r>
              </a:p>
            </p:txBody>
          </p:sp>
        </mc:Choice>
        <mc:Fallback xmlns="">
          <p:sp>
            <p:nvSpPr>
              <p:cNvPr id="29" name="CuadroTexto 28">
                <a:extLst>
                  <a:ext uri="{FF2B5EF4-FFF2-40B4-BE49-F238E27FC236}">
                    <a16:creationId xmlns:a16="http://schemas.microsoft.com/office/drawing/2014/main" id="{9A36C371-CA4E-1071-C42A-9026DFE2C5AA}"/>
                  </a:ext>
                </a:extLst>
              </p:cNvPr>
              <p:cNvSpPr txBox="1">
                <a:spLocks noRot="1" noChangeAspect="1" noMove="1" noResize="1" noEditPoints="1" noAdjustHandles="1" noChangeArrowheads="1" noChangeShapeType="1" noTextEdit="1"/>
              </p:cNvSpPr>
              <p:nvPr/>
            </p:nvSpPr>
            <p:spPr>
              <a:xfrm>
                <a:off x="6171259" y="2303388"/>
                <a:ext cx="1098699" cy="369332"/>
              </a:xfrm>
              <a:prstGeom prst="rect">
                <a:avLst/>
              </a:prstGeom>
              <a:blipFill>
                <a:blip r:embed="rId20"/>
                <a:stretch>
                  <a:fillRect t="-8333" r="-4420" b="-28333"/>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30" name="CuadroTexto 29">
                <a:extLst>
                  <a:ext uri="{FF2B5EF4-FFF2-40B4-BE49-F238E27FC236}">
                    <a16:creationId xmlns:a16="http://schemas.microsoft.com/office/drawing/2014/main" id="{EA09A86B-5717-E7A7-BF00-F91124663AF3}"/>
                  </a:ext>
                </a:extLst>
              </p:cNvPr>
              <p:cNvSpPr txBox="1"/>
              <p:nvPr/>
            </p:nvSpPr>
            <p:spPr>
              <a:xfrm>
                <a:off x="6171259" y="2720790"/>
                <a:ext cx="904735" cy="369332"/>
              </a:xfrm>
              <a:prstGeom prst="rect">
                <a:avLst/>
              </a:prstGeom>
              <a:noFill/>
            </p:spPr>
            <p:txBody>
              <a:bodyPr wrap="none" rtlCol="0">
                <a:spAutoFit/>
              </a:bodyPr>
              <a:lstStyle/>
              <a:p>
                <a14:m>
                  <m:oMath xmlns:m="http://schemas.openxmlformats.org/officeDocument/2006/math">
                    <m:r>
                      <a:rPr lang="es-AR" i="1" dirty="0" smtClean="0">
                        <a:solidFill>
                          <a:schemeClr val="tx1"/>
                        </a:solidFill>
                        <a:latin typeface="Cambria Math" panose="02040503050406030204" pitchFamily="18" charset="0"/>
                      </a:rPr>
                      <m:t>𝐷</m:t>
                    </m:r>
                  </m:oMath>
                </a14:m>
                <a:r>
                  <a:rPr lang="es-AR" dirty="0">
                    <a:solidFill>
                      <a:schemeClr val="tx1"/>
                    </a:solidFill>
                  </a:rPr>
                  <a:t>, + 59</a:t>
                </a:r>
              </a:p>
            </p:txBody>
          </p:sp>
        </mc:Choice>
        <mc:Fallback xmlns="">
          <p:sp>
            <p:nvSpPr>
              <p:cNvPr id="30" name="CuadroTexto 29">
                <a:extLst>
                  <a:ext uri="{FF2B5EF4-FFF2-40B4-BE49-F238E27FC236}">
                    <a16:creationId xmlns:a16="http://schemas.microsoft.com/office/drawing/2014/main" id="{EA09A86B-5717-E7A7-BF00-F91124663AF3}"/>
                  </a:ext>
                </a:extLst>
              </p:cNvPr>
              <p:cNvSpPr txBox="1">
                <a:spLocks noRot="1" noChangeAspect="1" noMove="1" noResize="1" noEditPoints="1" noAdjustHandles="1" noChangeArrowheads="1" noChangeShapeType="1" noTextEdit="1"/>
              </p:cNvSpPr>
              <p:nvPr/>
            </p:nvSpPr>
            <p:spPr>
              <a:xfrm>
                <a:off x="6171259" y="2720790"/>
                <a:ext cx="904735" cy="369332"/>
              </a:xfrm>
              <a:prstGeom prst="rect">
                <a:avLst/>
              </a:prstGeom>
              <a:blipFill>
                <a:blip r:embed="rId21"/>
                <a:stretch>
                  <a:fillRect t="-6557" r="-5369" b="-26230"/>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35" name="CuadroTexto 34">
                <a:extLst>
                  <a:ext uri="{FF2B5EF4-FFF2-40B4-BE49-F238E27FC236}">
                    <a16:creationId xmlns:a16="http://schemas.microsoft.com/office/drawing/2014/main" id="{37B6EB63-9C19-1CE4-D5A6-70EEB29F7C44}"/>
                  </a:ext>
                </a:extLst>
              </p:cNvPr>
              <p:cNvSpPr txBox="1"/>
              <p:nvPr/>
            </p:nvSpPr>
            <p:spPr>
              <a:xfrm>
                <a:off x="1992074" y="1909369"/>
                <a:ext cx="982898" cy="394019"/>
              </a:xfrm>
              <a:prstGeom prst="rect">
                <a:avLst/>
              </a:prstGeom>
              <a:noFill/>
            </p:spPr>
            <p:txBody>
              <a:bodyPr wrap="none" rtlCol="0">
                <a:spAutoFit/>
              </a:bodyPr>
              <a:lstStyle/>
              <a:p>
                <a14:m>
                  <m:oMath xmlns:m="http://schemas.openxmlformats.org/officeDocument/2006/math">
                    <m:sSub>
                      <m:sSubPr>
                        <m:ctrlPr>
                          <a:rPr lang="es-AR" i="1" dirty="0" smtClean="0">
                            <a:latin typeface="Cambria Math" panose="02040503050406030204" pitchFamily="18" charset="0"/>
                          </a:rPr>
                        </m:ctrlPr>
                      </m:sSubPr>
                      <m:e>
                        <m:r>
                          <a:rPr lang="es-AR" b="0" i="1" dirty="0" smtClean="0">
                            <a:latin typeface="Cambria Math" panose="02040503050406030204" pitchFamily="18" charset="0"/>
                          </a:rPr>
                          <m:t>𝐶</m:t>
                        </m:r>
                      </m:e>
                      <m:sub>
                        <m:r>
                          <a:rPr lang="es-AR" b="0" i="1" dirty="0" smtClean="0">
                            <a:latin typeface="Cambria Math" panose="02040503050406030204" pitchFamily="18" charset="0"/>
                          </a:rPr>
                          <m:t>𝑝</m:t>
                        </m:r>
                      </m:sub>
                    </m:sSub>
                  </m:oMath>
                </a14:m>
                <a:r>
                  <a:rPr lang="es-AR" dirty="0"/>
                  <a:t>, + 10</a:t>
                </a:r>
              </a:p>
            </p:txBody>
          </p:sp>
        </mc:Choice>
        <mc:Fallback xmlns="">
          <p:sp>
            <p:nvSpPr>
              <p:cNvPr id="35" name="CuadroTexto 34">
                <a:extLst>
                  <a:ext uri="{FF2B5EF4-FFF2-40B4-BE49-F238E27FC236}">
                    <a16:creationId xmlns:a16="http://schemas.microsoft.com/office/drawing/2014/main" id="{37B6EB63-9C19-1CE4-D5A6-70EEB29F7C44}"/>
                  </a:ext>
                </a:extLst>
              </p:cNvPr>
              <p:cNvSpPr txBox="1">
                <a:spLocks noRot="1" noChangeAspect="1" noMove="1" noResize="1" noEditPoints="1" noAdjustHandles="1" noChangeArrowheads="1" noChangeShapeType="1" noTextEdit="1"/>
              </p:cNvSpPr>
              <p:nvPr/>
            </p:nvSpPr>
            <p:spPr>
              <a:xfrm>
                <a:off x="1992074" y="1909369"/>
                <a:ext cx="982898" cy="394019"/>
              </a:xfrm>
              <a:prstGeom prst="rect">
                <a:avLst/>
              </a:prstGeom>
              <a:blipFill>
                <a:blip r:embed="rId22"/>
                <a:stretch>
                  <a:fillRect t="-4615" r="-4348" b="-20000"/>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38" name="CuadroTexto 37">
                <a:extLst>
                  <a:ext uri="{FF2B5EF4-FFF2-40B4-BE49-F238E27FC236}">
                    <a16:creationId xmlns:a16="http://schemas.microsoft.com/office/drawing/2014/main" id="{35F441EF-1B16-503E-E380-5537011EF66B}"/>
                  </a:ext>
                </a:extLst>
              </p:cNvPr>
              <p:cNvSpPr txBox="1"/>
              <p:nvPr/>
            </p:nvSpPr>
            <p:spPr>
              <a:xfrm>
                <a:off x="2021239" y="2303388"/>
                <a:ext cx="764953" cy="369332"/>
              </a:xfrm>
              <a:prstGeom prst="rect">
                <a:avLst/>
              </a:prstGeom>
              <a:noFill/>
            </p:spPr>
            <p:txBody>
              <a:bodyPr wrap="none" rtlCol="0">
                <a:spAutoFit/>
              </a:bodyPr>
              <a:lstStyle/>
              <a:p>
                <a14:m>
                  <m:oMath xmlns:m="http://schemas.openxmlformats.org/officeDocument/2006/math">
                    <m:r>
                      <a:rPr lang="es-AR" i="1" dirty="0" smtClean="0">
                        <a:latin typeface="Cambria Math" panose="02040503050406030204" pitchFamily="18" charset="0"/>
                      </a:rPr>
                      <m:t>𝑅</m:t>
                    </m:r>
                  </m:oMath>
                </a14:m>
                <a:r>
                  <a:rPr lang="es-AR" dirty="0"/>
                  <a:t>, + 9</a:t>
                </a:r>
              </a:p>
            </p:txBody>
          </p:sp>
        </mc:Choice>
        <mc:Fallback xmlns="">
          <p:sp>
            <p:nvSpPr>
              <p:cNvPr id="38" name="CuadroTexto 37">
                <a:extLst>
                  <a:ext uri="{FF2B5EF4-FFF2-40B4-BE49-F238E27FC236}">
                    <a16:creationId xmlns:a16="http://schemas.microsoft.com/office/drawing/2014/main" id="{35F441EF-1B16-503E-E380-5537011EF66B}"/>
                  </a:ext>
                </a:extLst>
              </p:cNvPr>
              <p:cNvSpPr txBox="1">
                <a:spLocks noRot="1" noChangeAspect="1" noMove="1" noResize="1" noEditPoints="1" noAdjustHandles="1" noChangeArrowheads="1" noChangeShapeType="1" noTextEdit="1"/>
              </p:cNvSpPr>
              <p:nvPr/>
            </p:nvSpPr>
            <p:spPr>
              <a:xfrm>
                <a:off x="2021239" y="2303388"/>
                <a:ext cx="764953" cy="369332"/>
              </a:xfrm>
              <a:prstGeom prst="rect">
                <a:avLst/>
              </a:prstGeom>
              <a:blipFill>
                <a:blip r:embed="rId23"/>
                <a:stretch>
                  <a:fillRect t="-8333" r="-6400" b="-28333"/>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39" name="CuadroTexto 38">
                <a:extLst>
                  <a:ext uri="{FF2B5EF4-FFF2-40B4-BE49-F238E27FC236}">
                    <a16:creationId xmlns:a16="http://schemas.microsoft.com/office/drawing/2014/main" id="{6EEAC68A-CFBD-373B-476F-F6DDE5BD6679}"/>
                  </a:ext>
                </a:extLst>
              </p:cNvPr>
              <p:cNvSpPr txBox="1"/>
              <p:nvPr/>
            </p:nvSpPr>
            <p:spPr>
              <a:xfrm>
                <a:off x="2027578" y="2693258"/>
                <a:ext cx="1046761" cy="390748"/>
              </a:xfrm>
              <a:prstGeom prst="rect">
                <a:avLst/>
              </a:prstGeom>
              <a:noFill/>
            </p:spPr>
            <p:txBody>
              <a:bodyPr wrap="none" rtlCol="0">
                <a:spAutoFit/>
              </a:bodyPr>
              <a:lstStyle/>
              <a:p>
                <a14:m>
                  <m:oMath xmlns:m="http://schemas.openxmlformats.org/officeDocument/2006/math">
                    <m:sSub>
                      <m:sSubPr>
                        <m:ctrlPr>
                          <a:rPr lang="es-AR" i="1" dirty="0" smtClean="0">
                            <a:solidFill>
                              <a:schemeClr val="tx1"/>
                            </a:solidFill>
                            <a:latin typeface="Cambria Math" panose="02040503050406030204" pitchFamily="18" charset="0"/>
                          </a:rPr>
                        </m:ctrlPr>
                      </m:sSubPr>
                      <m:e>
                        <m:r>
                          <a:rPr lang="es-AR" b="0" i="1" dirty="0" smtClean="0">
                            <a:solidFill>
                              <a:schemeClr val="tx1"/>
                            </a:solidFill>
                            <a:latin typeface="Cambria Math" panose="02040503050406030204" pitchFamily="18" charset="0"/>
                          </a:rPr>
                          <m:t>𝐶</m:t>
                        </m:r>
                      </m:e>
                      <m:sub>
                        <m:r>
                          <a:rPr lang="es-AR" b="0" i="1" dirty="0" smtClean="0">
                            <a:solidFill>
                              <a:schemeClr val="tx1"/>
                            </a:solidFill>
                            <a:latin typeface="Cambria Math" panose="02040503050406030204" pitchFamily="18" charset="0"/>
                          </a:rPr>
                          <m:t>𝑝</m:t>
                        </m:r>
                      </m:sub>
                    </m:sSub>
                  </m:oMath>
                </a14:m>
                <a:r>
                  <a:rPr lang="es-AR" dirty="0">
                    <a:solidFill>
                      <a:schemeClr val="tx1"/>
                    </a:solidFill>
                  </a:rPr>
                  <a:t>, + 8,1</a:t>
                </a:r>
              </a:p>
            </p:txBody>
          </p:sp>
        </mc:Choice>
        <mc:Fallback xmlns="">
          <p:sp>
            <p:nvSpPr>
              <p:cNvPr id="39" name="CuadroTexto 38">
                <a:extLst>
                  <a:ext uri="{FF2B5EF4-FFF2-40B4-BE49-F238E27FC236}">
                    <a16:creationId xmlns:a16="http://schemas.microsoft.com/office/drawing/2014/main" id="{6EEAC68A-CFBD-373B-476F-F6DDE5BD6679}"/>
                  </a:ext>
                </a:extLst>
              </p:cNvPr>
              <p:cNvSpPr txBox="1">
                <a:spLocks noRot="1" noChangeAspect="1" noMove="1" noResize="1" noEditPoints="1" noAdjustHandles="1" noChangeArrowheads="1" noChangeShapeType="1" noTextEdit="1"/>
              </p:cNvSpPr>
              <p:nvPr/>
            </p:nvSpPr>
            <p:spPr>
              <a:xfrm>
                <a:off x="2027578" y="2693258"/>
                <a:ext cx="1046761" cy="390748"/>
              </a:xfrm>
              <a:prstGeom prst="rect">
                <a:avLst/>
              </a:prstGeom>
              <a:blipFill>
                <a:blip r:embed="rId24"/>
                <a:stretch>
                  <a:fillRect t="-6250" r="-4678" b="-21875"/>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41" name="CuadroTexto 40">
                <a:extLst>
                  <a:ext uri="{FF2B5EF4-FFF2-40B4-BE49-F238E27FC236}">
                    <a16:creationId xmlns:a16="http://schemas.microsoft.com/office/drawing/2014/main" id="{591D96C0-C7FF-CA94-68B2-0EFC864DAA13}"/>
                  </a:ext>
                </a:extLst>
              </p:cNvPr>
              <p:cNvSpPr txBox="1"/>
              <p:nvPr/>
            </p:nvSpPr>
            <p:spPr>
              <a:xfrm>
                <a:off x="2016628" y="3118495"/>
                <a:ext cx="959237" cy="369332"/>
              </a:xfrm>
              <a:prstGeom prst="rect">
                <a:avLst/>
              </a:prstGeom>
              <a:noFill/>
            </p:spPr>
            <p:txBody>
              <a:bodyPr wrap="none" rtlCol="0">
                <a:spAutoFit/>
              </a:bodyPr>
              <a:lstStyle/>
              <a:p>
                <a14:m>
                  <m:oMath xmlns:m="http://schemas.openxmlformats.org/officeDocument/2006/math">
                    <m:r>
                      <a:rPr lang="es-AR" i="1" dirty="0" smtClean="0">
                        <a:solidFill>
                          <a:schemeClr val="tx1"/>
                        </a:solidFill>
                        <a:latin typeface="Cambria Math" panose="02040503050406030204" pitchFamily="18" charset="0"/>
                      </a:rPr>
                      <m:t>𝑅</m:t>
                    </m:r>
                  </m:oMath>
                </a14:m>
                <a:r>
                  <a:rPr lang="es-AR" dirty="0">
                    <a:solidFill>
                      <a:schemeClr val="tx1"/>
                    </a:solidFill>
                  </a:rPr>
                  <a:t>, + 7,3</a:t>
                </a:r>
              </a:p>
            </p:txBody>
          </p:sp>
        </mc:Choice>
        <mc:Fallback xmlns="">
          <p:sp>
            <p:nvSpPr>
              <p:cNvPr id="41" name="CuadroTexto 40">
                <a:extLst>
                  <a:ext uri="{FF2B5EF4-FFF2-40B4-BE49-F238E27FC236}">
                    <a16:creationId xmlns:a16="http://schemas.microsoft.com/office/drawing/2014/main" id="{591D96C0-C7FF-CA94-68B2-0EFC864DAA13}"/>
                  </a:ext>
                </a:extLst>
              </p:cNvPr>
              <p:cNvSpPr txBox="1">
                <a:spLocks noRot="1" noChangeAspect="1" noMove="1" noResize="1" noEditPoints="1" noAdjustHandles="1" noChangeArrowheads="1" noChangeShapeType="1" noTextEdit="1"/>
              </p:cNvSpPr>
              <p:nvPr/>
            </p:nvSpPr>
            <p:spPr>
              <a:xfrm>
                <a:off x="2016628" y="3118495"/>
                <a:ext cx="959237" cy="369332"/>
              </a:xfrm>
              <a:prstGeom prst="rect">
                <a:avLst/>
              </a:prstGeom>
              <a:blipFill>
                <a:blip r:embed="rId25"/>
                <a:stretch>
                  <a:fillRect t="-8333" r="-5096" b="-28333"/>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42" name="CuadroTexto 41">
                <a:extLst>
                  <a:ext uri="{FF2B5EF4-FFF2-40B4-BE49-F238E27FC236}">
                    <a16:creationId xmlns:a16="http://schemas.microsoft.com/office/drawing/2014/main" id="{BFE4B4E5-4A6A-D8C4-77F2-C8F96C3CA92F}"/>
                  </a:ext>
                </a:extLst>
              </p:cNvPr>
              <p:cNvSpPr txBox="1"/>
              <p:nvPr/>
            </p:nvSpPr>
            <p:spPr>
              <a:xfrm>
                <a:off x="4827531" y="4346169"/>
                <a:ext cx="125034"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s-AR" i="1" smtClean="0">
                          <a:latin typeface="Cambria Math" panose="02040503050406030204" pitchFamily="18" charset="0"/>
                        </a:rPr>
                        <m:t>⋮</m:t>
                      </m:r>
                    </m:oMath>
                  </m:oMathPara>
                </a14:m>
                <a:endParaRPr lang="es-AR" dirty="0"/>
              </a:p>
            </p:txBody>
          </p:sp>
        </mc:Choice>
        <mc:Fallback xmlns="">
          <p:sp>
            <p:nvSpPr>
              <p:cNvPr id="42" name="CuadroTexto 41">
                <a:extLst>
                  <a:ext uri="{FF2B5EF4-FFF2-40B4-BE49-F238E27FC236}">
                    <a16:creationId xmlns:a16="http://schemas.microsoft.com/office/drawing/2014/main" id="{BFE4B4E5-4A6A-D8C4-77F2-C8F96C3CA92F}"/>
                  </a:ext>
                </a:extLst>
              </p:cNvPr>
              <p:cNvSpPr txBox="1">
                <a:spLocks noRot="1" noChangeAspect="1" noMove="1" noResize="1" noEditPoints="1" noAdjustHandles="1" noChangeArrowheads="1" noChangeShapeType="1" noTextEdit="1"/>
              </p:cNvSpPr>
              <p:nvPr/>
            </p:nvSpPr>
            <p:spPr>
              <a:xfrm>
                <a:off x="4827531" y="4346169"/>
                <a:ext cx="125034" cy="276999"/>
              </a:xfrm>
              <a:prstGeom prst="rect">
                <a:avLst/>
              </a:prstGeom>
              <a:blipFill>
                <a:blip r:embed="rId26"/>
                <a:stretch>
                  <a:fillRect l="-45000" r="-45000" b="-6667"/>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43" name="CuadroTexto 42">
                <a:extLst>
                  <a:ext uri="{FF2B5EF4-FFF2-40B4-BE49-F238E27FC236}">
                    <a16:creationId xmlns:a16="http://schemas.microsoft.com/office/drawing/2014/main" id="{066821C4-A544-B496-D044-8B99EAE446D5}"/>
                  </a:ext>
                </a:extLst>
              </p:cNvPr>
              <p:cNvSpPr txBox="1"/>
              <p:nvPr/>
            </p:nvSpPr>
            <p:spPr>
              <a:xfrm>
                <a:off x="6585029" y="3303161"/>
                <a:ext cx="125034"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s-AR" i="1" smtClean="0">
                          <a:latin typeface="Cambria Math" panose="02040503050406030204" pitchFamily="18" charset="0"/>
                        </a:rPr>
                        <m:t>⋮</m:t>
                      </m:r>
                    </m:oMath>
                  </m:oMathPara>
                </a14:m>
                <a:endParaRPr lang="es-AR" dirty="0"/>
              </a:p>
            </p:txBody>
          </p:sp>
        </mc:Choice>
        <mc:Fallback xmlns="">
          <p:sp>
            <p:nvSpPr>
              <p:cNvPr id="43" name="CuadroTexto 42">
                <a:extLst>
                  <a:ext uri="{FF2B5EF4-FFF2-40B4-BE49-F238E27FC236}">
                    <a16:creationId xmlns:a16="http://schemas.microsoft.com/office/drawing/2014/main" id="{066821C4-A544-B496-D044-8B99EAE446D5}"/>
                  </a:ext>
                </a:extLst>
              </p:cNvPr>
              <p:cNvSpPr txBox="1">
                <a:spLocks noRot="1" noChangeAspect="1" noMove="1" noResize="1" noEditPoints="1" noAdjustHandles="1" noChangeArrowheads="1" noChangeShapeType="1" noTextEdit="1"/>
              </p:cNvSpPr>
              <p:nvPr/>
            </p:nvSpPr>
            <p:spPr>
              <a:xfrm>
                <a:off x="6585029" y="3303161"/>
                <a:ext cx="125034" cy="276999"/>
              </a:xfrm>
              <a:prstGeom prst="rect">
                <a:avLst/>
              </a:prstGeom>
              <a:blipFill>
                <a:blip r:embed="rId27"/>
                <a:stretch>
                  <a:fillRect l="-42857" r="-38095" b="-6667"/>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44" name="CuadroTexto 43">
                <a:extLst>
                  <a:ext uri="{FF2B5EF4-FFF2-40B4-BE49-F238E27FC236}">
                    <a16:creationId xmlns:a16="http://schemas.microsoft.com/office/drawing/2014/main" id="{C03A1D46-A4A9-1230-0FA0-6F7160898B4A}"/>
                  </a:ext>
                </a:extLst>
              </p:cNvPr>
              <p:cNvSpPr txBox="1"/>
              <p:nvPr/>
            </p:nvSpPr>
            <p:spPr>
              <a:xfrm>
                <a:off x="9004744" y="4922611"/>
                <a:ext cx="125034"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s-AR" i="1" smtClean="0">
                          <a:latin typeface="Cambria Math" panose="02040503050406030204" pitchFamily="18" charset="0"/>
                        </a:rPr>
                        <m:t>⋮</m:t>
                      </m:r>
                    </m:oMath>
                  </m:oMathPara>
                </a14:m>
                <a:endParaRPr lang="es-AR" dirty="0"/>
              </a:p>
            </p:txBody>
          </p:sp>
        </mc:Choice>
        <mc:Fallback xmlns="">
          <p:sp>
            <p:nvSpPr>
              <p:cNvPr id="44" name="CuadroTexto 43">
                <a:extLst>
                  <a:ext uri="{FF2B5EF4-FFF2-40B4-BE49-F238E27FC236}">
                    <a16:creationId xmlns:a16="http://schemas.microsoft.com/office/drawing/2014/main" id="{C03A1D46-A4A9-1230-0FA0-6F7160898B4A}"/>
                  </a:ext>
                </a:extLst>
              </p:cNvPr>
              <p:cNvSpPr txBox="1">
                <a:spLocks noRot="1" noChangeAspect="1" noMove="1" noResize="1" noEditPoints="1" noAdjustHandles="1" noChangeArrowheads="1" noChangeShapeType="1" noTextEdit="1"/>
              </p:cNvSpPr>
              <p:nvPr/>
            </p:nvSpPr>
            <p:spPr>
              <a:xfrm>
                <a:off x="9004744" y="4922611"/>
                <a:ext cx="125034" cy="276999"/>
              </a:xfrm>
              <a:prstGeom prst="rect">
                <a:avLst/>
              </a:prstGeom>
              <a:blipFill>
                <a:blip r:embed="rId28"/>
                <a:stretch>
                  <a:fillRect l="-42857" r="-38095" b="-6667"/>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45" name="CuadroTexto 44">
                <a:extLst>
                  <a:ext uri="{FF2B5EF4-FFF2-40B4-BE49-F238E27FC236}">
                    <a16:creationId xmlns:a16="http://schemas.microsoft.com/office/drawing/2014/main" id="{D3FD0ACA-70AF-6C23-607F-59C45B5686EC}"/>
                  </a:ext>
                </a:extLst>
              </p:cNvPr>
              <p:cNvSpPr txBox="1"/>
              <p:nvPr/>
            </p:nvSpPr>
            <p:spPr>
              <a:xfrm>
                <a:off x="10694258" y="3226718"/>
                <a:ext cx="125034"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s-AR" i="1" smtClean="0">
                          <a:latin typeface="Cambria Math" panose="02040503050406030204" pitchFamily="18" charset="0"/>
                        </a:rPr>
                        <m:t>⋮</m:t>
                      </m:r>
                    </m:oMath>
                  </m:oMathPara>
                </a14:m>
                <a:endParaRPr lang="es-AR" dirty="0"/>
              </a:p>
            </p:txBody>
          </p:sp>
        </mc:Choice>
        <mc:Fallback xmlns="">
          <p:sp>
            <p:nvSpPr>
              <p:cNvPr id="45" name="CuadroTexto 44">
                <a:extLst>
                  <a:ext uri="{FF2B5EF4-FFF2-40B4-BE49-F238E27FC236}">
                    <a16:creationId xmlns:a16="http://schemas.microsoft.com/office/drawing/2014/main" id="{D3FD0ACA-70AF-6C23-607F-59C45B5686EC}"/>
                  </a:ext>
                </a:extLst>
              </p:cNvPr>
              <p:cNvSpPr txBox="1">
                <a:spLocks noRot="1" noChangeAspect="1" noMove="1" noResize="1" noEditPoints="1" noAdjustHandles="1" noChangeArrowheads="1" noChangeShapeType="1" noTextEdit="1"/>
              </p:cNvSpPr>
              <p:nvPr/>
            </p:nvSpPr>
            <p:spPr>
              <a:xfrm>
                <a:off x="10694258" y="3226718"/>
                <a:ext cx="125034" cy="276999"/>
              </a:xfrm>
              <a:prstGeom prst="rect">
                <a:avLst/>
              </a:prstGeom>
              <a:blipFill>
                <a:blip r:embed="rId29"/>
                <a:stretch>
                  <a:fillRect l="-42857" r="-38095" b="-4348"/>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46" name="CuadroTexto 45">
                <a:extLst>
                  <a:ext uri="{FF2B5EF4-FFF2-40B4-BE49-F238E27FC236}">
                    <a16:creationId xmlns:a16="http://schemas.microsoft.com/office/drawing/2014/main" id="{9DF1B6AC-5F48-CC66-1DA8-B5C3C2B5D94C}"/>
                  </a:ext>
                </a:extLst>
              </p:cNvPr>
              <p:cNvSpPr txBox="1"/>
              <p:nvPr/>
            </p:nvSpPr>
            <p:spPr>
              <a:xfrm>
                <a:off x="2036431" y="3510660"/>
                <a:ext cx="1046761" cy="390748"/>
              </a:xfrm>
              <a:prstGeom prst="rect">
                <a:avLst/>
              </a:prstGeom>
              <a:noFill/>
            </p:spPr>
            <p:txBody>
              <a:bodyPr wrap="none" rtlCol="0">
                <a:spAutoFit/>
              </a:bodyPr>
              <a:lstStyle/>
              <a:p>
                <a14:m>
                  <m:oMath xmlns:m="http://schemas.openxmlformats.org/officeDocument/2006/math">
                    <m:sSub>
                      <m:sSubPr>
                        <m:ctrlPr>
                          <a:rPr lang="es-AR" i="1" dirty="0" smtClean="0">
                            <a:solidFill>
                              <a:schemeClr val="tx1"/>
                            </a:solidFill>
                            <a:latin typeface="Cambria Math" panose="02040503050406030204" pitchFamily="18" charset="0"/>
                          </a:rPr>
                        </m:ctrlPr>
                      </m:sSubPr>
                      <m:e>
                        <m:r>
                          <a:rPr lang="es-AR" b="0" i="1" dirty="0" smtClean="0">
                            <a:solidFill>
                              <a:schemeClr val="tx1"/>
                            </a:solidFill>
                            <a:latin typeface="Cambria Math" panose="02040503050406030204" pitchFamily="18" charset="0"/>
                          </a:rPr>
                          <m:t>𝐶</m:t>
                        </m:r>
                      </m:e>
                      <m:sub>
                        <m:r>
                          <a:rPr lang="es-AR" b="0" i="1" dirty="0" smtClean="0">
                            <a:solidFill>
                              <a:schemeClr val="tx1"/>
                            </a:solidFill>
                            <a:latin typeface="Cambria Math" panose="02040503050406030204" pitchFamily="18" charset="0"/>
                          </a:rPr>
                          <m:t>𝑝</m:t>
                        </m:r>
                      </m:sub>
                    </m:sSub>
                  </m:oMath>
                </a14:m>
                <a:r>
                  <a:rPr lang="es-AR" dirty="0">
                    <a:solidFill>
                      <a:schemeClr val="tx1"/>
                    </a:solidFill>
                  </a:rPr>
                  <a:t>, + 6,6</a:t>
                </a:r>
              </a:p>
            </p:txBody>
          </p:sp>
        </mc:Choice>
        <mc:Fallback xmlns="">
          <p:sp>
            <p:nvSpPr>
              <p:cNvPr id="46" name="CuadroTexto 45">
                <a:extLst>
                  <a:ext uri="{FF2B5EF4-FFF2-40B4-BE49-F238E27FC236}">
                    <a16:creationId xmlns:a16="http://schemas.microsoft.com/office/drawing/2014/main" id="{9DF1B6AC-5F48-CC66-1DA8-B5C3C2B5D94C}"/>
                  </a:ext>
                </a:extLst>
              </p:cNvPr>
              <p:cNvSpPr txBox="1">
                <a:spLocks noRot="1" noChangeAspect="1" noMove="1" noResize="1" noEditPoints="1" noAdjustHandles="1" noChangeArrowheads="1" noChangeShapeType="1" noTextEdit="1"/>
              </p:cNvSpPr>
              <p:nvPr/>
            </p:nvSpPr>
            <p:spPr>
              <a:xfrm>
                <a:off x="2036431" y="3510660"/>
                <a:ext cx="1046761" cy="390748"/>
              </a:xfrm>
              <a:prstGeom prst="rect">
                <a:avLst/>
              </a:prstGeom>
              <a:blipFill>
                <a:blip r:embed="rId30"/>
                <a:stretch>
                  <a:fillRect t="-6250" r="-4651" b="-21875"/>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47" name="CuadroTexto 46">
                <a:extLst>
                  <a:ext uri="{FF2B5EF4-FFF2-40B4-BE49-F238E27FC236}">
                    <a16:creationId xmlns:a16="http://schemas.microsoft.com/office/drawing/2014/main" id="{7B616DCA-73FF-9D44-B08C-98F71446E54D}"/>
                  </a:ext>
                </a:extLst>
              </p:cNvPr>
              <p:cNvSpPr txBox="1"/>
              <p:nvPr/>
            </p:nvSpPr>
            <p:spPr>
              <a:xfrm>
                <a:off x="2044619" y="3946164"/>
                <a:ext cx="959237" cy="369332"/>
              </a:xfrm>
              <a:prstGeom prst="rect">
                <a:avLst/>
              </a:prstGeom>
              <a:noFill/>
            </p:spPr>
            <p:txBody>
              <a:bodyPr wrap="none" rtlCol="0">
                <a:spAutoFit/>
              </a:bodyPr>
              <a:lstStyle/>
              <a:p>
                <a14:m>
                  <m:oMath xmlns:m="http://schemas.openxmlformats.org/officeDocument/2006/math">
                    <m:r>
                      <a:rPr lang="es-AR" i="1" dirty="0" smtClean="0">
                        <a:solidFill>
                          <a:schemeClr val="tx1"/>
                        </a:solidFill>
                        <a:latin typeface="Cambria Math" panose="02040503050406030204" pitchFamily="18" charset="0"/>
                      </a:rPr>
                      <m:t>𝑅</m:t>
                    </m:r>
                  </m:oMath>
                </a14:m>
                <a:r>
                  <a:rPr lang="es-AR" dirty="0">
                    <a:solidFill>
                      <a:schemeClr val="tx1"/>
                    </a:solidFill>
                  </a:rPr>
                  <a:t>, + 5,9</a:t>
                </a:r>
              </a:p>
            </p:txBody>
          </p:sp>
        </mc:Choice>
        <mc:Fallback xmlns="">
          <p:sp>
            <p:nvSpPr>
              <p:cNvPr id="47" name="CuadroTexto 46">
                <a:extLst>
                  <a:ext uri="{FF2B5EF4-FFF2-40B4-BE49-F238E27FC236}">
                    <a16:creationId xmlns:a16="http://schemas.microsoft.com/office/drawing/2014/main" id="{7B616DCA-73FF-9D44-B08C-98F71446E54D}"/>
                  </a:ext>
                </a:extLst>
              </p:cNvPr>
              <p:cNvSpPr txBox="1">
                <a:spLocks noRot="1" noChangeAspect="1" noMove="1" noResize="1" noEditPoints="1" noAdjustHandles="1" noChangeArrowheads="1" noChangeShapeType="1" noTextEdit="1"/>
              </p:cNvSpPr>
              <p:nvPr/>
            </p:nvSpPr>
            <p:spPr>
              <a:xfrm>
                <a:off x="2044619" y="3946164"/>
                <a:ext cx="959237" cy="369332"/>
              </a:xfrm>
              <a:prstGeom prst="rect">
                <a:avLst/>
              </a:prstGeom>
              <a:blipFill>
                <a:blip r:embed="rId31"/>
                <a:stretch>
                  <a:fillRect t="-6557" r="-5063" b="-26230"/>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48" name="CuadroTexto 47">
                <a:extLst>
                  <a:ext uri="{FF2B5EF4-FFF2-40B4-BE49-F238E27FC236}">
                    <a16:creationId xmlns:a16="http://schemas.microsoft.com/office/drawing/2014/main" id="{3E24251D-D569-7151-3985-3059D8008950}"/>
                  </a:ext>
                </a:extLst>
              </p:cNvPr>
              <p:cNvSpPr txBox="1"/>
              <p:nvPr/>
            </p:nvSpPr>
            <p:spPr>
              <a:xfrm>
                <a:off x="704972" y="5699877"/>
                <a:ext cx="2369367" cy="67076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s-AR" b="0" i="1" smtClean="0">
                          <a:solidFill>
                            <a:schemeClr val="tx1"/>
                          </a:solidFill>
                          <a:latin typeface="Cambria Math" panose="02040503050406030204" pitchFamily="18" charset="0"/>
                          <a:ea typeface="Cambria Math" panose="02040503050406030204" pitchFamily="18" charset="0"/>
                        </a:rPr>
                        <m:t>∆</m:t>
                      </m:r>
                      <m:r>
                        <a:rPr lang="es-AR" b="0" i="1" smtClean="0">
                          <a:solidFill>
                            <a:schemeClr val="tx1"/>
                          </a:solidFill>
                          <a:latin typeface="Cambria Math" panose="02040503050406030204" pitchFamily="18" charset="0"/>
                        </a:rPr>
                        <m:t>𝐻</m:t>
                      </m:r>
                      <m:r>
                        <a:rPr lang="es-AR" b="0" i="1" smtClean="0">
                          <a:solidFill>
                            <a:schemeClr val="tx1"/>
                          </a:solidFill>
                          <a:latin typeface="Cambria Math" panose="02040503050406030204" pitchFamily="18" charset="0"/>
                        </a:rPr>
                        <m:t>=</m:t>
                      </m:r>
                      <m:nary>
                        <m:naryPr>
                          <m:chr m:val="∑"/>
                          <m:subHide m:val="on"/>
                          <m:supHide m:val="on"/>
                          <m:ctrlPr>
                            <a:rPr lang="es-AR" i="1" smtClean="0">
                              <a:solidFill>
                                <a:schemeClr val="tx1"/>
                              </a:solidFill>
                              <a:latin typeface="Cambria Math" panose="02040503050406030204" pitchFamily="18" charset="0"/>
                            </a:rPr>
                          </m:ctrlPr>
                        </m:naryPr>
                        <m:sub/>
                        <m:sup/>
                        <m:e>
                          <m:sSub>
                            <m:sSubPr>
                              <m:ctrlPr>
                                <a:rPr lang="es-AR" i="1" dirty="0">
                                  <a:solidFill>
                                    <a:schemeClr val="tx1"/>
                                  </a:solidFill>
                                  <a:latin typeface="Cambria Math" panose="02040503050406030204" pitchFamily="18" charset="0"/>
                                </a:rPr>
                              </m:ctrlPr>
                            </m:sSubPr>
                            <m:e>
                              <m:r>
                                <a:rPr lang="es-AR" i="1" dirty="0">
                                  <a:solidFill>
                                    <a:schemeClr val="tx1"/>
                                  </a:solidFill>
                                  <a:latin typeface="Cambria Math" panose="02040503050406030204" pitchFamily="18" charset="0"/>
                                </a:rPr>
                                <m:t>𝐶</m:t>
                              </m:r>
                            </m:e>
                            <m:sub>
                              <m:r>
                                <a:rPr lang="es-AR" i="1" dirty="0">
                                  <a:solidFill>
                                    <a:schemeClr val="tx1"/>
                                  </a:solidFill>
                                  <a:latin typeface="Cambria Math" panose="02040503050406030204" pitchFamily="18" charset="0"/>
                                </a:rPr>
                                <m:t>𝑝</m:t>
                              </m:r>
                            </m:sub>
                          </m:sSub>
                          <m:r>
                            <a:rPr lang="es-AR" b="0" i="1" dirty="0" smtClean="0">
                              <a:solidFill>
                                <a:schemeClr val="tx1"/>
                              </a:solidFill>
                              <a:latin typeface="Cambria Math" panose="02040503050406030204" pitchFamily="18" charset="0"/>
                            </a:rPr>
                            <m:t>+</m:t>
                          </m:r>
                          <m:r>
                            <a:rPr lang="es-AR" b="0" i="1" dirty="0" smtClean="0">
                              <a:solidFill>
                                <a:schemeClr val="tx1"/>
                              </a:solidFill>
                              <a:latin typeface="Cambria Math" panose="02040503050406030204" pitchFamily="18" charset="0"/>
                            </a:rPr>
                            <m:t>𝑅</m:t>
                          </m:r>
                        </m:e>
                      </m:nary>
                      <m:r>
                        <a:rPr lang="es-AR" b="0" i="1" smtClean="0">
                          <a:solidFill>
                            <a:schemeClr val="tx1"/>
                          </a:solidFill>
                          <a:latin typeface="Cambria Math" panose="02040503050406030204" pitchFamily="18" charset="0"/>
                        </a:rPr>
                        <m:t>=100</m:t>
                      </m:r>
                    </m:oMath>
                  </m:oMathPara>
                </a14:m>
                <a:endParaRPr lang="es-AR" i="1" dirty="0">
                  <a:solidFill>
                    <a:schemeClr val="tx1"/>
                  </a:solidFill>
                </a:endParaRPr>
              </a:p>
            </p:txBody>
          </p:sp>
        </mc:Choice>
        <mc:Fallback xmlns="">
          <p:sp>
            <p:nvSpPr>
              <p:cNvPr id="48" name="CuadroTexto 47">
                <a:extLst>
                  <a:ext uri="{FF2B5EF4-FFF2-40B4-BE49-F238E27FC236}">
                    <a16:creationId xmlns:a16="http://schemas.microsoft.com/office/drawing/2014/main" id="{3E24251D-D569-7151-3985-3059D8008950}"/>
                  </a:ext>
                </a:extLst>
              </p:cNvPr>
              <p:cNvSpPr txBox="1">
                <a:spLocks noRot="1" noChangeAspect="1" noMove="1" noResize="1" noEditPoints="1" noAdjustHandles="1" noChangeArrowheads="1" noChangeShapeType="1" noTextEdit="1"/>
              </p:cNvSpPr>
              <p:nvPr/>
            </p:nvSpPr>
            <p:spPr>
              <a:xfrm>
                <a:off x="704972" y="5699877"/>
                <a:ext cx="2369367" cy="670761"/>
              </a:xfrm>
              <a:prstGeom prst="rect">
                <a:avLst/>
              </a:prstGeom>
              <a:blipFill>
                <a:blip r:embed="rId32"/>
                <a:stretch>
                  <a:fillRect/>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49" name="CuadroTexto 48">
                <a:extLst>
                  <a:ext uri="{FF2B5EF4-FFF2-40B4-BE49-F238E27FC236}">
                    <a16:creationId xmlns:a16="http://schemas.microsoft.com/office/drawing/2014/main" id="{9948B0FC-13A1-895F-333A-8CC710A3E0F7}"/>
                  </a:ext>
                </a:extLst>
              </p:cNvPr>
              <p:cNvSpPr txBox="1"/>
              <p:nvPr/>
            </p:nvSpPr>
            <p:spPr>
              <a:xfrm>
                <a:off x="6771661" y="5699877"/>
                <a:ext cx="2586285" cy="67076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s-AR" b="0" i="1" smtClean="0">
                          <a:solidFill>
                            <a:schemeClr val="tx1"/>
                          </a:solidFill>
                          <a:latin typeface="Cambria Math" panose="02040503050406030204" pitchFamily="18" charset="0"/>
                          <a:ea typeface="Cambria Math" panose="02040503050406030204" pitchFamily="18" charset="0"/>
                        </a:rPr>
                        <m:t>∆</m:t>
                      </m:r>
                      <m:r>
                        <a:rPr lang="es-AR" b="0" i="1" smtClean="0">
                          <a:solidFill>
                            <a:schemeClr val="tx1"/>
                          </a:solidFill>
                          <a:latin typeface="Cambria Math" panose="02040503050406030204" pitchFamily="18" charset="0"/>
                        </a:rPr>
                        <m:t>𝑀</m:t>
                      </m:r>
                      <m:r>
                        <a:rPr lang="es-AR" b="0" i="1" smtClean="0">
                          <a:solidFill>
                            <a:schemeClr val="tx1"/>
                          </a:solidFill>
                          <a:latin typeface="Cambria Math" panose="02040503050406030204" pitchFamily="18" charset="0"/>
                        </a:rPr>
                        <m:t>=</m:t>
                      </m:r>
                      <m:nary>
                        <m:naryPr>
                          <m:chr m:val="∑"/>
                          <m:subHide m:val="on"/>
                          <m:supHide m:val="on"/>
                          <m:ctrlPr>
                            <a:rPr lang="es-AR" i="1" smtClean="0">
                              <a:solidFill>
                                <a:schemeClr val="tx1"/>
                              </a:solidFill>
                              <a:latin typeface="Cambria Math" panose="02040503050406030204" pitchFamily="18" charset="0"/>
                            </a:rPr>
                          </m:ctrlPr>
                        </m:naryPr>
                        <m:sub/>
                        <m:sup/>
                        <m:e>
                          <m:sSub>
                            <m:sSubPr>
                              <m:ctrlPr>
                                <a:rPr lang="es-AR" i="1" dirty="0" smtClean="0">
                                  <a:solidFill>
                                    <a:schemeClr val="tx1"/>
                                  </a:solidFill>
                                  <a:latin typeface="Cambria Math" panose="02040503050406030204" pitchFamily="18" charset="0"/>
                                </a:rPr>
                              </m:ctrlPr>
                            </m:sSubPr>
                            <m:e>
                              <m:r>
                                <a:rPr lang="es-AR" i="1" dirty="0">
                                  <a:solidFill>
                                    <a:schemeClr val="tx1"/>
                                  </a:solidFill>
                                  <a:latin typeface="Cambria Math" panose="02040503050406030204" pitchFamily="18" charset="0"/>
                                </a:rPr>
                                <m:t>𝐶</m:t>
                              </m:r>
                            </m:e>
                            <m:sub>
                              <m:r>
                                <a:rPr lang="es-AR" i="1" dirty="0">
                                  <a:solidFill>
                                    <a:schemeClr val="tx1"/>
                                  </a:solidFill>
                                  <a:latin typeface="Cambria Math" panose="02040503050406030204" pitchFamily="18" charset="0"/>
                                </a:rPr>
                                <m:t>𝑝</m:t>
                              </m:r>
                            </m:sub>
                          </m:sSub>
                          <m:r>
                            <a:rPr lang="es-AR" b="0" i="1" dirty="0" smtClean="0">
                              <a:solidFill>
                                <a:schemeClr val="tx1"/>
                              </a:solidFill>
                              <a:latin typeface="Cambria Math" panose="02040503050406030204" pitchFamily="18" charset="0"/>
                            </a:rPr>
                            <m:t>+</m:t>
                          </m:r>
                          <m:r>
                            <a:rPr lang="es-AR" b="0" i="1" dirty="0" smtClean="0">
                              <a:solidFill>
                                <a:schemeClr val="tx1"/>
                              </a:solidFill>
                              <a:latin typeface="Cambria Math" panose="02040503050406030204" pitchFamily="18" charset="0"/>
                            </a:rPr>
                            <m:t>𝐷</m:t>
                          </m:r>
                        </m:e>
                      </m:nary>
                      <m:r>
                        <a:rPr lang="es-AR" b="0" i="1" smtClean="0">
                          <a:solidFill>
                            <a:schemeClr val="tx1"/>
                          </a:solidFill>
                          <a:latin typeface="Cambria Math" panose="02040503050406030204" pitchFamily="18" charset="0"/>
                        </a:rPr>
                        <m:t>=526,3</m:t>
                      </m:r>
                    </m:oMath>
                  </m:oMathPara>
                </a14:m>
                <a:endParaRPr lang="es-AR" i="1" dirty="0">
                  <a:solidFill>
                    <a:schemeClr val="tx1"/>
                  </a:solidFill>
                </a:endParaRPr>
              </a:p>
            </p:txBody>
          </p:sp>
        </mc:Choice>
        <mc:Fallback xmlns="">
          <p:sp>
            <p:nvSpPr>
              <p:cNvPr id="49" name="CuadroTexto 48">
                <a:extLst>
                  <a:ext uri="{FF2B5EF4-FFF2-40B4-BE49-F238E27FC236}">
                    <a16:creationId xmlns:a16="http://schemas.microsoft.com/office/drawing/2014/main" id="{9948B0FC-13A1-895F-333A-8CC710A3E0F7}"/>
                  </a:ext>
                </a:extLst>
              </p:cNvPr>
              <p:cNvSpPr txBox="1">
                <a:spLocks noRot="1" noChangeAspect="1" noMove="1" noResize="1" noEditPoints="1" noAdjustHandles="1" noChangeArrowheads="1" noChangeShapeType="1" noTextEdit="1"/>
              </p:cNvSpPr>
              <p:nvPr/>
            </p:nvSpPr>
            <p:spPr>
              <a:xfrm>
                <a:off x="6771661" y="5699877"/>
                <a:ext cx="2586285" cy="670761"/>
              </a:xfrm>
              <a:prstGeom prst="rect">
                <a:avLst/>
              </a:prstGeom>
              <a:blipFill>
                <a:blip r:embed="rId33"/>
                <a:stretch>
                  <a:fillRect/>
                </a:stretch>
              </a:blipFill>
            </p:spPr>
            <p:txBody>
              <a:bodyPr/>
              <a:lstStyle/>
              <a:p>
                <a:r>
                  <a:rPr lang="es-AR">
                    <a:noFill/>
                  </a:rPr>
                  <a:t> </a:t>
                </a:r>
              </a:p>
            </p:txBody>
          </p:sp>
        </mc:Fallback>
      </mc:AlternateContent>
      <p:sp>
        <p:nvSpPr>
          <p:cNvPr id="51" name="Elipse 50">
            <a:extLst>
              <a:ext uri="{FF2B5EF4-FFF2-40B4-BE49-F238E27FC236}">
                <a16:creationId xmlns:a16="http://schemas.microsoft.com/office/drawing/2014/main" id="{F19CB387-4EE4-8BF5-9B77-1A31C1AB4A57}"/>
              </a:ext>
            </a:extLst>
          </p:cNvPr>
          <p:cNvSpPr/>
          <p:nvPr/>
        </p:nvSpPr>
        <p:spPr>
          <a:xfrm>
            <a:off x="1415706" y="1974722"/>
            <a:ext cx="288000" cy="288000"/>
          </a:xfrm>
          <a:prstGeom prst="ellipse">
            <a:avLst/>
          </a:prstGeom>
          <a:no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AR" dirty="0">
                <a:solidFill>
                  <a:schemeClr val="tx1"/>
                </a:solidFill>
              </a:rPr>
              <a:t>1</a:t>
            </a:r>
          </a:p>
        </p:txBody>
      </p:sp>
      <p:sp>
        <p:nvSpPr>
          <p:cNvPr id="52" name="Elipse 51">
            <a:extLst>
              <a:ext uri="{FF2B5EF4-FFF2-40B4-BE49-F238E27FC236}">
                <a16:creationId xmlns:a16="http://schemas.microsoft.com/office/drawing/2014/main" id="{61CD55B3-0A09-DABE-2857-B3AB42E14A7A}"/>
              </a:ext>
            </a:extLst>
          </p:cNvPr>
          <p:cNvSpPr/>
          <p:nvPr/>
        </p:nvSpPr>
        <p:spPr>
          <a:xfrm>
            <a:off x="3222008" y="1974722"/>
            <a:ext cx="288000" cy="288000"/>
          </a:xfrm>
          <a:prstGeom prst="ellipse">
            <a:avLst/>
          </a:prstGeom>
          <a:no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AR" dirty="0">
                <a:solidFill>
                  <a:schemeClr val="tx1"/>
                </a:solidFill>
              </a:rPr>
              <a:t>1</a:t>
            </a:r>
          </a:p>
        </p:txBody>
      </p:sp>
      <p:sp>
        <p:nvSpPr>
          <p:cNvPr id="53" name="Elipse 52">
            <a:extLst>
              <a:ext uri="{FF2B5EF4-FFF2-40B4-BE49-F238E27FC236}">
                <a16:creationId xmlns:a16="http://schemas.microsoft.com/office/drawing/2014/main" id="{38D9FD1D-D39F-0DE4-6EC1-BBE6D9C4049B}"/>
              </a:ext>
            </a:extLst>
          </p:cNvPr>
          <p:cNvSpPr/>
          <p:nvPr/>
        </p:nvSpPr>
        <p:spPr>
          <a:xfrm>
            <a:off x="3222008" y="2406454"/>
            <a:ext cx="288000" cy="288000"/>
          </a:xfrm>
          <a:prstGeom prst="ellipse">
            <a:avLst/>
          </a:prstGeom>
          <a:no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AR" dirty="0">
                <a:solidFill>
                  <a:schemeClr val="tx1"/>
                </a:solidFill>
              </a:rPr>
              <a:t>1</a:t>
            </a:r>
          </a:p>
        </p:txBody>
      </p:sp>
      <p:sp>
        <p:nvSpPr>
          <p:cNvPr id="54" name="Elipse 53">
            <a:extLst>
              <a:ext uri="{FF2B5EF4-FFF2-40B4-BE49-F238E27FC236}">
                <a16:creationId xmlns:a16="http://schemas.microsoft.com/office/drawing/2014/main" id="{474E6364-23E2-26F5-2757-F2AD50C2F113}"/>
              </a:ext>
            </a:extLst>
          </p:cNvPr>
          <p:cNvSpPr/>
          <p:nvPr/>
        </p:nvSpPr>
        <p:spPr>
          <a:xfrm>
            <a:off x="5508244" y="1974722"/>
            <a:ext cx="288000" cy="288000"/>
          </a:xfrm>
          <a:prstGeom prst="ellipse">
            <a:avLst/>
          </a:prstGeom>
          <a:no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AR" dirty="0">
                <a:solidFill>
                  <a:schemeClr val="tx1"/>
                </a:solidFill>
              </a:rPr>
              <a:t>1</a:t>
            </a:r>
          </a:p>
        </p:txBody>
      </p:sp>
      <p:sp>
        <p:nvSpPr>
          <p:cNvPr id="55" name="Elipse 54">
            <a:extLst>
              <a:ext uri="{FF2B5EF4-FFF2-40B4-BE49-F238E27FC236}">
                <a16:creationId xmlns:a16="http://schemas.microsoft.com/office/drawing/2014/main" id="{3FC6676A-92A0-45EA-B24A-276319A41B0D}"/>
              </a:ext>
            </a:extLst>
          </p:cNvPr>
          <p:cNvSpPr/>
          <p:nvPr/>
        </p:nvSpPr>
        <p:spPr>
          <a:xfrm>
            <a:off x="7237438" y="1974722"/>
            <a:ext cx="288000" cy="288000"/>
          </a:xfrm>
          <a:prstGeom prst="ellipse">
            <a:avLst/>
          </a:prstGeom>
          <a:no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AR" dirty="0">
                <a:solidFill>
                  <a:schemeClr val="tx1"/>
                </a:solidFill>
              </a:rPr>
              <a:t>1</a:t>
            </a:r>
          </a:p>
        </p:txBody>
      </p:sp>
      <p:sp>
        <p:nvSpPr>
          <p:cNvPr id="56" name="Elipse 55">
            <a:extLst>
              <a:ext uri="{FF2B5EF4-FFF2-40B4-BE49-F238E27FC236}">
                <a16:creationId xmlns:a16="http://schemas.microsoft.com/office/drawing/2014/main" id="{567BC29A-0584-C07B-7602-F3A71189B768}"/>
              </a:ext>
            </a:extLst>
          </p:cNvPr>
          <p:cNvSpPr/>
          <p:nvPr/>
        </p:nvSpPr>
        <p:spPr>
          <a:xfrm>
            <a:off x="9597275" y="1974722"/>
            <a:ext cx="288000" cy="288000"/>
          </a:xfrm>
          <a:prstGeom prst="ellipse">
            <a:avLst/>
          </a:prstGeom>
          <a:no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AR" dirty="0">
                <a:solidFill>
                  <a:schemeClr val="tx1"/>
                </a:solidFill>
              </a:rPr>
              <a:t>1</a:t>
            </a:r>
          </a:p>
        </p:txBody>
      </p:sp>
      <p:sp>
        <p:nvSpPr>
          <p:cNvPr id="57" name="Elipse 56">
            <a:extLst>
              <a:ext uri="{FF2B5EF4-FFF2-40B4-BE49-F238E27FC236}">
                <a16:creationId xmlns:a16="http://schemas.microsoft.com/office/drawing/2014/main" id="{56C7CC9D-40B6-A271-0ED8-E6A05960AF87}"/>
              </a:ext>
            </a:extLst>
          </p:cNvPr>
          <p:cNvSpPr/>
          <p:nvPr/>
        </p:nvSpPr>
        <p:spPr>
          <a:xfrm>
            <a:off x="9597275" y="2406454"/>
            <a:ext cx="288000" cy="288000"/>
          </a:xfrm>
          <a:prstGeom prst="ellipse">
            <a:avLst/>
          </a:prstGeom>
          <a:no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AR" dirty="0">
                <a:solidFill>
                  <a:schemeClr val="tx1"/>
                </a:solidFill>
              </a:rPr>
              <a:t>1</a:t>
            </a:r>
          </a:p>
        </p:txBody>
      </p:sp>
      <p:sp>
        <p:nvSpPr>
          <p:cNvPr id="58" name="Elipse 57">
            <a:extLst>
              <a:ext uri="{FF2B5EF4-FFF2-40B4-BE49-F238E27FC236}">
                <a16:creationId xmlns:a16="http://schemas.microsoft.com/office/drawing/2014/main" id="{0A40AEF5-25F5-2C9D-16EA-1A14634163D5}"/>
              </a:ext>
            </a:extLst>
          </p:cNvPr>
          <p:cNvSpPr/>
          <p:nvPr/>
        </p:nvSpPr>
        <p:spPr>
          <a:xfrm>
            <a:off x="9597275" y="2781434"/>
            <a:ext cx="288000" cy="288000"/>
          </a:xfrm>
          <a:prstGeom prst="ellipse">
            <a:avLst/>
          </a:prstGeom>
          <a:no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AR" dirty="0">
                <a:solidFill>
                  <a:schemeClr val="tx1"/>
                </a:solidFill>
              </a:rPr>
              <a:t>1</a:t>
            </a:r>
          </a:p>
        </p:txBody>
      </p:sp>
      <p:sp>
        <p:nvSpPr>
          <p:cNvPr id="59" name="Elipse 58">
            <a:extLst>
              <a:ext uri="{FF2B5EF4-FFF2-40B4-BE49-F238E27FC236}">
                <a16:creationId xmlns:a16="http://schemas.microsoft.com/office/drawing/2014/main" id="{F0D3D3A6-1B0E-5D76-C618-E9D20E8B4C65}"/>
              </a:ext>
            </a:extLst>
          </p:cNvPr>
          <p:cNvSpPr/>
          <p:nvPr/>
        </p:nvSpPr>
        <p:spPr>
          <a:xfrm>
            <a:off x="5502600" y="2362089"/>
            <a:ext cx="288000" cy="288000"/>
          </a:xfrm>
          <a:prstGeom prst="ellipse">
            <a:avLst/>
          </a:prstGeom>
          <a:no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AR" dirty="0">
                <a:solidFill>
                  <a:schemeClr val="tx1"/>
                </a:solidFill>
              </a:rPr>
              <a:t>2</a:t>
            </a:r>
          </a:p>
        </p:txBody>
      </p:sp>
      <p:sp>
        <p:nvSpPr>
          <p:cNvPr id="60" name="Elipse 59">
            <a:extLst>
              <a:ext uri="{FF2B5EF4-FFF2-40B4-BE49-F238E27FC236}">
                <a16:creationId xmlns:a16="http://schemas.microsoft.com/office/drawing/2014/main" id="{3C22F567-4F38-5D19-2AFC-7C296FA22917}"/>
              </a:ext>
            </a:extLst>
          </p:cNvPr>
          <p:cNvSpPr/>
          <p:nvPr/>
        </p:nvSpPr>
        <p:spPr>
          <a:xfrm>
            <a:off x="11464339" y="1974722"/>
            <a:ext cx="288000" cy="288000"/>
          </a:xfrm>
          <a:prstGeom prst="ellipse">
            <a:avLst/>
          </a:prstGeom>
          <a:no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AR" dirty="0">
                <a:solidFill>
                  <a:schemeClr val="tx1"/>
                </a:solidFill>
              </a:rPr>
              <a:t>2</a:t>
            </a:r>
          </a:p>
        </p:txBody>
      </p:sp>
      <p:sp>
        <p:nvSpPr>
          <p:cNvPr id="61" name="Elipse 60">
            <a:extLst>
              <a:ext uri="{FF2B5EF4-FFF2-40B4-BE49-F238E27FC236}">
                <a16:creationId xmlns:a16="http://schemas.microsoft.com/office/drawing/2014/main" id="{889AF645-0AA0-0692-87B7-B6ED6A23E625}"/>
              </a:ext>
            </a:extLst>
          </p:cNvPr>
          <p:cNvSpPr/>
          <p:nvPr/>
        </p:nvSpPr>
        <p:spPr>
          <a:xfrm>
            <a:off x="9595675" y="3199827"/>
            <a:ext cx="288000" cy="288000"/>
          </a:xfrm>
          <a:prstGeom prst="ellipse">
            <a:avLst/>
          </a:prstGeom>
          <a:no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AR" dirty="0">
                <a:solidFill>
                  <a:schemeClr val="tx1"/>
                </a:solidFill>
              </a:rPr>
              <a:t>2</a:t>
            </a:r>
          </a:p>
        </p:txBody>
      </p:sp>
      <p:sp>
        <p:nvSpPr>
          <p:cNvPr id="62" name="Elipse 61">
            <a:extLst>
              <a:ext uri="{FF2B5EF4-FFF2-40B4-BE49-F238E27FC236}">
                <a16:creationId xmlns:a16="http://schemas.microsoft.com/office/drawing/2014/main" id="{886A3AA2-BF4C-535A-5722-4C2E889F7E2D}"/>
              </a:ext>
            </a:extLst>
          </p:cNvPr>
          <p:cNvSpPr/>
          <p:nvPr/>
        </p:nvSpPr>
        <p:spPr>
          <a:xfrm>
            <a:off x="9595675" y="3562034"/>
            <a:ext cx="288000" cy="288000"/>
          </a:xfrm>
          <a:prstGeom prst="ellipse">
            <a:avLst/>
          </a:prstGeom>
          <a:no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AR" dirty="0">
                <a:solidFill>
                  <a:schemeClr val="tx1"/>
                </a:solidFill>
              </a:rPr>
              <a:t>2</a:t>
            </a:r>
          </a:p>
        </p:txBody>
      </p:sp>
      <p:sp>
        <p:nvSpPr>
          <p:cNvPr id="69" name="Elipse 68">
            <a:extLst>
              <a:ext uri="{FF2B5EF4-FFF2-40B4-BE49-F238E27FC236}">
                <a16:creationId xmlns:a16="http://schemas.microsoft.com/office/drawing/2014/main" id="{609BDF15-6954-CEB5-4528-CB41A0AB0849}"/>
              </a:ext>
            </a:extLst>
          </p:cNvPr>
          <p:cNvSpPr/>
          <p:nvPr/>
        </p:nvSpPr>
        <p:spPr>
          <a:xfrm>
            <a:off x="7267318" y="2344054"/>
            <a:ext cx="288000" cy="288000"/>
          </a:xfrm>
          <a:prstGeom prst="ellipse">
            <a:avLst/>
          </a:prstGeom>
          <a:no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AR" dirty="0">
                <a:solidFill>
                  <a:schemeClr val="tx1"/>
                </a:solidFill>
              </a:rPr>
              <a:t>2</a:t>
            </a:r>
          </a:p>
        </p:txBody>
      </p:sp>
      <p:sp>
        <p:nvSpPr>
          <p:cNvPr id="70" name="Elipse 69">
            <a:extLst>
              <a:ext uri="{FF2B5EF4-FFF2-40B4-BE49-F238E27FC236}">
                <a16:creationId xmlns:a16="http://schemas.microsoft.com/office/drawing/2014/main" id="{5ECD4F2E-60A9-74DA-3252-7389B3708DCB}"/>
              </a:ext>
            </a:extLst>
          </p:cNvPr>
          <p:cNvSpPr/>
          <p:nvPr/>
        </p:nvSpPr>
        <p:spPr>
          <a:xfrm>
            <a:off x="3206772" y="2796006"/>
            <a:ext cx="288000" cy="288000"/>
          </a:xfrm>
          <a:prstGeom prst="ellipse">
            <a:avLst/>
          </a:prstGeom>
          <a:no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AR" dirty="0">
                <a:solidFill>
                  <a:schemeClr val="tx1"/>
                </a:solidFill>
              </a:rPr>
              <a:t>2</a:t>
            </a:r>
          </a:p>
        </p:txBody>
      </p:sp>
      <p:sp>
        <p:nvSpPr>
          <p:cNvPr id="71" name="Elipse 70">
            <a:extLst>
              <a:ext uri="{FF2B5EF4-FFF2-40B4-BE49-F238E27FC236}">
                <a16:creationId xmlns:a16="http://schemas.microsoft.com/office/drawing/2014/main" id="{EEEA233E-9382-E67C-62EC-3A9582CEAC17}"/>
              </a:ext>
            </a:extLst>
          </p:cNvPr>
          <p:cNvSpPr/>
          <p:nvPr/>
        </p:nvSpPr>
        <p:spPr>
          <a:xfrm>
            <a:off x="5502600" y="3159161"/>
            <a:ext cx="288000" cy="288000"/>
          </a:xfrm>
          <a:prstGeom prst="ellipse">
            <a:avLst/>
          </a:prstGeom>
          <a:no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AR" dirty="0">
                <a:solidFill>
                  <a:schemeClr val="tx1"/>
                </a:solidFill>
              </a:rPr>
              <a:t>3</a:t>
            </a:r>
          </a:p>
        </p:txBody>
      </p:sp>
      <p:sp>
        <p:nvSpPr>
          <p:cNvPr id="72" name="Elipse 71">
            <a:extLst>
              <a:ext uri="{FF2B5EF4-FFF2-40B4-BE49-F238E27FC236}">
                <a16:creationId xmlns:a16="http://schemas.microsoft.com/office/drawing/2014/main" id="{07C23C2A-96B1-4515-1251-E55348D7DBD0}"/>
              </a:ext>
            </a:extLst>
          </p:cNvPr>
          <p:cNvSpPr/>
          <p:nvPr/>
        </p:nvSpPr>
        <p:spPr>
          <a:xfrm>
            <a:off x="3206772" y="3179681"/>
            <a:ext cx="288000" cy="288000"/>
          </a:xfrm>
          <a:prstGeom prst="ellipse">
            <a:avLst/>
          </a:prstGeom>
          <a:no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AR" dirty="0">
                <a:solidFill>
                  <a:schemeClr val="tx1"/>
                </a:solidFill>
              </a:rPr>
              <a:t>2</a:t>
            </a:r>
          </a:p>
        </p:txBody>
      </p:sp>
      <p:sp>
        <p:nvSpPr>
          <p:cNvPr id="73" name="Elipse 72">
            <a:extLst>
              <a:ext uri="{FF2B5EF4-FFF2-40B4-BE49-F238E27FC236}">
                <a16:creationId xmlns:a16="http://schemas.microsoft.com/office/drawing/2014/main" id="{2A30BF94-9B19-8FE9-2E04-7353761BE5DF}"/>
              </a:ext>
            </a:extLst>
          </p:cNvPr>
          <p:cNvSpPr/>
          <p:nvPr/>
        </p:nvSpPr>
        <p:spPr>
          <a:xfrm>
            <a:off x="5502600" y="2781434"/>
            <a:ext cx="288000" cy="288000"/>
          </a:xfrm>
          <a:prstGeom prst="ellipse">
            <a:avLst/>
          </a:prstGeom>
          <a:no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AR" dirty="0">
                <a:solidFill>
                  <a:schemeClr val="tx1"/>
                </a:solidFill>
              </a:rPr>
              <a:t>2</a:t>
            </a:r>
          </a:p>
        </p:txBody>
      </p:sp>
      <p:sp>
        <p:nvSpPr>
          <p:cNvPr id="74" name="Elipse 73">
            <a:extLst>
              <a:ext uri="{FF2B5EF4-FFF2-40B4-BE49-F238E27FC236}">
                <a16:creationId xmlns:a16="http://schemas.microsoft.com/office/drawing/2014/main" id="{6BA80764-89D3-FBEC-045F-ED721486FE7D}"/>
              </a:ext>
            </a:extLst>
          </p:cNvPr>
          <p:cNvSpPr/>
          <p:nvPr/>
        </p:nvSpPr>
        <p:spPr>
          <a:xfrm>
            <a:off x="5502600" y="3524676"/>
            <a:ext cx="288000" cy="288000"/>
          </a:xfrm>
          <a:prstGeom prst="ellipse">
            <a:avLst/>
          </a:prstGeom>
          <a:no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AR" dirty="0">
                <a:solidFill>
                  <a:schemeClr val="tx1"/>
                </a:solidFill>
              </a:rPr>
              <a:t>3</a:t>
            </a:r>
          </a:p>
        </p:txBody>
      </p:sp>
      <p:sp>
        <p:nvSpPr>
          <p:cNvPr id="75" name="Elipse 74">
            <a:extLst>
              <a:ext uri="{FF2B5EF4-FFF2-40B4-BE49-F238E27FC236}">
                <a16:creationId xmlns:a16="http://schemas.microsoft.com/office/drawing/2014/main" id="{F47E0E8D-B490-2767-6733-ABFBD45D55E9}"/>
              </a:ext>
            </a:extLst>
          </p:cNvPr>
          <p:cNvSpPr/>
          <p:nvPr/>
        </p:nvSpPr>
        <p:spPr>
          <a:xfrm>
            <a:off x="7283338" y="2764760"/>
            <a:ext cx="288000" cy="288000"/>
          </a:xfrm>
          <a:prstGeom prst="ellipse">
            <a:avLst/>
          </a:prstGeom>
          <a:no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AR" dirty="0">
                <a:solidFill>
                  <a:schemeClr val="tx1"/>
                </a:solidFill>
              </a:rPr>
              <a:t>3</a:t>
            </a:r>
          </a:p>
        </p:txBody>
      </p:sp>
      <p:sp>
        <p:nvSpPr>
          <p:cNvPr id="76" name="Elipse 75">
            <a:extLst>
              <a:ext uri="{FF2B5EF4-FFF2-40B4-BE49-F238E27FC236}">
                <a16:creationId xmlns:a16="http://schemas.microsoft.com/office/drawing/2014/main" id="{04BDF5FA-09A0-66DF-1174-027BC1304F4F}"/>
              </a:ext>
            </a:extLst>
          </p:cNvPr>
          <p:cNvSpPr/>
          <p:nvPr/>
        </p:nvSpPr>
        <p:spPr>
          <a:xfrm>
            <a:off x="11475045" y="2400904"/>
            <a:ext cx="288000" cy="288000"/>
          </a:xfrm>
          <a:prstGeom prst="ellipse">
            <a:avLst/>
          </a:prstGeom>
          <a:no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AR" dirty="0">
                <a:solidFill>
                  <a:schemeClr val="tx1"/>
                </a:solidFill>
              </a:rPr>
              <a:t>3</a:t>
            </a:r>
          </a:p>
        </p:txBody>
      </p:sp>
      <p:sp>
        <p:nvSpPr>
          <p:cNvPr id="77" name="Elipse 76">
            <a:extLst>
              <a:ext uri="{FF2B5EF4-FFF2-40B4-BE49-F238E27FC236}">
                <a16:creationId xmlns:a16="http://schemas.microsoft.com/office/drawing/2014/main" id="{42A1EDC0-71AA-59F0-61CC-FF2E5953D184}"/>
              </a:ext>
            </a:extLst>
          </p:cNvPr>
          <p:cNvSpPr/>
          <p:nvPr/>
        </p:nvSpPr>
        <p:spPr>
          <a:xfrm>
            <a:off x="3194912" y="3556269"/>
            <a:ext cx="288000" cy="288000"/>
          </a:xfrm>
          <a:prstGeom prst="ellipse">
            <a:avLst/>
          </a:prstGeom>
          <a:no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AR" dirty="0">
                <a:solidFill>
                  <a:schemeClr val="tx1"/>
                </a:solidFill>
              </a:rPr>
              <a:t>3</a:t>
            </a:r>
          </a:p>
        </p:txBody>
      </p:sp>
      <p:sp>
        <p:nvSpPr>
          <p:cNvPr id="78" name="Elipse 77">
            <a:extLst>
              <a:ext uri="{FF2B5EF4-FFF2-40B4-BE49-F238E27FC236}">
                <a16:creationId xmlns:a16="http://schemas.microsoft.com/office/drawing/2014/main" id="{852D43CF-75CF-E581-F283-3B15F8F90391}"/>
              </a:ext>
            </a:extLst>
          </p:cNvPr>
          <p:cNvSpPr/>
          <p:nvPr/>
        </p:nvSpPr>
        <p:spPr>
          <a:xfrm>
            <a:off x="3185994" y="4027496"/>
            <a:ext cx="288000" cy="288000"/>
          </a:xfrm>
          <a:prstGeom prst="ellipse">
            <a:avLst/>
          </a:prstGeom>
          <a:no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AR" dirty="0">
                <a:solidFill>
                  <a:schemeClr val="tx1"/>
                </a:solidFill>
              </a:rPr>
              <a:t>3</a:t>
            </a:r>
          </a:p>
        </p:txBody>
      </p:sp>
      <p:sp>
        <p:nvSpPr>
          <p:cNvPr id="79" name="Elipse 78">
            <a:extLst>
              <a:ext uri="{FF2B5EF4-FFF2-40B4-BE49-F238E27FC236}">
                <a16:creationId xmlns:a16="http://schemas.microsoft.com/office/drawing/2014/main" id="{170D5686-623A-062C-8DF7-922A1D4BA2F7}"/>
              </a:ext>
            </a:extLst>
          </p:cNvPr>
          <p:cNvSpPr/>
          <p:nvPr/>
        </p:nvSpPr>
        <p:spPr>
          <a:xfrm>
            <a:off x="9572414" y="3914347"/>
            <a:ext cx="288000" cy="288000"/>
          </a:xfrm>
          <a:prstGeom prst="ellipse">
            <a:avLst/>
          </a:prstGeom>
          <a:no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AR" dirty="0">
                <a:solidFill>
                  <a:schemeClr val="tx1"/>
                </a:solidFill>
              </a:rPr>
              <a:t>3</a:t>
            </a:r>
          </a:p>
        </p:txBody>
      </p:sp>
      <p:sp>
        <p:nvSpPr>
          <p:cNvPr id="80" name="Elipse 79">
            <a:extLst>
              <a:ext uri="{FF2B5EF4-FFF2-40B4-BE49-F238E27FC236}">
                <a16:creationId xmlns:a16="http://schemas.microsoft.com/office/drawing/2014/main" id="{DF649E8C-75F1-F480-4F93-3DE73D249D8A}"/>
              </a:ext>
            </a:extLst>
          </p:cNvPr>
          <p:cNvSpPr/>
          <p:nvPr/>
        </p:nvSpPr>
        <p:spPr>
          <a:xfrm>
            <a:off x="9572414" y="4280656"/>
            <a:ext cx="288000" cy="288000"/>
          </a:xfrm>
          <a:prstGeom prst="ellipse">
            <a:avLst/>
          </a:prstGeom>
          <a:no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AR" dirty="0">
                <a:solidFill>
                  <a:schemeClr val="tx1"/>
                </a:solidFill>
              </a:rPr>
              <a:t>3</a:t>
            </a:r>
          </a:p>
        </p:txBody>
      </p:sp>
      <p:grpSp>
        <p:nvGrpSpPr>
          <p:cNvPr id="28" name="Grupo 27">
            <a:extLst>
              <a:ext uri="{FF2B5EF4-FFF2-40B4-BE49-F238E27FC236}">
                <a16:creationId xmlns:a16="http://schemas.microsoft.com/office/drawing/2014/main" id="{E830523A-5007-40B5-7E26-49DEC54B4A21}"/>
              </a:ext>
            </a:extLst>
          </p:cNvPr>
          <p:cNvGrpSpPr/>
          <p:nvPr/>
        </p:nvGrpSpPr>
        <p:grpSpPr>
          <a:xfrm>
            <a:off x="301478" y="101545"/>
            <a:ext cx="5162653" cy="584775"/>
            <a:chOff x="301478" y="101545"/>
            <a:chExt cx="5162653" cy="584775"/>
          </a:xfrm>
        </p:grpSpPr>
        <mc:AlternateContent xmlns:mc="http://schemas.openxmlformats.org/markup-compatibility/2006" xmlns:a14="http://schemas.microsoft.com/office/drawing/2010/main">
          <mc:Choice Requires="a14">
            <p:sp>
              <p:nvSpPr>
                <p:cNvPr id="31" name="CuadroTexto 30">
                  <a:extLst>
                    <a:ext uri="{FF2B5EF4-FFF2-40B4-BE49-F238E27FC236}">
                      <a16:creationId xmlns:a16="http://schemas.microsoft.com/office/drawing/2014/main" id="{D41DF3BA-B4D5-F04F-1E1D-524E021AA73D}"/>
                    </a:ext>
                  </a:extLst>
                </p:cNvPr>
                <p:cNvSpPr txBox="1"/>
                <p:nvPr/>
              </p:nvSpPr>
              <p:spPr>
                <a:xfrm>
                  <a:off x="404348" y="101545"/>
                  <a:ext cx="5059783" cy="584775"/>
                </a:xfrm>
                <a:prstGeom prst="rect">
                  <a:avLst/>
                </a:prstGeom>
                <a:noFill/>
              </p:spPr>
              <p:txBody>
                <a:bodyPr wrap="none" rtlCol="0">
                  <a:spAutoFit/>
                </a:bodyPr>
                <a:lstStyle/>
                <a:p>
                  <a:r>
                    <a:rPr lang="es-AR" sz="3200" dirty="0">
                      <a:latin typeface="+mj-lt"/>
                      <a:cs typeface="Times New Roman" panose="02020603050405020304" pitchFamily="18" charset="0"/>
                    </a:rPr>
                    <a:t>Creación endógena </a:t>
                  </a:r>
                  <a14:m>
                    <m:oMath xmlns:m="http://schemas.openxmlformats.org/officeDocument/2006/math">
                      <m:r>
                        <a:rPr lang="es-AR" sz="3200" i="1" dirty="0">
                          <a:latin typeface="Cambria Math" panose="02040503050406030204" pitchFamily="18" charset="0"/>
                          <a:cs typeface="Times New Roman" panose="02020603050405020304" pitchFamily="18" charset="0"/>
                        </a:rPr>
                        <m:t>(</m:t>
                      </m:r>
                      <m:r>
                        <a:rPr lang="es-AR" sz="3200" i="1" dirty="0">
                          <a:latin typeface="Cambria Math" panose="02040503050406030204" pitchFamily="18" charset="0"/>
                          <a:cs typeface="Times New Roman" panose="02020603050405020304" pitchFamily="18" charset="0"/>
                        </a:rPr>
                        <m:t>𝑡</m:t>
                      </m:r>
                      <m:r>
                        <a:rPr lang="es-AR" sz="3200" i="1" dirty="0">
                          <a:latin typeface="Cambria Math" panose="02040503050406030204" pitchFamily="18" charset="0"/>
                          <a:cs typeface="Times New Roman" panose="02020603050405020304" pitchFamily="18" charset="0"/>
                        </a:rPr>
                        <m:t>−1)</m:t>
                      </m:r>
                    </m:oMath>
                  </a14:m>
                  <a:endParaRPr lang="es-AR" sz="3200" dirty="0">
                    <a:latin typeface="+mj-lt"/>
                    <a:cs typeface="Times New Roman" panose="02020603050405020304" pitchFamily="18" charset="0"/>
                  </a:endParaRPr>
                </a:p>
              </p:txBody>
            </p:sp>
          </mc:Choice>
          <mc:Fallback xmlns="">
            <p:sp>
              <p:nvSpPr>
                <p:cNvPr id="31" name="CuadroTexto 30">
                  <a:extLst>
                    <a:ext uri="{FF2B5EF4-FFF2-40B4-BE49-F238E27FC236}">
                      <a16:creationId xmlns:a16="http://schemas.microsoft.com/office/drawing/2014/main" id="{D41DF3BA-B4D5-F04F-1E1D-524E021AA73D}"/>
                    </a:ext>
                  </a:extLst>
                </p:cNvPr>
                <p:cNvSpPr txBox="1">
                  <a:spLocks noRot="1" noChangeAspect="1" noMove="1" noResize="1" noEditPoints="1" noAdjustHandles="1" noChangeArrowheads="1" noChangeShapeType="1" noTextEdit="1"/>
                </p:cNvSpPr>
                <p:nvPr/>
              </p:nvSpPr>
              <p:spPr>
                <a:xfrm>
                  <a:off x="404348" y="101545"/>
                  <a:ext cx="5059783" cy="584775"/>
                </a:xfrm>
                <a:prstGeom prst="rect">
                  <a:avLst/>
                </a:prstGeom>
                <a:blipFill>
                  <a:blip r:embed="rId34"/>
                  <a:stretch>
                    <a:fillRect l="-3012" t="-12500" b="-34375"/>
                  </a:stretch>
                </a:blipFill>
              </p:spPr>
              <p:txBody>
                <a:bodyPr/>
                <a:lstStyle/>
                <a:p>
                  <a:r>
                    <a:rPr lang="es-AR">
                      <a:noFill/>
                    </a:rPr>
                    <a:t> </a:t>
                  </a:r>
                </a:p>
              </p:txBody>
            </p:sp>
          </mc:Fallback>
        </mc:AlternateContent>
        <p:cxnSp>
          <p:nvCxnSpPr>
            <p:cNvPr id="32" name="Conector recto 31">
              <a:extLst>
                <a:ext uri="{FF2B5EF4-FFF2-40B4-BE49-F238E27FC236}">
                  <a16:creationId xmlns:a16="http://schemas.microsoft.com/office/drawing/2014/main" id="{08B0B921-87E7-765F-AC7A-2471F58E9312}"/>
                </a:ext>
              </a:extLst>
            </p:cNvPr>
            <p:cNvCxnSpPr>
              <a:cxnSpLocks/>
            </p:cNvCxnSpPr>
            <p:nvPr/>
          </p:nvCxnSpPr>
          <p:spPr>
            <a:xfrm>
              <a:off x="301478" y="231932"/>
              <a:ext cx="0" cy="324000"/>
            </a:xfrm>
            <a:prstGeom prst="line">
              <a:avLst/>
            </a:prstGeom>
            <a:ln w="76200">
              <a:solidFill>
                <a:schemeClr val="tx1"/>
              </a:solidFill>
            </a:ln>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6566004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1"/>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40"/>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56"/>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5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4"/>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5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64"/>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58"/>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35"/>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52"/>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54"/>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36"/>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38"/>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53"/>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59"/>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16"/>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10"/>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60"/>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2"/>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61"/>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29"/>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69"/>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3"/>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62"/>
                                        </p:tgtEl>
                                        <p:attrNameLst>
                                          <p:attrName>style.visibility</p:attrName>
                                        </p:attrNameLst>
                                      </p:cBhvr>
                                      <p:to>
                                        <p:strVal val="visible"/>
                                      </p:to>
                                    </p:set>
                                  </p:childTnLst>
                                </p:cTn>
                              </p:par>
                              <p:par>
                                <p:cTn id="69" presetID="1" presetClass="entr" presetSubtype="0" fill="hold" grpId="0" nodeType="withEffect">
                                  <p:stCondLst>
                                    <p:cond delay="0"/>
                                  </p:stCondLst>
                                  <p:childTnLst>
                                    <p:set>
                                      <p:cBhvr>
                                        <p:cTn id="70" dur="1" fill="hold">
                                          <p:stCondLst>
                                            <p:cond delay="0"/>
                                          </p:stCondLst>
                                        </p:cTn>
                                        <p:tgtEl>
                                          <p:spTgt spid="39"/>
                                        </p:tgtEl>
                                        <p:attrNameLst>
                                          <p:attrName>style.visibility</p:attrName>
                                        </p:attrNameLst>
                                      </p:cBhvr>
                                      <p:to>
                                        <p:strVal val="visible"/>
                                      </p:to>
                                    </p:set>
                                  </p:childTnLst>
                                </p:cTn>
                              </p:par>
                              <p:par>
                                <p:cTn id="71" presetID="1" presetClass="entr" presetSubtype="0" fill="hold" grpId="0" nodeType="withEffect">
                                  <p:stCondLst>
                                    <p:cond delay="0"/>
                                  </p:stCondLst>
                                  <p:childTnLst>
                                    <p:set>
                                      <p:cBhvr>
                                        <p:cTn id="72" dur="1" fill="hold">
                                          <p:stCondLst>
                                            <p:cond delay="0"/>
                                          </p:stCondLst>
                                        </p:cTn>
                                        <p:tgtEl>
                                          <p:spTgt spid="70"/>
                                        </p:tgtEl>
                                        <p:attrNameLst>
                                          <p:attrName>style.visibility</p:attrName>
                                        </p:attrNameLst>
                                      </p:cBhvr>
                                      <p:to>
                                        <p:strVal val="visible"/>
                                      </p:to>
                                    </p:set>
                                  </p:childTnLst>
                                </p:cTn>
                              </p:par>
                            </p:childTnLst>
                          </p:cTn>
                        </p:par>
                      </p:childTnLst>
                    </p:cTn>
                  </p:par>
                  <p:par>
                    <p:cTn id="73" fill="hold">
                      <p:stCondLst>
                        <p:cond delay="indefinite"/>
                      </p:stCondLst>
                      <p:childTnLst>
                        <p:par>
                          <p:cTn id="74" fill="hold">
                            <p:stCondLst>
                              <p:cond delay="0"/>
                            </p:stCondLst>
                            <p:childTnLst>
                              <p:par>
                                <p:cTn id="75" presetID="1" presetClass="entr" presetSubtype="0" fill="hold" grpId="0" nodeType="clickEffect">
                                  <p:stCondLst>
                                    <p:cond delay="0"/>
                                  </p:stCondLst>
                                  <p:childTnLst>
                                    <p:set>
                                      <p:cBhvr>
                                        <p:cTn id="76" dur="1" fill="hold">
                                          <p:stCondLst>
                                            <p:cond delay="0"/>
                                          </p:stCondLst>
                                        </p:cTn>
                                        <p:tgtEl>
                                          <p:spTgt spid="17"/>
                                        </p:tgtEl>
                                        <p:attrNameLst>
                                          <p:attrName>style.visibility</p:attrName>
                                        </p:attrNameLst>
                                      </p:cBhvr>
                                      <p:to>
                                        <p:strVal val="visible"/>
                                      </p:to>
                                    </p:set>
                                  </p:childTnLst>
                                </p:cTn>
                              </p:par>
                              <p:par>
                                <p:cTn id="77" presetID="1" presetClass="entr" presetSubtype="0" fill="hold" grpId="0" nodeType="withEffect">
                                  <p:stCondLst>
                                    <p:cond delay="0"/>
                                  </p:stCondLst>
                                  <p:childTnLst>
                                    <p:set>
                                      <p:cBhvr>
                                        <p:cTn id="78" dur="1" fill="hold">
                                          <p:stCondLst>
                                            <p:cond delay="0"/>
                                          </p:stCondLst>
                                        </p:cTn>
                                        <p:tgtEl>
                                          <p:spTgt spid="73"/>
                                        </p:tgtEl>
                                        <p:attrNameLst>
                                          <p:attrName>style.visibility</p:attrName>
                                        </p:attrNameLst>
                                      </p:cBhvr>
                                      <p:to>
                                        <p:strVal val="visible"/>
                                      </p:to>
                                    </p:set>
                                  </p:childTnLst>
                                </p:cTn>
                              </p:par>
                              <p:par>
                                <p:cTn id="79" presetID="1" presetClass="entr" presetSubtype="0" fill="hold" grpId="0" nodeType="withEffect">
                                  <p:stCondLst>
                                    <p:cond delay="0"/>
                                  </p:stCondLst>
                                  <p:childTnLst>
                                    <p:set>
                                      <p:cBhvr>
                                        <p:cTn id="80" dur="1" fill="hold">
                                          <p:stCondLst>
                                            <p:cond delay="0"/>
                                          </p:stCondLst>
                                        </p:cTn>
                                        <p:tgtEl>
                                          <p:spTgt spid="41"/>
                                        </p:tgtEl>
                                        <p:attrNameLst>
                                          <p:attrName>style.visibility</p:attrName>
                                        </p:attrNameLst>
                                      </p:cBhvr>
                                      <p:to>
                                        <p:strVal val="visible"/>
                                      </p:to>
                                    </p:set>
                                  </p:childTnLst>
                                </p:cTn>
                              </p:par>
                              <p:par>
                                <p:cTn id="81" presetID="1" presetClass="entr" presetSubtype="0" fill="hold" grpId="0" nodeType="withEffect">
                                  <p:stCondLst>
                                    <p:cond delay="0"/>
                                  </p:stCondLst>
                                  <p:childTnLst>
                                    <p:set>
                                      <p:cBhvr>
                                        <p:cTn id="82" dur="1" fill="hold">
                                          <p:stCondLst>
                                            <p:cond delay="0"/>
                                          </p:stCondLst>
                                        </p:cTn>
                                        <p:tgtEl>
                                          <p:spTgt spid="72"/>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1" presetClass="entr" presetSubtype="0" fill="hold" grpId="0" nodeType="clickEffect">
                                  <p:stCondLst>
                                    <p:cond delay="0"/>
                                  </p:stCondLst>
                                  <p:childTnLst>
                                    <p:set>
                                      <p:cBhvr>
                                        <p:cTn id="86" dur="1" fill="hold">
                                          <p:stCondLst>
                                            <p:cond delay="0"/>
                                          </p:stCondLst>
                                        </p:cTn>
                                        <p:tgtEl>
                                          <p:spTgt spid="19"/>
                                        </p:tgtEl>
                                        <p:attrNameLst>
                                          <p:attrName>style.visibility</p:attrName>
                                        </p:attrNameLst>
                                      </p:cBhvr>
                                      <p:to>
                                        <p:strVal val="visible"/>
                                      </p:to>
                                    </p:set>
                                  </p:childTnLst>
                                </p:cTn>
                              </p:par>
                              <p:par>
                                <p:cTn id="87" presetID="1" presetClass="entr" presetSubtype="0" fill="hold" grpId="0" nodeType="withEffect">
                                  <p:stCondLst>
                                    <p:cond delay="0"/>
                                  </p:stCondLst>
                                  <p:childTnLst>
                                    <p:set>
                                      <p:cBhvr>
                                        <p:cTn id="88" dur="1" fill="hold">
                                          <p:stCondLst>
                                            <p:cond delay="0"/>
                                          </p:stCondLst>
                                        </p:cTn>
                                        <p:tgtEl>
                                          <p:spTgt spid="71"/>
                                        </p:tgtEl>
                                        <p:attrNameLst>
                                          <p:attrName>style.visibility</p:attrName>
                                        </p:attrNameLst>
                                      </p:cBhvr>
                                      <p:to>
                                        <p:strVal val="visible"/>
                                      </p:to>
                                    </p:set>
                                  </p:childTnLst>
                                </p:cTn>
                              </p:par>
                              <p:par>
                                <p:cTn id="89" presetID="1" presetClass="entr" presetSubtype="0" fill="hold" grpId="0" nodeType="withEffect">
                                  <p:stCondLst>
                                    <p:cond delay="0"/>
                                  </p:stCondLst>
                                  <p:childTnLst>
                                    <p:set>
                                      <p:cBhvr>
                                        <p:cTn id="90" dur="1" fill="hold">
                                          <p:stCondLst>
                                            <p:cond delay="0"/>
                                          </p:stCondLst>
                                        </p:cTn>
                                        <p:tgtEl>
                                          <p:spTgt spid="11"/>
                                        </p:tgtEl>
                                        <p:attrNameLst>
                                          <p:attrName>style.visibility</p:attrName>
                                        </p:attrNameLst>
                                      </p:cBhvr>
                                      <p:to>
                                        <p:strVal val="visible"/>
                                      </p:to>
                                    </p:set>
                                  </p:childTnLst>
                                </p:cTn>
                              </p:par>
                              <p:par>
                                <p:cTn id="91" presetID="1" presetClass="entr" presetSubtype="0" fill="hold" grpId="0" nodeType="withEffect">
                                  <p:stCondLst>
                                    <p:cond delay="0"/>
                                  </p:stCondLst>
                                  <p:childTnLst>
                                    <p:set>
                                      <p:cBhvr>
                                        <p:cTn id="92" dur="1" fill="hold">
                                          <p:stCondLst>
                                            <p:cond delay="0"/>
                                          </p:stCondLst>
                                        </p:cTn>
                                        <p:tgtEl>
                                          <p:spTgt spid="76"/>
                                        </p:tgtEl>
                                        <p:attrNameLst>
                                          <p:attrName>style.visibility</p:attrName>
                                        </p:attrNameLst>
                                      </p:cBhvr>
                                      <p:to>
                                        <p:strVal val="visible"/>
                                      </p:to>
                                    </p:set>
                                  </p:childTnLst>
                                </p:cTn>
                              </p:par>
                            </p:childTnLst>
                          </p:cTn>
                        </p:par>
                      </p:childTnLst>
                    </p:cTn>
                  </p:par>
                  <p:par>
                    <p:cTn id="93" fill="hold">
                      <p:stCondLst>
                        <p:cond delay="indefinite"/>
                      </p:stCondLst>
                      <p:childTnLst>
                        <p:par>
                          <p:cTn id="94" fill="hold">
                            <p:stCondLst>
                              <p:cond delay="0"/>
                            </p:stCondLst>
                            <p:childTnLst>
                              <p:par>
                                <p:cTn id="95" presetID="1" presetClass="entr" presetSubtype="0" fill="hold" grpId="0" nodeType="clickEffect">
                                  <p:stCondLst>
                                    <p:cond delay="0"/>
                                  </p:stCondLst>
                                  <p:childTnLst>
                                    <p:set>
                                      <p:cBhvr>
                                        <p:cTn id="96" dur="1" fill="hold">
                                          <p:stCondLst>
                                            <p:cond delay="0"/>
                                          </p:stCondLst>
                                        </p:cTn>
                                        <p:tgtEl>
                                          <p:spTgt spid="4"/>
                                        </p:tgtEl>
                                        <p:attrNameLst>
                                          <p:attrName>style.visibility</p:attrName>
                                        </p:attrNameLst>
                                      </p:cBhvr>
                                      <p:to>
                                        <p:strVal val="visible"/>
                                      </p:to>
                                    </p:set>
                                  </p:childTnLst>
                                </p:cTn>
                              </p:par>
                              <p:par>
                                <p:cTn id="97" presetID="1" presetClass="entr" presetSubtype="0" fill="hold" grpId="0" nodeType="withEffect">
                                  <p:stCondLst>
                                    <p:cond delay="0"/>
                                  </p:stCondLst>
                                  <p:childTnLst>
                                    <p:set>
                                      <p:cBhvr>
                                        <p:cTn id="98" dur="1" fill="hold">
                                          <p:stCondLst>
                                            <p:cond delay="0"/>
                                          </p:stCondLst>
                                        </p:cTn>
                                        <p:tgtEl>
                                          <p:spTgt spid="79"/>
                                        </p:tgtEl>
                                        <p:attrNameLst>
                                          <p:attrName>style.visibility</p:attrName>
                                        </p:attrNameLst>
                                      </p:cBhvr>
                                      <p:to>
                                        <p:strVal val="visible"/>
                                      </p:to>
                                    </p:set>
                                  </p:childTnLst>
                                </p:cTn>
                              </p:par>
                              <p:par>
                                <p:cTn id="99" presetID="1" presetClass="entr" presetSubtype="0" fill="hold" grpId="0" nodeType="withEffect">
                                  <p:stCondLst>
                                    <p:cond delay="0"/>
                                  </p:stCondLst>
                                  <p:childTnLst>
                                    <p:set>
                                      <p:cBhvr>
                                        <p:cTn id="100" dur="1" fill="hold">
                                          <p:stCondLst>
                                            <p:cond delay="0"/>
                                          </p:stCondLst>
                                        </p:cTn>
                                        <p:tgtEl>
                                          <p:spTgt spid="30"/>
                                        </p:tgtEl>
                                        <p:attrNameLst>
                                          <p:attrName>style.visibility</p:attrName>
                                        </p:attrNameLst>
                                      </p:cBhvr>
                                      <p:to>
                                        <p:strVal val="visible"/>
                                      </p:to>
                                    </p:set>
                                  </p:childTnLst>
                                </p:cTn>
                              </p:par>
                              <p:par>
                                <p:cTn id="101" presetID="1" presetClass="entr" presetSubtype="0" fill="hold" grpId="0" nodeType="withEffect">
                                  <p:stCondLst>
                                    <p:cond delay="0"/>
                                  </p:stCondLst>
                                  <p:childTnLst>
                                    <p:set>
                                      <p:cBhvr>
                                        <p:cTn id="102" dur="1" fill="hold">
                                          <p:stCondLst>
                                            <p:cond delay="0"/>
                                          </p:stCondLst>
                                        </p:cTn>
                                        <p:tgtEl>
                                          <p:spTgt spid="75"/>
                                        </p:tgtEl>
                                        <p:attrNameLst>
                                          <p:attrName>style.visibility</p:attrName>
                                        </p:attrNameLst>
                                      </p:cBhvr>
                                      <p:to>
                                        <p:strVal val="visible"/>
                                      </p:to>
                                    </p:set>
                                  </p:childTnLst>
                                </p:cTn>
                              </p:par>
                            </p:childTnLst>
                          </p:cTn>
                        </p:par>
                      </p:childTnLst>
                    </p:cTn>
                  </p:par>
                  <p:par>
                    <p:cTn id="103" fill="hold">
                      <p:stCondLst>
                        <p:cond delay="indefinite"/>
                      </p:stCondLst>
                      <p:childTnLst>
                        <p:par>
                          <p:cTn id="104" fill="hold">
                            <p:stCondLst>
                              <p:cond delay="0"/>
                            </p:stCondLst>
                            <p:childTnLst>
                              <p:par>
                                <p:cTn id="105" presetID="1" presetClass="entr" presetSubtype="0" fill="hold" grpId="0" nodeType="clickEffect">
                                  <p:stCondLst>
                                    <p:cond delay="0"/>
                                  </p:stCondLst>
                                  <p:childTnLst>
                                    <p:set>
                                      <p:cBhvr>
                                        <p:cTn id="106" dur="1" fill="hold">
                                          <p:stCondLst>
                                            <p:cond delay="0"/>
                                          </p:stCondLst>
                                        </p:cTn>
                                        <p:tgtEl>
                                          <p:spTgt spid="46"/>
                                        </p:tgtEl>
                                        <p:attrNameLst>
                                          <p:attrName>style.visibility</p:attrName>
                                        </p:attrNameLst>
                                      </p:cBhvr>
                                      <p:to>
                                        <p:strVal val="visible"/>
                                      </p:to>
                                    </p:set>
                                  </p:childTnLst>
                                </p:cTn>
                              </p:par>
                              <p:par>
                                <p:cTn id="107" presetID="1" presetClass="entr" presetSubtype="0" fill="hold" grpId="0" nodeType="withEffect">
                                  <p:stCondLst>
                                    <p:cond delay="0"/>
                                  </p:stCondLst>
                                  <p:childTnLst>
                                    <p:set>
                                      <p:cBhvr>
                                        <p:cTn id="108" dur="1" fill="hold">
                                          <p:stCondLst>
                                            <p:cond delay="0"/>
                                          </p:stCondLst>
                                        </p:cTn>
                                        <p:tgtEl>
                                          <p:spTgt spid="77"/>
                                        </p:tgtEl>
                                        <p:attrNameLst>
                                          <p:attrName>style.visibility</p:attrName>
                                        </p:attrNameLst>
                                      </p:cBhvr>
                                      <p:to>
                                        <p:strVal val="visible"/>
                                      </p:to>
                                    </p:set>
                                  </p:childTnLst>
                                </p:cTn>
                              </p:par>
                              <p:par>
                                <p:cTn id="109" presetID="1" presetClass="entr" presetSubtype="0" fill="hold" grpId="0" nodeType="withEffect">
                                  <p:stCondLst>
                                    <p:cond delay="0"/>
                                  </p:stCondLst>
                                  <p:childTnLst>
                                    <p:set>
                                      <p:cBhvr>
                                        <p:cTn id="110" dur="1" fill="hold">
                                          <p:stCondLst>
                                            <p:cond delay="0"/>
                                          </p:stCondLst>
                                        </p:cTn>
                                        <p:tgtEl>
                                          <p:spTgt spid="6"/>
                                        </p:tgtEl>
                                        <p:attrNameLst>
                                          <p:attrName>style.visibility</p:attrName>
                                        </p:attrNameLst>
                                      </p:cBhvr>
                                      <p:to>
                                        <p:strVal val="visible"/>
                                      </p:to>
                                    </p:set>
                                  </p:childTnLst>
                                </p:cTn>
                              </p:par>
                              <p:par>
                                <p:cTn id="111" presetID="1" presetClass="entr" presetSubtype="0" fill="hold" grpId="0" nodeType="withEffect">
                                  <p:stCondLst>
                                    <p:cond delay="0"/>
                                  </p:stCondLst>
                                  <p:childTnLst>
                                    <p:set>
                                      <p:cBhvr>
                                        <p:cTn id="112" dur="1" fill="hold">
                                          <p:stCondLst>
                                            <p:cond delay="0"/>
                                          </p:stCondLst>
                                        </p:cTn>
                                        <p:tgtEl>
                                          <p:spTgt spid="80"/>
                                        </p:tgtEl>
                                        <p:attrNameLst>
                                          <p:attrName>style.visibility</p:attrName>
                                        </p:attrNameLst>
                                      </p:cBhvr>
                                      <p:to>
                                        <p:strVal val="visible"/>
                                      </p:to>
                                    </p:set>
                                  </p:childTnLst>
                                </p:cTn>
                              </p:par>
                            </p:childTnLst>
                          </p:cTn>
                        </p:par>
                      </p:childTnLst>
                    </p:cTn>
                  </p:par>
                  <p:par>
                    <p:cTn id="113" fill="hold">
                      <p:stCondLst>
                        <p:cond delay="indefinite"/>
                      </p:stCondLst>
                      <p:childTnLst>
                        <p:par>
                          <p:cTn id="114" fill="hold">
                            <p:stCondLst>
                              <p:cond delay="0"/>
                            </p:stCondLst>
                            <p:childTnLst>
                              <p:par>
                                <p:cTn id="115" presetID="1" presetClass="entr" presetSubtype="0" fill="hold" grpId="0" nodeType="clickEffect">
                                  <p:stCondLst>
                                    <p:cond delay="0"/>
                                  </p:stCondLst>
                                  <p:childTnLst>
                                    <p:set>
                                      <p:cBhvr>
                                        <p:cTn id="116" dur="1" fill="hold">
                                          <p:stCondLst>
                                            <p:cond delay="0"/>
                                          </p:stCondLst>
                                        </p:cTn>
                                        <p:tgtEl>
                                          <p:spTgt spid="20"/>
                                        </p:tgtEl>
                                        <p:attrNameLst>
                                          <p:attrName>style.visibility</p:attrName>
                                        </p:attrNameLst>
                                      </p:cBhvr>
                                      <p:to>
                                        <p:strVal val="visible"/>
                                      </p:to>
                                    </p:set>
                                  </p:childTnLst>
                                </p:cTn>
                              </p:par>
                              <p:par>
                                <p:cTn id="117" presetID="1" presetClass="entr" presetSubtype="0" fill="hold" grpId="0" nodeType="withEffect">
                                  <p:stCondLst>
                                    <p:cond delay="0"/>
                                  </p:stCondLst>
                                  <p:childTnLst>
                                    <p:set>
                                      <p:cBhvr>
                                        <p:cTn id="118" dur="1" fill="hold">
                                          <p:stCondLst>
                                            <p:cond delay="0"/>
                                          </p:stCondLst>
                                        </p:cTn>
                                        <p:tgtEl>
                                          <p:spTgt spid="74"/>
                                        </p:tgtEl>
                                        <p:attrNameLst>
                                          <p:attrName>style.visibility</p:attrName>
                                        </p:attrNameLst>
                                      </p:cBhvr>
                                      <p:to>
                                        <p:strVal val="visible"/>
                                      </p:to>
                                    </p:set>
                                  </p:childTnLst>
                                </p:cTn>
                              </p:par>
                              <p:par>
                                <p:cTn id="119" presetID="1" presetClass="entr" presetSubtype="0" fill="hold" grpId="0" nodeType="withEffect">
                                  <p:stCondLst>
                                    <p:cond delay="0"/>
                                  </p:stCondLst>
                                  <p:childTnLst>
                                    <p:set>
                                      <p:cBhvr>
                                        <p:cTn id="120" dur="1" fill="hold">
                                          <p:stCondLst>
                                            <p:cond delay="0"/>
                                          </p:stCondLst>
                                        </p:cTn>
                                        <p:tgtEl>
                                          <p:spTgt spid="47"/>
                                        </p:tgtEl>
                                        <p:attrNameLst>
                                          <p:attrName>style.visibility</p:attrName>
                                        </p:attrNameLst>
                                      </p:cBhvr>
                                      <p:to>
                                        <p:strVal val="visible"/>
                                      </p:to>
                                    </p:set>
                                  </p:childTnLst>
                                </p:cTn>
                              </p:par>
                              <p:par>
                                <p:cTn id="121" presetID="1" presetClass="entr" presetSubtype="0" fill="hold" grpId="0" nodeType="withEffect">
                                  <p:stCondLst>
                                    <p:cond delay="0"/>
                                  </p:stCondLst>
                                  <p:childTnLst>
                                    <p:set>
                                      <p:cBhvr>
                                        <p:cTn id="122" dur="1" fill="hold">
                                          <p:stCondLst>
                                            <p:cond delay="0"/>
                                          </p:stCondLst>
                                        </p:cTn>
                                        <p:tgtEl>
                                          <p:spTgt spid="78"/>
                                        </p:tgtEl>
                                        <p:attrNameLst>
                                          <p:attrName>style.visibility</p:attrName>
                                        </p:attrNameLst>
                                      </p:cBhvr>
                                      <p:to>
                                        <p:strVal val="visible"/>
                                      </p:to>
                                    </p:set>
                                  </p:childTnLst>
                                </p:cTn>
                              </p:par>
                            </p:childTnLst>
                          </p:cTn>
                        </p:par>
                      </p:childTnLst>
                    </p:cTn>
                  </p:par>
                  <p:par>
                    <p:cTn id="123" fill="hold">
                      <p:stCondLst>
                        <p:cond delay="indefinite"/>
                      </p:stCondLst>
                      <p:childTnLst>
                        <p:par>
                          <p:cTn id="124" fill="hold">
                            <p:stCondLst>
                              <p:cond delay="0"/>
                            </p:stCondLst>
                            <p:childTnLst>
                              <p:par>
                                <p:cTn id="125" presetID="1" presetClass="entr" presetSubtype="0" fill="hold" grpId="0" nodeType="clickEffect">
                                  <p:stCondLst>
                                    <p:cond delay="0"/>
                                  </p:stCondLst>
                                  <p:childTnLst>
                                    <p:set>
                                      <p:cBhvr>
                                        <p:cTn id="126" dur="1" fill="hold">
                                          <p:stCondLst>
                                            <p:cond delay="0"/>
                                          </p:stCondLst>
                                        </p:cTn>
                                        <p:tgtEl>
                                          <p:spTgt spid="27"/>
                                        </p:tgtEl>
                                        <p:attrNameLst>
                                          <p:attrName>style.visibility</p:attrName>
                                        </p:attrNameLst>
                                      </p:cBhvr>
                                      <p:to>
                                        <p:strVal val="visible"/>
                                      </p:to>
                                    </p:set>
                                  </p:childTnLst>
                                </p:cTn>
                              </p:par>
                              <p:par>
                                <p:cTn id="127" presetID="1" presetClass="entr" presetSubtype="0" fill="hold" grpId="0" nodeType="withEffect">
                                  <p:stCondLst>
                                    <p:cond delay="0"/>
                                  </p:stCondLst>
                                  <p:childTnLst>
                                    <p:set>
                                      <p:cBhvr>
                                        <p:cTn id="128" dur="1" fill="hold">
                                          <p:stCondLst>
                                            <p:cond delay="0"/>
                                          </p:stCondLst>
                                        </p:cTn>
                                        <p:tgtEl>
                                          <p:spTgt spid="13"/>
                                        </p:tgtEl>
                                        <p:attrNameLst>
                                          <p:attrName>style.visibility</p:attrName>
                                        </p:attrNameLst>
                                      </p:cBhvr>
                                      <p:to>
                                        <p:strVal val="visible"/>
                                      </p:to>
                                    </p:set>
                                  </p:childTnLst>
                                </p:cTn>
                              </p:par>
                              <p:par>
                                <p:cTn id="129" presetID="1" presetClass="entr" presetSubtype="0" fill="hold" grpId="0" nodeType="withEffect">
                                  <p:stCondLst>
                                    <p:cond delay="0"/>
                                  </p:stCondLst>
                                  <p:childTnLst>
                                    <p:set>
                                      <p:cBhvr>
                                        <p:cTn id="130" dur="1" fill="hold">
                                          <p:stCondLst>
                                            <p:cond delay="0"/>
                                          </p:stCondLst>
                                        </p:cTn>
                                        <p:tgtEl>
                                          <p:spTgt spid="45"/>
                                        </p:tgtEl>
                                        <p:attrNameLst>
                                          <p:attrName>style.visibility</p:attrName>
                                        </p:attrNameLst>
                                      </p:cBhvr>
                                      <p:to>
                                        <p:strVal val="visible"/>
                                      </p:to>
                                    </p:set>
                                  </p:childTnLst>
                                </p:cTn>
                              </p:par>
                              <p:par>
                                <p:cTn id="131" presetID="1" presetClass="entr" presetSubtype="0" fill="hold" grpId="0" nodeType="withEffect">
                                  <p:stCondLst>
                                    <p:cond delay="0"/>
                                  </p:stCondLst>
                                  <p:childTnLst>
                                    <p:set>
                                      <p:cBhvr>
                                        <p:cTn id="132" dur="1" fill="hold">
                                          <p:stCondLst>
                                            <p:cond delay="0"/>
                                          </p:stCondLst>
                                        </p:cTn>
                                        <p:tgtEl>
                                          <p:spTgt spid="43"/>
                                        </p:tgtEl>
                                        <p:attrNameLst>
                                          <p:attrName>style.visibility</p:attrName>
                                        </p:attrNameLst>
                                      </p:cBhvr>
                                      <p:to>
                                        <p:strVal val="visible"/>
                                      </p:to>
                                    </p:set>
                                  </p:childTnLst>
                                </p:cTn>
                              </p:par>
                              <p:par>
                                <p:cTn id="133" presetID="1" presetClass="entr" presetSubtype="0" fill="hold" grpId="0" nodeType="withEffect">
                                  <p:stCondLst>
                                    <p:cond delay="0"/>
                                  </p:stCondLst>
                                  <p:childTnLst>
                                    <p:set>
                                      <p:cBhvr>
                                        <p:cTn id="134" dur="1" fill="hold">
                                          <p:stCondLst>
                                            <p:cond delay="0"/>
                                          </p:stCondLst>
                                        </p:cTn>
                                        <p:tgtEl>
                                          <p:spTgt spid="44"/>
                                        </p:tgtEl>
                                        <p:attrNameLst>
                                          <p:attrName>style.visibility</p:attrName>
                                        </p:attrNameLst>
                                      </p:cBhvr>
                                      <p:to>
                                        <p:strVal val="visible"/>
                                      </p:to>
                                    </p:set>
                                  </p:childTnLst>
                                </p:cTn>
                              </p:par>
                              <p:par>
                                <p:cTn id="135" presetID="1" presetClass="entr" presetSubtype="0" fill="hold" grpId="0" nodeType="withEffect">
                                  <p:stCondLst>
                                    <p:cond delay="0"/>
                                  </p:stCondLst>
                                  <p:childTnLst>
                                    <p:set>
                                      <p:cBhvr>
                                        <p:cTn id="136" dur="1" fill="hold">
                                          <p:stCondLst>
                                            <p:cond delay="0"/>
                                          </p:stCondLst>
                                        </p:cTn>
                                        <p:tgtEl>
                                          <p:spTgt spid="42"/>
                                        </p:tgtEl>
                                        <p:attrNameLst>
                                          <p:attrName>style.visibility</p:attrName>
                                        </p:attrNameLst>
                                      </p:cBhvr>
                                      <p:to>
                                        <p:strVal val="visible"/>
                                      </p:to>
                                    </p:set>
                                  </p:childTnLst>
                                </p:cTn>
                              </p:par>
                              <p:par>
                                <p:cTn id="137" presetID="1" presetClass="entr" presetSubtype="0" fill="hold" grpId="0" nodeType="withEffect">
                                  <p:stCondLst>
                                    <p:cond delay="0"/>
                                  </p:stCondLst>
                                  <p:childTnLst>
                                    <p:set>
                                      <p:cBhvr>
                                        <p:cTn id="138" dur="1" fill="hold">
                                          <p:stCondLst>
                                            <p:cond delay="0"/>
                                          </p:stCondLst>
                                        </p:cTn>
                                        <p:tgtEl>
                                          <p:spTgt spid="50"/>
                                        </p:tgtEl>
                                        <p:attrNameLst>
                                          <p:attrName>style.visibility</p:attrName>
                                        </p:attrNameLst>
                                      </p:cBhvr>
                                      <p:to>
                                        <p:strVal val="visible"/>
                                      </p:to>
                                    </p:set>
                                  </p:childTnLst>
                                </p:cTn>
                              </p:par>
                              <p:par>
                                <p:cTn id="139" presetID="1" presetClass="entr" presetSubtype="0" fill="hold" grpId="0" nodeType="withEffect">
                                  <p:stCondLst>
                                    <p:cond delay="0"/>
                                  </p:stCondLst>
                                  <p:childTnLst>
                                    <p:set>
                                      <p:cBhvr>
                                        <p:cTn id="140" dur="1" fill="hold">
                                          <p:stCondLst>
                                            <p:cond delay="0"/>
                                          </p:stCondLst>
                                        </p:cTn>
                                        <p:tgtEl>
                                          <p:spTgt spid="48"/>
                                        </p:tgtEl>
                                        <p:attrNameLst>
                                          <p:attrName>style.visibility</p:attrName>
                                        </p:attrNameLst>
                                      </p:cBhvr>
                                      <p:to>
                                        <p:strVal val="visible"/>
                                      </p:to>
                                    </p:set>
                                  </p:childTnLst>
                                </p:cTn>
                              </p:par>
                              <p:par>
                                <p:cTn id="141" presetID="1" presetClass="entr" presetSubtype="0" fill="hold" grpId="0" nodeType="withEffect">
                                  <p:stCondLst>
                                    <p:cond delay="0"/>
                                  </p:stCondLst>
                                  <p:childTnLst>
                                    <p:set>
                                      <p:cBhvr>
                                        <p:cTn id="142" dur="1" fill="hold">
                                          <p:stCondLst>
                                            <p:cond delay="0"/>
                                          </p:stCondLst>
                                        </p:cTn>
                                        <p:tgtEl>
                                          <p:spTgt spid="4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7" grpId="0"/>
      <p:bldP spid="34" grpId="0"/>
      <p:bldP spid="36" grpId="0"/>
      <p:bldP spid="40" grpId="0"/>
      <p:bldP spid="50" grpId="0"/>
      <p:bldP spid="64" grpId="0"/>
      <p:bldP spid="2" grpId="0"/>
      <p:bldP spid="3" grpId="0"/>
      <p:bldP spid="4" grpId="0"/>
      <p:bldP spid="6" grpId="0"/>
      <p:bldP spid="10" grpId="0"/>
      <p:bldP spid="11" grpId="0"/>
      <p:bldP spid="13" grpId="0"/>
      <p:bldP spid="16" grpId="0"/>
      <p:bldP spid="17" grpId="0"/>
      <p:bldP spid="19" grpId="0"/>
      <p:bldP spid="20" grpId="0"/>
      <p:bldP spid="27" grpId="0"/>
      <p:bldP spid="29" grpId="0"/>
      <p:bldP spid="30" grpId="0"/>
      <p:bldP spid="35" grpId="0"/>
      <p:bldP spid="38" grpId="0"/>
      <p:bldP spid="39" grpId="0"/>
      <p:bldP spid="41" grpId="0"/>
      <p:bldP spid="42" grpId="0"/>
      <p:bldP spid="43" grpId="0"/>
      <p:bldP spid="44" grpId="0"/>
      <p:bldP spid="45" grpId="0"/>
      <p:bldP spid="46" grpId="0"/>
      <p:bldP spid="47" grpId="0"/>
      <p:bldP spid="48" grpId="0"/>
      <p:bldP spid="49" grpId="0"/>
      <p:bldP spid="51" grpId="0" animBg="1"/>
      <p:bldP spid="52" grpId="0" animBg="1"/>
      <p:bldP spid="53" grpId="0" animBg="1"/>
      <p:bldP spid="54" grpId="0" animBg="1"/>
      <p:bldP spid="55" grpId="0" animBg="1"/>
      <p:bldP spid="56" grpId="0" animBg="1"/>
      <p:bldP spid="57" grpId="0" animBg="1"/>
      <p:bldP spid="58" grpId="0" animBg="1"/>
      <p:bldP spid="59" grpId="0" animBg="1"/>
      <p:bldP spid="60" grpId="0" animBg="1"/>
      <p:bldP spid="61" grpId="0" animBg="1"/>
      <p:bldP spid="62" grpId="0" animBg="1"/>
      <p:bldP spid="69" grpId="0" animBg="1"/>
      <p:bldP spid="70" grpId="0" animBg="1"/>
      <p:bldP spid="71" grpId="0" animBg="1"/>
      <p:bldP spid="72" grpId="0" animBg="1"/>
      <p:bldP spid="73" grpId="0" animBg="1"/>
      <p:bldP spid="74" grpId="0" animBg="1"/>
      <p:bldP spid="75" grpId="0" animBg="1"/>
      <p:bldP spid="76" grpId="0" animBg="1"/>
      <p:bldP spid="77" grpId="0" animBg="1"/>
      <p:bldP spid="78" grpId="0" animBg="1"/>
      <p:bldP spid="79" grpId="0" animBg="1"/>
      <p:bldP spid="80"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81F00A-FE66-8B4E-3862-4E0C5DFCC3A4}"/>
            </a:ext>
          </a:extLst>
        </p:cNvPr>
        <p:cNvGrpSpPr/>
        <p:nvPr/>
      </p:nvGrpSpPr>
      <p:grpSpPr>
        <a:xfrm>
          <a:off x="0" y="0"/>
          <a:ext cx="0" cy="0"/>
          <a:chOff x="0" y="0"/>
          <a:chExt cx="0" cy="0"/>
        </a:xfrm>
      </p:grpSpPr>
      <p:cxnSp>
        <p:nvCxnSpPr>
          <p:cNvPr id="14" name="Conector recto 13">
            <a:extLst>
              <a:ext uri="{FF2B5EF4-FFF2-40B4-BE49-F238E27FC236}">
                <a16:creationId xmlns:a16="http://schemas.microsoft.com/office/drawing/2014/main" id="{56970A4C-B9BC-C41B-FA90-A9F4055E9821}"/>
              </a:ext>
            </a:extLst>
          </p:cNvPr>
          <p:cNvCxnSpPr>
            <a:cxnSpLocks/>
          </p:cNvCxnSpPr>
          <p:nvPr/>
        </p:nvCxnSpPr>
        <p:spPr>
          <a:xfrm>
            <a:off x="1895144" y="1795299"/>
            <a:ext cx="0" cy="1512000"/>
          </a:xfrm>
          <a:prstGeom prst="line">
            <a:avLst/>
          </a:prstGeom>
        </p:spPr>
        <p:style>
          <a:lnRef idx="2">
            <a:schemeClr val="accent2"/>
          </a:lnRef>
          <a:fillRef idx="0">
            <a:schemeClr val="accent2"/>
          </a:fillRef>
          <a:effectRef idx="1">
            <a:schemeClr val="accent2"/>
          </a:effectRef>
          <a:fontRef idx="minor">
            <a:schemeClr val="tx1"/>
          </a:fontRef>
        </p:style>
      </p:cxnSp>
      <p:cxnSp>
        <p:nvCxnSpPr>
          <p:cNvPr id="15" name="Conector recto 14">
            <a:extLst>
              <a:ext uri="{FF2B5EF4-FFF2-40B4-BE49-F238E27FC236}">
                <a16:creationId xmlns:a16="http://schemas.microsoft.com/office/drawing/2014/main" id="{F9DEC54B-38D0-6721-9827-C8D338597612}"/>
              </a:ext>
            </a:extLst>
          </p:cNvPr>
          <p:cNvCxnSpPr>
            <a:cxnSpLocks/>
          </p:cNvCxnSpPr>
          <p:nvPr/>
        </p:nvCxnSpPr>
        <p:spPr>
          <a:xfrm>
            <a:off x="192074" y="1795299"/>
            <a:ext cx="3600000" cy="0"/>
          </a:xfrm>
          <a:prstGeom prst="line">
            <a:avLst/>
          </a:prstGeom>
        </p:spPr>
        <p:style>
          <a:lnRef idx="2">
            <a:schemeClr val="accent2"/>
          </a:lnRef>
          <a:fillRef idx="0">
            <a:schemeClr val="accent2"/>
          </a:fillRef>
          <a:effectRef idx="1">
            <a:schemeClr val="accent2"/>
          </a:effectRef>
          <a:fontRef idx="minor">
            <a:schemeClr val="tx1"/>
          </a:fontRef>
        </p:style>
      </p:cxnSp>
      <p:cxnSp>
        <p:nvCxnSpPr>
          <p:cNvPr id="18" name="Conector recto 17">
            <a:extLst>
              <a:ext uri="{FF2B5EF4-FFF2-40B4-BE49-F238E27FC236}">
                <a16:creationId xmlns:a16="http://schemas.microsoft.com/office/drawing/2014/main" id="{B910F204-4A2D-8209-5945-0BE12E00093D}"/>
              </a:ext>
            </a:extLst>
          </p:cNvPr>
          <p:cNvCxnSpPr>
            <a:cxnSpLocks/>
          </p:cNvCxnSpPr>
          <p:nvPr/>
        </p:nvCxnSpPr>
        <p:spPr>
          <a:xfrm>
            <a:off x="5956604" y="1795299"/>
            <a:ext cx="0" cy="1512000"/>
          </a:xfrm>
          <a:prstGeom prst="line">
            <a:avLst/>
          </a:prstGeom>
          <a:ln>
            <a:solidFill>
              <a:schemeClr val="accent2"/>
            </a:solidFill>
          </a:ln>
        </p:spPr>
        <p:style>
          <a:lnRef idx="2">
            <a:schemeClr val="accent1"/>
          </a:lnRef>
          <a:fillRef idx="0">
            <a:schemeClr val="accent1"/>
          </a:fillRef>
          <a:effectRef idx="1">
            <a:schemeClr val="accent1"/>
          </a:effectRef>
          <a:fontRef idx="minor">
            <a:schemeClr val="tx1"/>
          </a:fontRef>
        </p:style>
      </p:cxnSp>
      <p:cxnSp>
        <p:nvCxnSpPr>
          <p:cNvPr id="21" name="Conector recto 20">
            <a:extLst>
              <a:ext uri="{FF2B5EF4-FFF2-40B4-BE49-F238E27FC236}">
                <a16:creationId xmlns:a16="http://schemas.microsoft.com/office/drawing/2014/main" id="{A962FDA6-8A11-7478-0F3B-EA13C17080DF}"/>
              </a:ext>
            </a:extLst>
          </p:cNvPr>
          <p:cNvCxnSpPr>
            <a:cxnSpLocks/>
          </p:cNvCxnSpPr>
          <p:nvPr/>
        </p:nvCxnSpPr>
        <p:spPr>
          <a:xfrm>
            <a:off x="4253534" y="1795299"/>
            <a:ext cx="3600000" cy="0"/>
          </a:xfrm>
          <a:prstGeom prst="line">
            <a:avLst/>
          </a:prstGeom>
          <a:ln>
            <a:solidFill>
              <a:schemeClr val="accent2"/>
            </a:solidFill>
          </a:ln>
        </p:spPr>
        <p:style>
          <a:lnRef idx="2">
            <a:schemeClr val="accent1"/>
          </a:lnRef>
          <a:fillRef idx="0">
            <a:schemeClr val="accent1"/>
          </a:fillRef>
          <a:effectRef idx="1">
            <a:schemeClr val="accent1"/>
          </a:effectRef>
          <a:fontRef idx="minor">
            <a:schemeClr val="tx1"/>
          </a:fontRef>
        </p:style>
      </p:cxnSp>
      <p:cxnSp>
        <p:nvCxnSpPr>
          <p:cNvPr id="22" name="Conector recto 21">
            <a:extLst>
              <a:ext uri="{FF2B5EF4-FFF2-40B4-BE49-F238E27FC236}">
                <a16:creationId xmlns:a16="http://schemas.microsoft.com/office/drawing/2014/main" id="{1A1AD04E-585F-8214-E636-C4027A987827}"/>
              </a:ext>
            </a:extLst>
          </p:cNvPr>
          <p:cNvCxnSpPr>
            <a:cxnSpLocks/>
          </p:cNvCxnSpPr>
          <p:nvPr/>
        </p:nvCxnSpPr>
        <p:spPr>
          <a:xfrm>
            <a:off x="10059974" y="1795299"/>
            <a:ext cx="0" cy="1512000"/>
          </a:xfrm>
          <a:prstGeom prst="line">
            <a:avLst/>
          </a:prstGeom>
          <a:ln>
            <a:solidFill>
              <a:schemeClr val="accent6"/>
            </a:solidFill>
          </a:ln>
        </p:spPr>
        <p:style>
          <a:lnRef idx="2">
            <a:schemeClr val="accent1"/>
          </a:lnRef>
          <a:fillRef idx="0">
            <a:schemeClr val="accent1"/>
          </a:fillRef>
          <a:effectRef idx="1">
            <a:schemeClr val="accent1"/>
          </a:effectRef>
          <a:fontRef idx="minor">
            <a:schemeClr val="tx1"/>
          </a:fontRef>
        </p:style>
      </p:cxnSp>
      <p:cxnSp>
        <p:nvCxnSpPr>
          <p:cNvPr id="23" name="Conector recto 22">
            <a:extLst>
              <a:ext uri="{FF2B5EF4-FFF2-40B4-BE49-F238E27FC236}">
                <a16:creationId xmlns:a16="http://schemas.microsoft.com/office/drawing/2014/main" id="{B516665C-6268-8263-D256-671C2DBA587E}"/>
              </a:ext>
            </a:extLst>
          </p:cNvPr>
          <p:cNvCxnSpPr>
            <a:cxnSpLocks/>
          </p:cNvCxnSpPr>
          <p:nvPr/>
        </p:nvCxnSpPr>
        <p:spPr>
          <a:xfrm>
            <a:off x="8356904" y="1795299"/>
            <a:ext cx="3600000" cy="0"/>
          </a:xfrm>
          <a:prstGeom prst="line">
            <a:avLst/>
          </a:prstGeom>
          <a:ln>
            <a:solidFill>
              <a:schemeClr val="accent6"/>
            </a:solidFill>
          </a:ln>
        </p:spPr>
        <p:style>
          <a:lnRef idx="2">
            <a:schemeClr val="accent1"/>
          </a:lnRef>
          <a:fillRef idx="0">
            <a:schemeClr val="accent1"/>
          </a:fillRef>
          <a:effectRef idx="1">
            <a:schemeClr val="accent1"/>
          </a:effectRef>
          <a:fontRef idx="minor">
            <a:schemeClr val="tx1"/>
          </a:fontRef>
        </p:style>
      </p:cxnSp>
      <p:sp>
        <p:nvSpPr>
          <p:cNvPr id="24" name="CuadroTexto 23">
            <a:extLst>
              <a:ext uri="{FF2B5EF4-FFF2-40B4-BE49-F238E27FC236}">
                <a16:creationId xmlns:a16="http://schemas.microsoft.com/office/drawing/2014/main" id="{792687EC-375B-B669-5AA5-91779B412382}"/>
              </a:ext>
            </a:extLst>
          </p:cNvPr>
          <p:cNvSpPr txBox="1"/>
          <p:nvPr/>
        </p:nvSpPr>
        <p:spPr>
          <a:xfrm>
            <a:off x="828588" y="1287211"/>
            <a:ext cx="2133112" cy="461665"/>
          </a:xfrm>
          <a:prstGeom prst="rect">
            <a:avLst/>
          </a:prstGeom>
          <a:noFill/>
        </p:spPr>
        <p:txBody>
          <a:bodyPr wrap="square" rtlCol="0">
            <a:spAutoFit/>
          </a:bodyPr>
          <a:lstStyle/>
          <a:p>
            <a:pPr algn="ctr"/>
            <a:r>
              <a:rPr lang="es-AR" sz="2400" dirty="0"/>
              <a:t>Banco 1</a:t>
            </a:r>
          </a:p>
        </p:txBody>
      </p:sp>
      <p:sp>
        <p:nvSpPr>
          <p:cNvPr id="25" name="CuadroTexto 24">
            <a:extLst>
              <a:ext uri="{FF2B5EF4-FFF2-40B4-BE49-F238E27FC236}">
                <a16:creationId xmlns:a16="http://schemas.microsoft.com/office/drawing/2014/main" id="{A55912BE-6E69-D7E7-D932-FD7345247D56}"/>
              </a:ext>
            </a:extLst>
          </p:cNvPr>
          <p:cNvSpPr txBox="1"/>
          <p:nvPr/>
        </p:nvSpPr>
        <p:spPr>
          <a:xfrm>
            <a:off x="4890048" y="1287211"/>
            <a:ext cx="2133112" cy="461665"/>
          </a:xfrm>
          <a:prstGeom prst="rect">
            <a:avLst/>
          </a:prstGeom>
          <a:noFill/>
        </p:spPr>
        <p:txBody>
          <a:bodyPr wrap="square" rtlCol="0">
            <a:spAutoFit/>
          </a:bodyPr>
          <a:lstStyle/>
          <a:p>
            <a:pPr algn="ctr"/>
            <a:r>
              <a:rPr lang="es-AR" sz="2400" dirty="0"/>
              <a:t>Banco 2</a:t>
            </a:r>
          </a:p>
        </p:txBody>
      </p:sp>
      <p:sp>
        <p:nvSpPr>
          <p:cNvPr id="26" name="CuadroTexto 25">
            <a:extLst>
              <a:ext uri="{FF2B5EF4-FFF2-40B4-BE49-F238E27FC236}">
                <a16:creationId xmlns:a16="http://schemas.microsoft.com/office/drawing/2014/main" id="{02E52FC6-C1E9-ACBD-89CA-8C4E822E6BC3}"/>
              </a:ext>
            </a:extLst>
          </p:cNvPr>
          <p:cNvSpPr txBox="1"/>
          <p:nvPr/>
        </p:nvSpPr>
        <p:spPr>
          <a:xfrm>
            <a:off x="8993418" y="1287211"/>
            <a:ext cx="2133112" cy="461665"/>
          </a:xfrm>
          <a:prstGeom prst="rect">
            <a:avLst/>
          </a:prstGeom>
          <a:noFill/>
        </p:spPr>
        <p:txBody>
          <a:bodyPr wrap="square" rtlCol="0">
            <a:spAutoFit/>
          </a:bodyPr>
          <a:lstStyle/>
          <a:p>
            <a:pPr algn="ctr"/>
            <a:r>
              <a:rPr lang="es-AR" sz="2400" dirty="0"/>
              <a:t>Depositantes</a:t>
            </a:r>
          </a:p>
        </p:txBody>
      </p:sp>
      <p:grpSp>
        <p:nvGrpSpPr>
          <p:cNvPr id="28" name="Grupo 27">
            <a:extLst>
              <a:ext uri="{FF2B5EF4-FFF2-40B4-BE49-F238E27FC236}">
                <a16:creationId xmlns:a16="http://schemas.microsoft.com/office/drawing/2014/main" id="{690DB5A0-D014-F649-86BE-7F79A3FBBBE4}"/>
              </a:ext>
            </a:extLst>
          </p:cNvPr>
          <p:cNvGrpSpPr/>
          <p:nvPr/>
        </p:nvGrpSpPr>
        <p:grpSpPr>
          <a:xfrm>
            <a:off x="301478" y="101545"/>
            <a:ext cx="3841779" cy="584775"/>
            <a:chOff x="301478" y="101545"/>
            <a:chExt cx="3841779" cy="584775"/>
          </a:xfrm>
        </p:grpSpPr>
        <p:sp>
          <p:nvSpPr>
            <p:cNvPr id="31" name="CuadroTexto 30">
              <a:extLst>
                <a:ext uri="{FF2B5EF4-FFF2-40B4-BE49-F238E27FC236}">
                  <a16:creationId xmlns:a16="http://schemas.microsoft.com/office/drawing/2014/main" id="{C32FE056-03F3-B267-6BF0-09FDDA257EB9}"/>
                </a:ext>
              </a:extLst>
            </p:cNvPr>
            <p:cNvSpPr txBox="1"/>
            <p:nvPr/>
          </p:nvSpPr>
          <p:spPr>
            <a:xfrm>
              <a:off x="404348" y="101545"/>
              <a:ext cx="3738909" cy="584775"/>
            </a:xfrm>
            <a:prstGeom prst="rect">
              <a:avLst/>
            </a:prstGeom>
            <a:noFill/>
          </p:spPr>
          <p:txBody>
            <a:bodyPr wrap="none" rtlCol="0">
              <a:spAutoFit/>
            </a:bodyPr>
            <a:lstStyle/>
            <a:p>
              <a:r>
                <a:rPr lang="es-AR" sz="3200" dirty="0">
                  <a:latin typeface="+mj-lt"/>
                  <a:cs typeface="Times New Roman" panose="02020603050405020304" pitchFamily="18" charset="0"/>
                </a:rPr>
                <a:t>Creación endógena</a:t>
              </a:r>
            </a:p>
          </p:txBody>
        </p:sp>
        <p:cxnSp>
          <p:nvCxnSpPr>
            <p:cNvPr id="32" name="Conector recto 31">
              <a:extLst>
                <a:ext uri="{FF2B5EF4-FFF2-40B4-BE49-F238E27FC236}">
                  <a16:creationId xmlns:a16="http://schemas.microsoft.com/office/drawing/2014/main" id="{90DEAEBD-D63C-443F-300D-D8E1D7D7CAEA}"/>
                </a:ext>
              </a:extLst>
            </p:cNvPr>
            <p:cNvCxnSpPr>
              <a:cxnSpLocks/>
            </p:cNvCxnSpPr>
            <p:nvPr/>
          </p:nvCxnSpPr>
          <p:spPr>
            <a:xfrm>
              <a:off x="301478" y="231932"/>
              <a:ext cx="0" cy="324000"/>
            </a:xfrm>
            <a:prstGeom prst="line">
              <a:avLst/>
            </a:prstGeom>
            <a:ln w="76200">
              <a:solidFill>
                <a:schemeClr val="tx1"/>
              </a:solidFill>
            </a:ln>
          </p:spPr>
          <p:style>
            <a:lnRef idx="2">
              <a:schemeClr val="accent1"/>
            </a:lnRef>
            <a:fillRef idx="0">
              <a:schemeClr val="accent1"/>
            </a:fillRef>
            <a:effectRef idx="1">
              <a:schemeClr val="accent1"/>
            </a:effectRef>
            <a:fontRef idx="minor">
              <a:schemeClr val="tx1"/>
            </a:fontRef>
          </p:style>
        </p:cxnSp>
      </p:grpSp>
      <p:sp>
        <p:nvSpPr>
          <p:cNvPr id="9" name="CuadroTexto 8">
            <a:extLst>
              <a:ext uri="{FF2B5EF4-FFF2-40B4-BE49-F238E27FC236}">
                <a16:creationId xmlns:a16="http://schemas.microsoft.com/office/drawing/2014/main" id="{87075937-2826-14C8-471D-203562D4D818}"/>
              </a:ext>
            </a:extLst>
          </p:cNvPr>
          <p:cNvSpPr txBox="1"/>
          <p:nvPr/>
        </p:nvSpPr>
        <p:spPr>
          <a:xfrm>
            <a:off x="6205853" y="1932321"/>
            <a:ext cx="978153" cy="369332"/>
          </a:xfrm>
          <a:prstGeom prst="rect">
            <a:avLst/>
          </a:prstGeom>
          <a:noFill/>
        </p:spPr>
        <p:txBody>
          <a:bodyPr wrap="none" rtlCol="0">
            <a:spAutoFit/>
          </a:bodyPr>
          <a:lstStyle/>
          <a:p>
            <a:r>
              <a:rPr lang="es-AR" i="1" dirty="0"/>
              <a:t>D</a:t>
            </a:r>
            <a:r>
              <a:rPr lang="es-AR" dirty="0"/>
              <a:t>, +100</a:t>
            </a:r>
          </a:p>
        </p:txBody>
      </p:sp>
      <p:sp>
        <p:nvSpPr>
          <p:cNvPr id="12" name="CuadroTexto 11">
            <a:extLst>
              <a:ext uri="{FF2B5EF4-FFF2-40B4-BE49-F238E27FC236}">
                <a16:creationId xmlns:a16="http://schemas.microsoft.com/office/drawing/2014/main" id="{0C7DBE5B-4C3C-DB8F-1F24-278FB97C0A51}"/>
              </a:ext>
            </a:extLst>
          </p:cNvPr>
          <p:cNvSpPr txBox="1"/>
          <p:nvPr/>
        </p:nvSpPr>
        <p:spPr>
          <a:xfrm>
            <a:off x="8484248" y="1932321"/>
            <a:ext cx="978153" cy="369332"/>
          </a:xfrm>
          <a:prstGeom prst="rect">
            <a:avLst/>
          </a:prstGeom>
          <a:noFill/>
        </p:spPr>
        <p:txBody>
          <a:bodyPr wrap="none" rtlCol="0">
            <a:spAutoFit/>
          </a:bodyPr>
          <a:lstStyle/>
          <a:p>
            <a:r>
              <a:rPr lang="es-AR" i="1" dirty="0"/>
              <a:t>D</a:t>
            </a:r>
            <a:r>
              <a:rPr lang="es-AR" dirty="0"/>
              <a:t>, +100</a:t>
            </a:r>
          </a:p>
        </p:txBody>
      </p:sp>
      <p:sp>
        <p:nvSpPr>
          <p:cNvPr id="33" name="CuadroTexto 32">
            <a:extLst>
              <a:ext uri="{FF2B5EF4-FFF2-40B4-BE49-F238E27FC236}">
                <a16:creationId xmlns:a16="http://schemas.microsoft.com/office/drawing/2014/main" id="{913BDC18-00EA-6C0C-5CB7-68A43E8C31C3}"/>
              </a:ext>
            </a:extLst>
          </p:cNvPr>
          <p:cNvSpPr txBox="1"/>
          <p:nvPr/>
        </p:nvSpPr>
        <p:spPr>
          <a:xfrm>
            <a:off x="10296856" y="1932321"/>
            <a:ext cx="978153" cy="369332"/>
          </a:xfrm>
          <a:prstGeom prst="rect">
            <a:avLst/>
          </a:prstGeom>
          <a:noFill/>
        </p:spPr>
        <p:txBody>
          <a:bodyPr wrap="none" rtlCol="0">
            <a:spAutoFit/>
          </a:bodyPr>
          <a:lstStyle/>
          <a:p>
            <a:r>
              <a:rPr lang="es-AR" i="1" dirty="0"/>
              <a:t>P</a:t>
            </a:r>
            <a:r>
              <a:rPr lang="es-AR" dirty="0"/>
              <a:t>, +100</a:t>
            </a:r>
          </a:p>
        </p:txBody>
      </p:sp>
      <p:sp>
        <p:nvSpPr>
          <p:cNvPr id="63" name="CuadroTexto 62">
            <a:extLst>
              <a:ext uri="{FF2B5EF4-FFF2-40B4-BE49-F238E27FC236}">
                <a16:creationId xmlns:a16="http://schemas.microsoft.com/office/drawing/2014/main" id="{2BBEBA41-23EE-EEE0-2BE4-8D9F90AA311B}"/>
              </a:ext>
            </a:extLst>
          </p:cNvPr>
          <p:cNvSpPr txBox="1"/>
          <p:nvPr/>
        </p:nvSpPr>
        <p:spPr>
          <a:xfrm>
            <a:off x="401077" y="1932321"/>
            <a:ext cx="950901" cy="369332"/>
          </a:xfrm>
          <a:prstGeom prst="rect">
            <a:avLst/>
          </a:prstGeom>
          <a:noFill/>
        </p:spPr>
        <p:txBody>
          <a:bodyPr wrap="none" rtlCol="0">
            <a:spAutoFit/>
          </a:bodyPr>
          <a:lstStyle/>
          <a:p>
            <a:r>
              <a:rPr lang="es-AR" i="1" dirty="0"/>
              <a:t>P</a:t>
            </a:r>
            <a:r>
              <a:rPr lang="es-AR" dirty="0"/>
              <a:t>, +100</a:t>
            </a:r>
          </a:p>
        </p:txBody>
      </p:sp>
      <p:sp>
        <p:nvSpPr>
          <p:cNvPr id="66" name="CuadroTexto 65">
            <a:extLst>
              <a:ext uri="{FF2B5EF4-FFF2-40B4-BE49-F238E27FC236}">
                <a16:creationId xmlns:a16="http://schemas.microsoft.com/office/drawing/2014/main" id="{0CDB8179-2CD6-8CE1-1888-BDFE3778D14F}"/>
              </a:ext>
            </a:extLst>
          </p:cNvPr>
          <p:cNvSpPr txBox="1"/>
          <p:nvPr/>
        </p:nvSpPr>
        <p:spPr>
          <a:xfrm>
            <a:off x="4354171" y="1932321"/>
            <a:ext cx="833883" cy="369332"/>
          </a:xfrm>
          <a:prstGeom prst="rect">
            <a:avLst/>
          </a:prstGeom>
          <a:noFill/>
        </p:spPr>
        <p:txBody>
          <a:bodyPr wrap="none" rtlCol="0">
            <a:spAutoFit/>
          </a:bodyPr>
          <a:lstStyle/>
          <a:p>
            <a:r>
              <a:rPr lang="es-AR" i="1" dirty="0"/>
              <a:t>R</a:t>
            </a:r>
            <a:r>
              <a:rPr lang="es-AR" dirty="0"/>
              <a:t>, +10</a:t>
            </a:r>
          </a:p>
        </p:txBody>
      </p:sp>
      <mc:AlternateContent xmlns:mc="http://schemas.openxmlformats.org/markup-compatibility/2006" xmlns:a14="http://schemas.microsoft.com/office/drawing/2010/main">
        <mc:Choice Requires="a14">
          <p:sp>
            <p:nvSpPr>
              <p:cNvPr id="67" name="CuadroTexto 66">
                <a:extLst>
                  <a:ext uri="{FF2B5EF4-FFF2-40B4-BE49-F238E27FC236}">
                    <a16:creationId xmlns:a16="http://schemas.microsoft.com/office/drawing/2014/main" id="{B2028464-76BB-FFB4-891B-71EAB3569D1A}"/>
                  </a:ext>
                </a:extLst>
              </p:cNvPr>
              <p:cNvSpPr txBox="1"/>
              <p:nvPr/>
            </p:nvSpPr>
            <p:spPr>
              <a:xfrm>
                <a:off x="358789" y="2534947"/>
                <a:ext cx="990015" cy="369332"/>
              </a:xfrm>
              <a:prstGeom prst="rect">
                <a:avLst/>
              </a:prstGeom>
              <a:noFill/>
            </p:spPr>
            <p:txBody>
              <a:bodyPr wrap="none" rtlCol="0">
                <a:spAutoFit/>
              </a:bodyPr>
              <a:lstStyle/>
              <a:p>
                <a14:m>
                  <m:oMath xmlns:m="http://schemas.openxmlformats.org/officeDocument/2006/math">
                    <m:sSub>
                      <m:sSubPr>
                        <m:ctrlPr>
                          <a:rPr lang="es-AR" i="1" dirty="0" smtClean="0">
                            <a:latin typeface="Cambria Math" panose="02040503050406030204" pitchFamily="18" charset="0"/>
                          </a:rPr>
                        </m:ctrlPr>
                      </m:sSubPr>
                      <m:e>
                        <m:r>
                          <a:rPr lang="es-AR" b="0" i="1" dirty="0" smtClean="0">
                            <a:latin typeface="Cambria Math" panose="02040503050406030204" pitchFamily="18" charset="0"/>
                          </a:rPr>
                          <m:t>𝐶</m:t>
                        </m:r>
                      </m:e>
                      <m:sub>
                        <m:r>
                          <a:rPr lang="es-AR" b="0" i="1" dirty="0" smtClean="0">
                            <a:latin typeface="Cambria Math" panose="02040503050406030204" pitchFamily="18" charset="0"/>
                          </a:rPr>
                          <m:t>𝑏</m:t>
                        </m:r>
                      </m:sub>
                    </m:sSub>
                  </m:oMath>
                </a14:m>
                <a:r>
                  <a:rPr lang="es-AR" dirty="0"/>
                  <a:t>, -100</a:t>
                </a:r>
              </a:p>
            </p:txBody>
          </p:sp>
        </mc:Choice>
        <mc:Fallback xmlns="">
          <p:sp>
            <p:nvSpPr>
              <p:cNvPr id="67" name="CuadroTexto 66">
                <a:extLst>
                  <a:ext uri="{FF2B5EF4-FFF2-40B4-BE49-F238E27FC236}">
                    <a16:creationId xmlns:a16="http://schemas.microsoft.com/office/drawing/2014/main" id="{B2028464-76BB-FFB4-891B-71EAB3569D1A}"/>
                  </a:ext>
                </a:extLst>
              </p:cNvPr>
              <p:cNvSpPr txBox="1">
                <a:spLocks noRot="1" noChangeAspect="1" noMove="1" noResize="1" noEditPoints="1" noAdjustHandles="1" noChangeArrowheads="1" noChangeShapeType="1" noTextEdit="1"/>
              </p:cNvSpPr>
              <p:nvPr/>
            </p:nvSpPr>
            <p:spPr>
              <a:xfrm>
                <a:off x="358789" y="2534947"/>
                <a:ext cx="990015" cy="369332"/>
              </a:xfrm>
              <a:prstGeom prst="rect">
                <a:avLst/>
              </a:prstGeom>
              <a:blipFill>
                <a:blip r:embed="rId3"/>
                <a:stretch>
                  <a:fillRect t="-8333" r="-4938" b="-28333"/>
                </a:stretch>
              </a:blipFill>
            </p:spPr>
            <p:txBody>
              <a:bodyPr/>
              <a:lstStyle/>
              <a:p>
                <a:r>
                  <a:rPr lang="es-AR">
                    <a:noFill/>
                  </a:rPr>
                  <a:t> </a:t>
                </a:r>
              </a:p>
            </p:txBody>
          </p:sp>
        </mc:Fallback>
      </mc:AlternateContent>
      <p:sp>
        <p:nvSpPr>
          <p:cNvPr id="68" name="CuadroTexto 67">
            <a:extLst>
              <a:ext uri="{FF2B5EF4-FFF2-40B4-BE49-F238E27FC236}">
                <a16:creationId xmlns:a16="http://schemas.microsoft.com/office/drawing/2014/main" id="{A000592A-47A0-0187-B5AB-DADAA06A33F4}"/>
              </a:ext>
            </a:extLst>
          </p:cNvPr>
          <p:cNvSpPr txBox="1"/>
          <p:nvPr/>
        </p:nvSpPr>
        <p:spPr>
          <a:xfrm>
            <a:off x="4354171" y="2536006"/>
            <a:ext cx="901337" cy="369332"/>
          </a:xfrm>
          <a:prstGeom prst="rect">
            <a:avLst/>
          </a:prstGeom>
          <a:noFill/>
        </p:spPr>
        <p:txBody>
          <a:bodyPr wrap="none" rtlCol="0">
            <a:spAutoFit/>
          </a:bodyPr>
          <a:lstStyle/>
          <a:p>
            <a:r>
              <a:rPr lang="es-AR" i="1" dirty="0"/>
              <a:t>TP</a:t>
            </a:r>
            <a:r>
              <a:rPr lang="es-AR" dirty="0"/>
              <a:t>, -10</a:t>
            </a:r>
          </a:p>
        </p:txBody>
      </p:sp>
      <p:cxnSp>
        <p:nvCxnSpPr>
          <p:cNvPr id="82" name="Conector recto 81">
            <a:extLst>
              <a:ext uri="{FF2B5EF4-FFF2-40B4-BE49-F238E27FC236}">
                <a16:creationId xmlns:a16="http://schemas.microsoft.com/office/drawing/2014/main" id="{A2DFB81C-0245-95DF-0DA4-A2FE980FBCA6}"/>
              </a:ext>
            </a:extLst>
          </p:cNvPr>
          <p:cNvCxnSpPr/>
          <p:nvPr/>
        </p:nvCxnSpPr>
        <p:spPr>
          <a:xfrm>
            <a:off x="358789" y="2534947"/>
            <a:ext cx="1415746" cy="0"/>
          </a:xfrm>
          <a:prstGeom prst="line">
            <a:avLst/>
          </a:prstGeom>
          <a:ln>
            <a:prstDash val="sysDash"/>
          </a:ln>
        </p:spPr>
        <p:style>
          <a:lnRef idx="2">
            <a:schemeClr val="accent2"/>
          </a:lnRef>
          <a:fillRef idx="0">
            <a:schemeClr val="accent2"/>
          </a:fillRef>
          <a:effectRef idx="1">
            <a:schemeClr val="accent2"/>
          </a:effectRef>
          <a:fontRef idx="minor">
            <a:schemeClr val="tx1"/>
          </a:fontRef>
        </p:style>
      </p:cxnSp>
      <p:cxnSp>
        <p:nvCxnSpPr>
          <p:cNvPr id="83" name="Conector recto 82">
            <a:extLst>
              <a:ext uri="{FF2B5EF4-FFF2-40B4-BE49-F238E27FC236}">
                <a16:creationId xmlns:a16="http://schemas.microsoft.com/office/drawing/2014/main" id="{CBECD8F1-A900-CDC7-091D-4FE66B7AF07D}"/>
              </a:ext>
            </a:extLst>
          </p:cNvPr>
          <p:cNvCxnSpPr/>
          <p:nvPr/>
        </p:nvCxnSpPr>
        <p:spPr>
          <a:xfrm>
            <a:off x="4354171" y="2534947"/>
            <a:ext cx="1415746" cy="0"/>
          </a:xfrm>
          <a:prstGeom prst="line">
            <a:avLst/>
          </a:prstGeom>
          <a:ln>
            <a:prstDash val="sysDash"/>
          </a:ln>
        </p:spPr>
        <p:style>
          <a:lnRef idx="2">
            <a:schemeClr val="accent2"/>
          </a:lnRef>
          <a:fillRef idx="0">
            <a:schemeClr val="accent2"/>
          </a:fillRef>
          <a:effectRef idx="1">
            <a:schemeClr val="accent2"/>
          </a:effectRef>
          <a:fontRef idx="minor">
            <a:schemeClr val="tx1"/>
          </a:fontRef>
        </p:style>
      </p:cxnSp>
      <p:sp>
        <p:nvSpPr>
          <p:cNvPr id="84" name="CuadroTexto 83">
            <a:extLst>
              <a:ext uri="{FF2B5EF4-FFF2-40B4-BE49-F238E27FC236}">
                <a16:creationId xmlns:a16="http://schemas.microsoft.com/office/drawing/2014/main" id="{D9C58A89-FE06-DEB2-DFCC-CCA908524830}"/>
              </a:ext>
            </a:extLst>
          </p:cNvPr>
          <p:cNvSpPr txBox="1"/>
          <p:nvPr/>
        </p:nvSpPr>
        <p:spPr>
          <a:xfrm>
            <a:off x="403773" y="3540593"/>
            <a:ext cx="11105662" cy="2954655"/>
          </a:xfrm>
          <a:prstGeom prst="rect">
            <a:avLst/>
          </a:prstGeom>
          <a:noFill/>
        </p:spPr>
        <p:txBody>
          <a:bodyPr wrap="square" lIns="0" tIns="0" rIns="0" bIns="0" rtlCol="0">
            <a:spAutoFit/>
          </a:bodyPr>
          <a:lstStyle/>
          <a:p>
            <a:pPr marL="285750" indent="-285750">
              <a:buFont typeface="Arial" panose="020B0604020202020204" pitchFamily="34" charset="0"/>
              <a:buChar char="•"/>
            </a:pPr>
            <a:r>
              <a:rPr lang="es-AR" sz="2400" dirty="0"/>
              <a:t>En la práctica, los bancos pueden integrar los encajes obligatorios de distintas maneras. Por ejemplo, en promedio mensual, con lo cual puede haber desviaciones diarias, o con títulos públicos, con lo cual puede quedar dinero en circulación. Los encajes no obligatorios sólo pueden ser transados entre bancos.</a:t>
            </a:r>
          </a:p>
          <a:p>
            <a:pPr marL="285750" indent="-285750">
              <a:buFont typeface="Arial" panose="020B0604020202020204" pitchFamily="34" charset="0"/>
              <a:buChar char="•"/>
            </a:pPr>
            <a:endParaRPr lang="es-AR" sz="2400" dirty="0"/>
          </a:p>
          <a:p>
            <a:pPr marL="285750" indent="-285750">
              <a:buFont typeface="Arial" panose="020B0604020202020204" pitchFamily="34" charset="0"/>
              <a:buChar char="•"/>
            </a:pPr>
            <a:r>
              <a:rPr lang="es-AR" sz="2400" dirty="0"/>
              <a:t>Por lo tanto “los nuevos préstamos crean nuevos depósitos”, es decir, los nuevos préstamos crean oferta de dinero.</a:t>
            </a:r>
          </a:p>
        </p:txBody>
      </p:sp>
    </p:spTree>
    <p:extLst>
      <p:ext uri="{BB962C8B-B14F-4D97-AF65-F5344CB8AC3E}">
        <p14:creationId xmlns:p14="http://schemas.microsoft.com/office/powerpoint/2010/main" val="324124551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C50063-9C2F-CA87-3DDC-55239591E12F}"/>
            </a:ext>
          </a:extLst>
        </p:cNvPr>
        <p:cNvGrpSpPr/>
        <p:nvPr/>
      </p:nvGrpSpPr>
      <p:grpSpPr>
        <a:xfrm>
          <a:off x="0" y="0"/>
          <a:ext cx="0" cy="0"/>
          <a:chOff x="0" y="0"/>
          <a:chExt cx="0" cy="0"/>
        </a:xfrm>
      </p:grpSpPr>
      <p:cxnSp>
        <p:nvCxnSpPr>
          <p:cNvPr id="14" name="Conector recto 13">
            <a:extLst>
              <a:ext uri="{FF2B5EF4-FFF2-40B4-BE49-F238E27FC236}">
                <a16:creationId xmlns:a16="http://schemas.microsoft.com/office/drawing/2014/main" id="{21655C54-7251-02B4-382E-963590E95471}"/>
              </a:ext>
            </a:extLst>
          </p:cNvPr>
          <p:cNvCxnSpPr>
            <a:cxnSpLocks/>
          </p:cNvCxnSpPr>
          <p:nvPr/>
        </p:nvCxnSpPr>
        <p:spPr>
          <a:xfrm>
            <a:off x="1895144" y="1795299"/>
            <a:ext cx="0" cy="1512000"/>
          </a:xfrm>
          <a:prstGeom prst="line">
            <a:avLst/>
          </a:prstGeom>
        </p:spPr>
        <p:style>
          <a:lnRef idx="2">
            <a:schemeClr val="accent2"/>
          </a:lnRef>
          <a:fillRef idx="0">
            <a:schemeClr val="accent2"/>
          </a:fillRef>
          <a:effectRef idx="1">
            <a:schemeClr val="accent2"/>
          </a:effectRef>
          <a:fontRef idx="minor">
            <a:schemeClr val="tx1"/>
          </a:fontRef>
        </p:style>
      </p:cxnSp>
      <p:cxnSp>
        <p:nvCxnSpPr>
          <p:cNvPr id="15" name="Conector recto 14">
            <a:extLst>
              <a:ext uri="{FF2B5EF4-FFF2-40B4-BE49-F238E27FC236}">
                <a16:creationId xmlns:a16="http://schemas.microsoft.com/office/drawing/2014/main" id="{5E670FF5-D771-A3A7-0F21-F07EB8E4B04C}"/>
              </a:ext>
            </a:extLst>
          </p:cNvPr>
          <p:cNvCxnSpPr>
            <a:cxnSpLocks/>
          </p:cNvCxnSpPr>
          <p:nvPr/>
        </p:nvCxnSpPr>
        <p:spPr>
          <a:xfrm>
            <a:off x="192074" y="1795299"/>
            <a:ext cx="3600000" cy="0"/>
          </a:xfrm>
          <a:prstGeom prst="line">
            <a:avLst/>
          </a:prstGeom>
        </p:spPr>
        <p:style>
          <a:lnRef idx="2">
            <a:schemeClr val="accent2"/>
          </a:lnRef>
          <a:fillRef idx="0">
            <a:schemeClr val="accent2"/>
          </a:fillRef>
          <a:effectRef idx="1">
            <a:schemeClr val="accent2"/>
          </a:effectRef>
          <a:fontRef idx="minor">
            <a:schemeClr val="tx1"/>
          </a:fontRef>
        </p:style>
      </p:cxnSp>
      <p:cxnSp>
        <p:nvCxnSpPr>
          <p:cNvPr id="18" name="Conector recto 17">
            <a:extLst>
              <a:ext uri="{FF2B5EF4-FFF2-40B4-BE49-F238E27FC236}">
                <a16:creationId xmlns:a16="http://schemas.microsoft.com/office/drawing/2014/main" id="{ED4C0707-36DB-0CE5-3B8D-BEB402BB47F0}"/>
              </a:ext>
            </a:extLst>
          </p:cNvPr>
          <p:cNvCxnSpPr>
            <a:cxnSpLocks/>
          </p:cNvCxnSpPr>
          <p:nvPr/>
        </p:nvCxnSpPr>
        <p:spPr>
          <a:xfrm>
            <a:off x="5956604" y="1795299"/>
            <a:ext cx="0" cy="1512000"/>
          </a:xfrm>
          <a:prstGeom prst="line">
            <a:avLst/>
          </a:prstGeom>
          <a:ln>
            <a:solidFill>
              <a:schemeClr val="accent2"/>
            </a:solidFill>
          </a:ln>
        </p:spPr>
        <p:style>
          <a:lnRef idx="2">
            <a:schemeClr val="accent1"/>
          </a:lnRef>
          <a:fillRef idx="0">
            <a:schemeClr val="accent1"/>
          </a:fillRef>
          <a:effectRef idx="1">
            <a:schemeClr val="accent1"/>
          </a:effectRef>
          <a:fontRef idx="minor">
            <a:schemeClr val="tx1"/>
          </a:fontRef>
        </p:style>
      </p:cxnSp>
      <p:cxnSp>
        <p:nvCxnSpPr>
          <p:cNvPr id="21" name="Conector recto 20">
            <a:extLst>
              <a:ext uri="{FF2B5EF4-FFF2-40B4-BE49-F238E27FC236}">
                <a16:creationId xmlns:a16="http://schemas.microsoft.com/office/drawing/2014/main" id="{C1C88F96-3C2D-592F-B2A4-6B1EC9EAE70D}"/>
              </a:ext>
            </a:extLst>
          </p:cNvPr>
          <p:cNvCxnSpPr>
            <a:cxnSpLocks/>
          </p:cNvCxnSpPr>
          <p:nvPr/>
        </p:nvCxnSpPr>
        <p:spPr>
          <a:xfrm>
            <a:off x="4253534" y="1795299"/>
            <a:ext cx="3600000" cy="0"/>
          </a:xfrm>
          <a:prstGeom prst="line">
            <a:avLst/>
          </a:prstGeom>
          <a:ln>
            <a:solidFill>
              <a:schemeClr val="accent2"/>
            </a:solidFill>
          </a:ln>
        </p:spPr>
        <p:style>
          <a:lnRef idx="2">
            <a:schemeClr val="accent1"/>
          </a:lnRef>
          <a:fillRef idx="0">
            <a:schemeClr val="accent1"/>
          </a:fillRef>
          <a:effectRef idx="1">
            <a:schemeClr val="accent1"/>
          </a:effectRef>
          <a:fontRef idx="minor">
            <a:schemeClr val="tx1"/>
          </a:fontRef>
        </p:style>
      </p:cxnSp>
      <p:cxnSp>
        <p:nvCxnSpPr>
          <p:cNvPr id="22" name="Conector recto 21">
            <a:extLst>
              <a:ext uri="{FF2B5EF4-FFF2-40B4-BE49-F238E27FC236}">
                <a16:creationId xmlns:a16="http://schemas.microsoft.com/office/drawing/2014/main" id="{37ACC6D1-8D0D-07A3-51FF-185CAD41DCB4}"/>
              </a:ext>
            </a:extLst>
          </p:cNvPr>
          <p:cNvCxnSpPr>
            <a:cxnSpLocks/>
          </p:cNvCxnSpPr>
          <p:nvPr/>
        </p:nvCxnSpPr>
        <p:spPr>
          <a:xfrm>
            <a:off x="10059974" y="1795299"/>
            <a:ext cx="0" cy="1512000"/>
          </a:xfrm>
          <a:prstGeom prst="line">
            <a:avLst/>
          </a:prstGeom>
          <a:ln>
            <a:solidFill>
              <a:schemeClr val="accent6"/>
            </a:solidFill>
          </a:ln>
        </p:spPr>
        <p:style>
          <a:lnRef idx="2">
            <a:schemeClr val="accent1"/>
          </a:lnRef>
          <a:fillRef idx="0">
            <a:schemeClr val="accent1"/>
          </a:fillRef>
          <a:effectRef idx="1">
            <a:schemeClr val="accent1"/>
          </a:effectRef>
          <a:fontRef idx="minor">
            <a:schemeClr val="tx1"/>
          </a:fontRef>
        </p:style>
      </p:cxnSp>
      <p:cxnSp>
        <p:nvCxnSpPr>
          <p:cNvPr id="23" name="Conector recto 22">
            <a:extLst>
              <a:ext uri="{FF2B5EF4-FFF2-40B4-BE49-F238E27FC236}">
                <a16:creationId xmlns:a16="http://schemas.microsoft.com/office/drawing/2014/main" id="{D71462D9-CF79-2E7D-1814-F9EF02EBFE1C}"/>
              </a:ext>
            </a:extLst>
          </p:cNvPr>
          <p:cNvCxnSpPr>
            <a:cxnSpLocks/>
          </p:cNvCxnSpPr>
          <p:nvPr/>
        </p:nvCxnSpPr>
        <p:spPr>
          <a:xfrm>
            <a:off x="8356904" y="1795299"/>
            <a:ext cx="3600000" cy="0"/>
          </a:xfrm>
          <a:prstGeom prst="line">
            <a:avLst/>
          </a:prstGeom>
          <a:ln>
            <a:solidFill>
              <a:schemeClr val="accent6"/>
            </a:solidFill>
          </a:ln>
        </p:spPr>
        <p:style>
          <a:lnRef idx="2">
            <a:schemeClr val="accent1"/>
          </a:lnRef>
          <a:fillRef idx="0">
            <a:schemeClr val="accent1"/>
          </a:fillRef>
          <a:effectRef idx="1">
            <a:schemeClr val="accent1"/>
          </a:effectRef>
          <a:fontRef idx="minor">
            <a:schemeClr val="tx1"/>
          </a:fontRef>
        </p:style>
      </p:cxnSp>
      <p:sp>
        <p:nvSpPr>
          <p:cNvPr id="24" name="CuadroTexto 23">
            <a:extLst>
              <a:ext uri="{FF2B5EF4-FFF2-40B4-BE49-F238E27FC236}">
                <a16:creationId xmlns:a16="http://schemas.microsoft.com/office/drawing/2014/main" id="{9A17A779-3234-BC7B-A3C9-E6821A1CE207}"/>
              </a:ext>
            </a:extLst>
          </p:cNvPr>
          <p:cNvSpPr txBox="1"/>
          <p:nvPr/>
        </p:nvSpPr>
        <p:spPr>
          <a:xfrm>
            <a:off x="828588" y="1287211"/>
            <a:ext cx="2133112" cy="461665"/>
          </a:xfrm>
          <a:prstGeom prst="rect">
            <a:avLst/>
          </a:prstGeom>
          <a:noFill/>
        </p:spPr>
        <p:txBody>
          <a:bodyPr wrap="square" rtlCol="0">
            <a:spAutoFit/>
          </a:bodyPr>
          <a:lstStyle/>
          <a:p>
            <a:pPr algn="ctr"/>
            <a:r>
              <a:rPr lang="es-AR" sz="2400" dirty="0"/>
              <a:t>Banco 1</a:t>
            </a:r>
          </a:p>
        </p:txBody>
      </p:sp>
      <p:sp>
        <p:nvSpPr>
          <p:cNvPr id="25" name="CuadroTexto 24">
            <a:extLst>
              <a:ext uri="{FF2B5EF4-FFF2-40B4-BE49-F238E27FC236}">
                <a16:creationId xmlns:a16="http://schemas.microsoft.com/office/drawing/2014/main" id="{D44090D5-580F-F6CA-20DA-9917C57D3906}"/>
              </a:ext>
            </a:extLst>
          </p:cNvPr>
          <p:cNvSpPr txBox="1"/>
          <p:nvPr/>
        </p:nvSpPr>
        <p:spPr>
          <a:xfrm>
            <a:off x="4890048" y="1287211"/>
            <a:ext cx="2133112" cy="461665"/>
          </a:xfrm>
          <a:prstGeom prst="rect">
            <a:avLst/>
          </a:prstGeom>
          <a:noFill/>
        </p:spPr>
        <p:txBody>
          <a:bodyPr wrap="square" rtlCol="0">
            <a:spAutoFit/>
          </a:bodyPr>
          <a:lstStyle/>
          <a:p>
            <a:pPr algn="ctr"/>
            <a:r>
              <a:rPr lang="es-AR" sz="2400" dirty="0"/>
              <a:t>Banco 2</a:t>
            </a:r>
          </a:p>
        </p:txBody>
      </p:sp>
      <p:sp>
        <p:nvSpPr>
          <p:cNvPr id="26" name="CuadroTexto 25">
            <a:extLst>
              <a:ext uri="{FF2B5EF4-FFF2-40B4-BE49-F238E27FC236}">
                <a16:creationId xmlns:a16="http://schemas.microsoft.com/office/drawing/2014/main" id="{BA98A6D4-DB45-C2E3-BFC9-30F4616768BB}"/>
              </a:ext>
            </a:extLst>
          </p:cNvPr>
          <p:cNvSpPr txBox="1"/>
          <p:nvPr/>
        </p:nvSpPr>
        <p:spPr>
          <a:xfrm>
            <a:off x="8993418" y="1287211"/>
            <a:ext cx="2133112" cy="461665"/>
          </a:xfrm>
          <a:prstGeom prst="rect">
            <a:avLst/>
          </a:prstGeom>
          <a:noFill/>
        </p:spPr>
        <p:txBody>
          <a:bodyPr wrap="square" rtlCol="0">
            <a:spAutoFit/>
          </a:bodyPr>
          <a:lstStyle/>
          <a:p>
            <a:pPr algn="ctr"/>
            <a:r>
              <a:rPr lang="es-AR" sz="2400" dirty="0"/>
              <a:t>Depositantes</a:t>
            </a:r>
          </a:p>
        </p:txBody>
      </p:sp>
      <p:grpSp>
        <p:nvGrpSpPr>
          <p:cNvPr id="28" name="Grupo 27">
            <a:extLst>
              <a:ext uri="{FF2B5EF4-FFF2-40B4-BE49-F238E27FC236}">
                <a16:creationId xmlns:a16="http://schemas.microsoft.com/office/drawing/2014/main" id="{44FF519F-9D18-2A25-00E2-23352C1CE716}"/>
              </a:ext>
            </a:extLst>
          </p:cNvPr>
          <p:cNvGrpSpPr/>
          <p:nvPr/>
        </p:nvGrpSpPr>
        <p:grpSpPr>
          <a:xfrm>
            <a:off x="301478" y="101545"/>
            <a:ext cx="3841779" cy="584775"/>
            <a:chOff x="301478" y="101545"/>
            <a:chExt cx="3841779" cy="584775"/>
          </a:xfrm>
        </p:grpSpPr>
        <p:sp>
          <p:nvSpPr>
            <p:cNvPr id="31" name="CuadroTexto 30">
              <a:extLst>
                <a:ext uri="{FF2B5EF4-FFF2-40B4-BE49-F238E27FC236}">
                  <a16:creationId xmlns:a16="http://schemas.microsoft.com/office/drawing/2014/main" id="{AD8C3A25-BEDB-50D4-C36E-D11D8798BA2C}"/>
                </a:ext>
              </a:extLst>
            </p:cNvPr>
            <p:cNvSpPr txBox="1"/>
            <p:nvPr/>
          </p:nvSpPr>
          <p:spPr>
            <a:xfrm>
              <a:off x="404348" y="101545"/>
              <a:ext cx="3738909" cy="584775"/>
            </a:xfrm>
            <a:prstGeom prst="rect">
              <a:avLst/>
            </a:prstGeom>
            <a:noFill/>
          </p:spPr>
          <p:txBody>
            <a:bodyPr wrap="none" rtlCol="0">
              <a:spAutoFit/>
            </a:bodyPr>
            <a:lstStyle/>
            <a:p>
              <a:r>
                <a:rPr lang="es-AR" sz="3200" dirty="0">
                  <a:latin typeface="+mj-lt"/>
                  <a:cs typeface="Times New Roman" panose="02020603050405020304" pitchFamily="18" charset="0"/>
                </a:rPr>
                <a:t>Creación endógena</a:t>
              </a:r>
            </a:p>
          </p:txBody>
        </p:sp>
        <p:cxnSp>
          <p:nvCxnSpPr>
            <p:cNvPr id="32" name="Conector recto 31">
              <a:extLst>
                <a:ext uri="{FF2B5EF4-FFF2-40B4-BE49-F238E27FC236}">
                  <a16:creationId xmlns:a16="http://schemas.microsoft.com/office/drawing/2014/main" id="{E060EB13-B4A1-6EE8-079C-DB3F345116DD}"/>
                </a:ext>
              </a:extLst>
            </p:cNvPr>
            <p:cNvCxnSpPr>
              <a:cxnSpLocks/>
            </p:cNvCxnSpPr>
            <p:nvPr/>
          </p:nvCxnSpPr>
          <p:spPr>
            <a:xfrm>
              <a:off x="301478" y="231932"/>
              <a:ext cx="0" cy="324000"/>
            </a:xfrm>
            <a:prstGeom prst="line">
              <a:avLst/>
            </a:prstGeom>
            <a:ln w="76200">
              <a:solidFill>
                <a:schemeClr val="tx1"/>
              </a:solidFill>
            </a:ln>
          </p:spPr>
          <p:style>
            <a:lnRef idx="2">
              <a:schemeClr val="accent1"/>
            </a:lnRef>
            <a:fillRef idx="0">
              <a:schemeClr val="accent1"/>
            </a:fillRef>
            <a:effectRef idx="1">
              <a:schemeClr val="accent1"/>
            </a:effectRef>
            <a:fontRef idx="minor">
              <a:schemeClr val="tx1"/>
            </a:fontRef>
          </p:style>
        </p:cxnSp>
      </p:grpSp>
      <p:sp>
        <p:nvSpPr>
          <p:cNvPr id="84" name="CuadroTexto 83">
            <a:extLst>
              <a:ext uri="{FF2B5EF4-FFF2-40B4-BE49-F238E27FC236}">
                <a16:creationId xmlns:a16="http://schemas.microsoft.com/office/drawing/2014/main" id="{1533FE19-B2BB-80D0-56D1-DCF182BEB484}"/>
              </a:ext>
            </a:extLst>
          </p:cNvPr>
          <p:cNvSpPr txBox="1"/>
          <p:nvPr/>
        </p:nvSpPr>
        <p:spPr>
          <a:xfrm>
            <a:off x="403773" y="3540593"/>
            <a:ext cx="11105662" cy="1477328"/>
          </a:xfrm>
          <a:prstGeom prst="rect">
            <a:avLst/>
          </a:prstGeom>
          <a:noFill/>
        </p:spPr>
        <p:txBody>
          <a:bodyPr wrap="square" lIns="0" tIns="0" rIns="0" bIns="0" rtlCol="0">
            <a:spAutoFit/>
          </a:bodyPr>
          <a:lstStyle/>
          <a:p>
            <a:pPr marL="285750" indent="-285750">
              <a:buFont typeface="Arial" panose="020B0604020202020204" pitchFamily="34" charset="0"/>
              <a:buChar char="•"/>
            </a:pPr>
            <a:r>
              <a:rPr lang="es-AR" sz="2400" dirty="0"/>
              <a:t>Así como los préstamos crean depósitos, su cancelación por parte de los depositantes, los destruyen.</a:t>
            </a:r>
          </a:p>
          <a:p>
            <a:pPr marL="285750" indent="-285750">
              <a:buFont typeface="Arial" panose="020B0604020202020204" pitchFamily="34" charset="0"/>
              <a:buChar char="•"/>
            </a:pPr>
            <a:endParaRPr lang="es-AR" sz="2400" dirty="0"/>
          </a:p>
          <a:p>
            <a:pPr marL="285750" indent="-285750">
              <a:buFont typeface="Arial" panose="020B0604020202020204" pitchFamily="34" charset="0"/>
              <a:buChar char="•"/>
            </a:pPr>
            <a:r>
              <a:rPr lang="es-AR" sz="2400" dirty="0"/>
              <a:t>En la práctica, estas operaciones ocurren simultánea y permanentemente.</a:t>
            </a:r>
          </a:p>
        </p:txBody>
      </p:sp>
      <p:sp>
        <p:nvSpPr>
          <p:cNvPr id="4" name="CuadroTexto 3">
            <a:extLst>
              <a:ext uri="{FF2B5EF4-FFF2-40B4-BE49-F238E27FC236}">
                <a16:creationId xmlns:a16="http://schemas.microsoft.com/office/drawing/2014/main" id="{66814CC7-9845-ABCE-9902-544CFD6EE335}"/>
              </a:ext>
            </a:extLst>
          </p:cNvPr>
          <p:cNvSpPr txBox="1"/>
          <p:nvPr/>
        </p:nvSpPr>
        <p:spPr>
          <a:xfrm>
            <a:off x="411070" y="1932321"/>
            <a:ext cx="890115" cy="369332"/>
          </a:xfrm>
          <a:prstGeom prst="rect">
            <a:avLst/>
          </a:prstGeom>
          <a:noFill/>
        </p:spPr>
        <p:txBody>
          <a:bodyPr wrap="none" rtlCol="0">
            <a:spAutoFit/>
          </a:bodyPr>
          <a:lstStyle/>
          <a:p>
            <a:r>
              <a:rPr lang="es-AR" i="1" dirty="0"/>
              <a:t>P</a:t>
            </a:r>
            <a:r>
              <a:rPr lang="es-AR" dirty="0"/>
              <a:t>, -110</a:t>
            </a:r>
          </a:p>
        </p:txBody>
      </p:sp>
      <mc:AlternateContent xmlns:mc="http://schemas.openxmlformats.org/markup-compatibility/2006" xmlns:a14="http://schemas.microsoft.com/office/drawing/2010/main">
        <mc:Choice Requires="a14">
          <p:sp>
            <p:nvSpPr>
              <p:cNvPr id="5" name="CuadroTexto 4">
                <a:extLst>
                  <a:ext uri="{FF2B5EF4-FFF2-40B4-BE49-F238E27FC236}">
                    <a16:creationId xmlns:a16="http://schemas.microsoft.com/office/drawing/2014/main" id="{DE2CAD28-E107-9783-AD11-95F2907F87AD}"/>
                  </a:ext>
                </a:extLst>
              </p:cNvPr>
              <p:cNvSpPr txBox="1"/>
              <p:nvPr/>
            </p:nvSpPr>
            <p:spPr>
              <a:xfrm>
                <a:off x="8376985" y="1927118"/>
                <a:ext cx="1232865" cy="369332"/>
              </a:xfrm>
              <a:prstGeom prst="rect">
                <a:avLst/>
              </a:prstGeom>
              <a:noFill/>
            </p:spPr>
            <p:txBody>
              <a:bodyPr wrap="square">
                <a:spAutoFit/>
              </a:bodyPr>
              <a:lstStyle/>
              <a:p>
                <a14:m>
                  <m:oMath xmlns:m="http://schemas.openxmlformats.org/officeDocument/2006/math">
                    <m:r>
                      <a:rPr lang="es-AR" i="1" dirty="0">
                        <a:latin typeface="Cambria Math" panose="02040503050406030204" pitchFamily="18" charset="0"/>
                      </a:rPr>
                      <m:t>𝐷</m:t>
                    </m:r>
                  </m:oMath>
                </a14:m>
                <a:r>
                  <a:rPr lang="es-AR" dirty="0"/>
                  <a:t>, -110</a:t>
                </a:r>
              </a:p>
            </p:txBody>
          </p:sp>
        </mc:Choice>
        <mc:Fallback xmlns="">
          <p:sp>
            <p:nvSpPr>
              <p:cNvPr id="5" name="CuadroTexto 4">
                <a:extLst>
                  <a:ext uri="{FF2B5EF4-FFF2-40B4-BE49-F238E27FC236}">
                    <a16:creationId xmlns:a16="http://schemas.microsoft.com/office/drawing/2014/main" id="{DE2CAD28-E107-9783-AD11-95F2907F87AD}"/>
                  </a:ext>
                </a:extLst>
              </p:cNvPr>
              <p:cNvSpPr txBox="1">
                <a:spLocks noRot="1" noChangeAspect="1" noMove="1" noResize="1" noEditPoints="1" noAdjustHandles="1" noChangeArrowheads="1" noChangeShapeType="1" noTextEdit="1"/>
              </p:cNvSpPr>
              <p:nvPr/>
            </p:nvSpPr>
            <p:spPr>
              <a:xfrm>
                <a:off x="8376985" y="1927118"/>
                <a:ext cx="1232865" cy="369332"/>
              </a:xfrm>
              <a:prstGeom prst="rect">
                <a:avLst/>
              </a:prstGeom>
              <a:blipFill>
                <a:blip r:embed="rId3"/>
                <a:stretch>
                  <a:fillRect t="-6557" b="-26230"/>
                </a:stretch>
              </a:blipFill>
            </p:spPr>
            <p:txBody>
              <a:bodyPr/>
              <a:lstStyle/>
              <a:p>
                <a:r>
                  <a:rPr lang="es-AR">
                    <a:noFill/>
                  </a:rPr>
                  <a:t> </a:t>
                </a:r>
              </a:p>
            </p:txBody>
          </p:sp>
        </mc:Fallback>
      </mc:AlternateContent>
      <p:sp>
        <p:nvSpPr>
          <p:cNvPr id="6" name="CuadroTexto 5">
            <a:extLst>
              <a:ext uri="{FF2B5EF4-FFF2-40B4-BE49-F238E27FC236}">
                <a16:creationId xmlns:a16="http://schemas.microsoft.com/office/drawing/2014/main" id="{09CFCAAB-C83A-110F-7E63-B0DA6C010B0D}"/>
              </a:ext>
            </a:extLst>
          </p:cNvPr>
          <p:cNvSpPr txBox="1"/>
          <p:nvPr/>
        </p:nvSpPr>
        <p:spPr>
          <a:xfrm>
            <a:off x="10296856" y="1928233"/>
            <a:ext cx="890115" cy="369332"/>
          </a:xfrm>
          <a:prstGeom prst="rect">
            <a:avLst/>
          </a:prstGeom>
          <a:noFill/>
        </p:spPr>
        <p:txBody>
          <a:bodyPr wrap="none" rtlCol="0">
            <a:spAutoFit/>
          </a:bodyPr>
          <a:lstStyle/>
          <a:p>
            <a:r>
              <a:rPr lang="es-AR" i="1" dirty="0"/>
              <a:t>P</a:t>
            </a:r>
            <a:r>
              <a:rPr lang="es-AR" dirty="0"/>
              <a:t>, -110</a:t>
            </a:r>
          </a:p>
        </p:txBody>
      </p:sp>
      <p:sp>
        <p:nvSpPr>
          <p:cNvPr id="7" name="CuadroTexto 6">
            <a:extLst>
              <a:ext uri="{FF2B5EF4-FFF2-40B4-BE49-F238E27FC236}">
                <a16:creationId xmlns:a16="http://schemas.microsoft.com/office/drawing/2014/main" id="{D6CAFE7A-78ED-6D0C-461D-7AC657579776}"/>
              </a:ext>
            </a:extLst>
          </p:cNvPr>
          <p:cNvSpPr txBox="1"/>
          <p:nvPr/>
        </p:nvSpPr>
        <p:spPr>
          <a:xfrm>
            <a:off x="6205853" y="1927118"/>
            <a:ext cx="917367" cy="369332"/>
          </a:xfrm>
          <a:prstGeom prst="rect">
            <a:avLst/>
          </a:prstGeom>
          <a:noFill/>
        </p:spPr>
        <p:txBody>
          <a:bodyPr wrap="none" rtlCol="0">
            <a:spAutoFit/>
          </a:bodyPr>
          <a:lstStyle/>
          <a:p>
            <a:r>
              <a:rPr lang="es-AR" i="1" dirty="0"/>
              <a:t>D</a:t>
            </a:r>
            <a:r>
              <a:rPr lang="es-AR" dirty="0"/>
              <a:t>, -110</a:t>
            </a:r>
          </a:p>
        </p:txBody>
      </p:sp>
    </p:spTree>
    <p:extLst>
      <p:ext uri="{BB962C8B-B14F-4D97-AF65-F5344CB8AC3E}">
        <p14:creationId xmlns:p14="http://schemas.microsoft.com/office/powerpoint/2010/main" val="196308704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ECF47A-66B0-9F73-9B4A-37F8C119328A}"/>
            </a:ext>
          </a:extLst>
        </p:cNvPr>
        <p:cNvGrpSpPr/>
        <p:nvPr/>
      </p:nvGrpSpPr>
      <p:grpSpPr>
        <a:xfrm>
          <a:off x="0" y="0"/>
          <a:ext cx="0" cy="0"/>
          <a:chOff x="0" y="0"/>
          <a:chExt cx="0" cy="0"/>
        </a:xfrm>
      </p:grpSpPr>
      <p:sp>
        <p:nvSpPr>
          <p:cNvPr id="2" name="CuadroTexto 1">
            <a:extLst>
              <a:ext uri="{FF2B5EF4-FFF2-40B4-BE49-F238E27FC236}">
                <a16:creationId xmlns:a16="http://schemas.microsoft.com/office/drawing/2014/main" id="{131CA850-CD3C-1701-42B3-1BA630E8ABE5}"/>
              </a:ext>
            </a:extLst>
          </p:cNvPr>
          <p:cNvSpPr txBox="1"/>
          <p:nvPr/>
        </p:nvSpPr>
        <p:spPr>
          <a:xfrm>
            <a:off x="404347" y="1152051"/>
            <a:ext cx="4472363" cy="461665"/>
          </a:xfrm>
          <a:prstGeom prst="rect">
            <a:avLst/>
          </a:prstGeom>
          <a:noFill/>
        </p:spPr>
        <p:txBody>
          <a:bodyPr wrap="square" rtlCol="0">
            <a:spAutoFit/>
          </a:bodyPr>
          <a:lstStyle/>
          <a:p>
            <a:r>
              <a:rPr lang="es-AR" sz="2400" dirty="0"/>
              <a:t>Otras operaciones</a:t>
            </a:r>
          </a:p>
        </p:txBody>
      </p:sp>
      <mc:AlternateContent xmlns:mc="http://schemas.openxmlformats.org/markup-compatibility/2006" xmlns:a14="http://schemas.microsoft.com/office/drawing/2010/main">
        <mc:Choice Requires="a14">
          <p:sp>
            <p:nvSpPr>
              <p:cNvPr id="3" name="CuadroTexto 2">
                <a:extLst>
                  <a:ext uri="{FF2B5EF4-FFF2-40B4-BE49-F238E27FC236}">
                    <a16:creationId xmlns:a16="http://schemas.microsoft.com/office/drawing/2014/main" id="{CE9DD7F1-7EAE-047A-977A-5F9C1AC07D64}"/>
                  </a:ext>
                </a:extLst>
              </p:cNvPr>
              <p:cNvSpPr txBox="1"/>
              <p:nvPr/>
            </p:nvSpPr>
            <p:spPr>
              <a:xfrm>
                <a:off x="1405892" y="2606040"/>
                <a:ext cx="4331968" cy="3046988"/>
              </a:xfrm>
              <a:prstGeom prst="rect">
                <a:avLst/>
              </a:prstGeom>
              <a:noFill/>
            </p:spPr>
            <p:txBody>
              <a:bodyPr wrap="square" rtlCol="0">
                <a:spAutoFit/>
              </a:bodyPr>
              <a:lstStyle/>
              <a:p>
                <a:pPr marL="285750" indent="-285750">
                  <a:buFont typeface="Aptos Serif" panose="02020604070405020304" pitchFamily="18" charset="0"/>
                  <a:buChar char="─"/>
                </a:pPr>
                <a:r>
                  <a:rPr lang="es-ES" sz="2400" dirty="0"/>
                  <a:t>Circulación monetaria (</a:t>
                </a:r>
                <a14:m>
                  <m:oMath xmlns:m="http://schemas.openxmlformats.org/officeDocument/2006/math">
                    <m:sSub>
                      <m:sSubPr>
                        <m:ctrlPr>
                          <a:rPr lang="es-ES" sz="2400" i="1" dirty="0" smtClean="0">
                            <a:latin typeface="Cambria Math" panose="02040503050406030204" pitchFamily="18" charset="0"/>
                          </a:rPr>
                        </m:ctrlPr>
                      </m:sSubPr>
                      <m:e>
                        <m:r>
                          <a:rPr lang="es-AR" sz="2400" b="0" i="1" dirty="0" smtClean="0">
                            <a:latin typeface="Cambria Math" panose="02040503050406030204" pitchFamily="18" charset="0"/>
                          </a:rPr>
                          <m:t>𝐶</m:t>
                        </m:r>
                      </m:e>
                      <m:sub>
                        <m:r>
                          <a:rPr lang="es-AR" sz="2400" b="0" i="1" dirty="0" smtClean="0">
                            <a:latin typeface="Cambria Math" panose="02040503050406030204" pitchFamily="18" charset="0"/>
                          </a:rPr>
                          <m:t>𝑏</m:t>
                        </m:r>
                      </m:sub>
                    </m:sSub>
                  </m:oMath>
                </a14:m>
                <a:r>
                  <a:rPr lang="es-ES" sz="2400" dirty="0"/>
                  <a:t>)</a:t>
                </a:r>
              </a:p>
              <a:p>
                <a:pPr marL="285750" indent="-285750">
                  <a:buFont typeface="Aptos Serif" panose="02020604070405020304" pitchFamily="18" charset="0"/>
                  <a:buChar char="─"/>
                </a:pPr>
                <a:r>
                  <a:rPr lang="es-ES" sz="2400" dirty="0"/>
                  <a:t>Depósitos en BC (𝑅)</a:t>
                </a:r>
              </a:p>
              <a:p>
                <a:pPr marL="285750" indent="-285750">
                  <a:buFont typeface="Aptos Serif" panose="02020604070405020304" pitchFamily="18" charset="0"/>
                  <a:buChar char="─"/>
                </a:pPr>
                <a:endParaRPr lang="es-ES" sz="2400" dirty="0"/>
              </a:p>
              <a:p>
                <a:pPr marL="285750" indent="-285750">
                  <a:buFont typeface="Aptos Serif" panose="02020604070405020304" pitchFamily="18" charset="0"/>
                  <a:buChar char="─"/>
                </a:pPr>
                <a:r>
                  <a:rPr lang="es-ES" sz="2400" dirty="0"/>
                  <a:t>Préstamos</a:t>
                </a:r>
              </a:p>
              <a:p>
                <a:pPr marL="285750" indent="-285750">
                  <a:buFont typeface="Aptos Serif" panose="02020604070405020304" pitchFamily="18" charset="0"/>
                  <a:buChar char="─"/>
                </a:pPr>
                <a:r>
                  <a:rPr lang="es-ES" sz="2400" dirty="0"/>
                  <a:t>Títulos públicos</a:t>
                </a:r>
              </a:p>
              <a:p>
                <a:pPr marL="285750" indent="-285750">
                  <a:buFont typeface="Aptos Serif" panose="02020604070405020304" pitchFamily="18" charset="0"/>
                  <a:buChar char="─"/>
                </a:pPr>
                <a:r>
                  <a:rPr lang="es-ES" sz="2400" dirty="0"/>
                  <a:t>Títulos del BC</a:t>
                </a:r>
              </a:p>
              <a:p>
                <a:pPr marL="285750" indent="-285750">
                  <a:buFont typeface="Aptos Serif" panose="02020604070405020304" pitchFamily="18" charset="0"/>
                  <a:buChar char="─"/>
                </a:pPr>
                <a:r>
                  <a:rPr lang="es-ES" sz="2400" dirty="0"/>
                  <a:t>Pases pasivos</a:t>
                </a:r>
              </a:p>
              <a:p>
                <a:pPr marL="285750" indent="-285750">
                  <a:buFont typeface="Aptos Serif" panose="02020604070405020304" pitchFamily="18" charset="0"/>
                  <a:buChar char="─"/>
                </a:pPr>
                <a:r>
                  <a:rPr lang="es-ES" sz="2400" dirty="0"/>
                  <a:t>Otras monedas</a:t>
                </a:r>
              </a:p>
            </p:txBody>
          </p:sp>
        </mc:Choice>
        <mc:Fallback xmlns="">
          <p:sp>
            <p:nvSpPr>
              <p:cNvPr id="3" name="CuadroTexto 2">
                <a:extLst>
                  <a:ext uri="{FF2B5EF4-FFF2-40B4-BE49-F238E27FC236}">
                    <a16:creationId xmlns:a16="http://schemas.microsoft.com/office/drawing/2014/main" id="{CE9DD7F1-7EAE-047A-977A-5F9C1AC07D64}"/>
                  </a:ext>
                </a:extLst>
              </p:cNvPr>
              <p:cNvSpPr txBox="1">
                <a:spLocks noRot="1" noChangeAspect="1" noMove="1" noResize="1" noEditPoints="1" noAdjustHandles="1" noChangeArrowheads="1" noChangeShapeType="1" noTextEdit="1"/>
              </p:cNvSpPr>
              <p:nvPr/>
            </p:nvSpPr>
            <p:spPr>
              <a:xfrm>
                <a:off x="1405892" y="2606040"/>
                <a:ext cx="4331968" cy="3046988"/>
              </a:xfrm>
              <a:prstGeom prst="rect">
                <a:avLst/>
              </a:prstGeom>
              <a:blipFill>
                <a:blip r:embed="rId3"/>
                <a:stretch>
                  <a:fillRect l="-2254" t="-2004" b="-3808"/>
                </a:stretch>
              </a:blipFill>
            </p:spPr>
            <p:txBody>
              <a:bodyPr/>
              <a:lstStyle/>
              <a:p>
                <a:r>
                  <a:rPr lang="es-AR">
                    <a:noFill/>
                  </a:rPr>
                  <a:t> </a:t>
                </a:r>
              </a:p>
            </p:txBody>
          </p:sp>
        </mc:Fallback>
      </mc:AlternateContent>
      <p:sp>
        <p:nvSpPr>
          <p:cNvPr id="6" name="CuadroTexto 5">
            <a:extLst>
              <a:ext uri="{FF2B5EF4-FFF2-40B4-BE49-F238E27FC236}">
                <a16:creationId xmlns:a16="http://schemas.microsoft.com/office/drawing/2014/main" id="{6D35D293-AAF8-721A-B874-0B0BAF39052F}"/>
              </a:ext>
            </a:extLst>
          </p:cNvPr>
          <p:cNvSpPr txBox="1"/>
          <p:nvPr/>
        </p:nvSpPr>
        <p:spPr>
          <a:xfrm>
            <a:off x="6227111" y="2606040"/>
            <a:ext cx="3545539" cy="1569660"/>
          </a:xfrm>
          <a:prstGeom prst="rect">
            <a:avLst/>
          </a:prstGeom>
          <a:noFill/>
        </p:spPr>
        <p:txBody>
          <a:bodyPr wrap="square" rtlCol="0">
            <a:spAutoFit/>
          </a:bodyPr>
          <a:lstStyle/>
          <a:p>
            <a:pPr marL="285750" indent="-285750">
              <a:buFontTx/>
              <a:buChar char="─"/>
            </a:pPr>
            <a:r>
              <a:rPr lang="es-AR" sz="2400" dirty="0"/>
              <a:t>Depósitos (𝐷)</a:t>
            </a:r>
          </a:p>
          <a:p>
            <a:pPr marL="285750" indent="-285750">
              <a:buFontTx/>
              <a:buChar char="─"/>
            </a:pPr>
            <a:endParaRPr lang="es-AR" sz="2400" dirty="0"/>
          </a:p>
          <a:p>
            <a:pPr marL="285750" indent="-285750">
              <a:buFontTx/>
              <a:buChar char="─"/>
            </a:pPr>
            <a:r>
              <a:rPr lang="es-AR" sz="2400" dirty="0"/>
              <a:t>Pases activos</a:t>
            </a:r>
          </a:p>
          <a:p>
            <a:pPr marL="285750" indent="-285750">
              <a:buFontTx/>
              <a:buChar char="─"/>
            </a:pPr>
            <a:r>
              <a:rPr lang="es-AR" sz="2400" dirty="0"/>
              <a:t>Créditos del BC</a:t>
            </a:r>
          </a:p>
        </p:txBody>
      </p:sp>
      <p:cxnSp>
        <p:nvCxnSpPr>
          <p:cNvPr id="8" name="Conector recto 7">
            <a:extLst>
              <a:ext uri="{FF2B5EF4-FFF2-40B4-BE49-F238E27FC236}">
                <a16:creationId xmlns:a16="http://schemas.microsoft.com/office/drawing/2014/main" id="{C846C294-8553-8FC7-35CC-7376B937958C}"/>
              </a:ext>
            </a:extLst>
          </p:cNvPr>
          <p:cNvCxnSpPr>
            <a:cxnSpLocks/>
          </p:cNvCxnSpPr>
          <p:nvPr/>
        </p:nvCxnSpPr>
        <p:spPr>
          <a:xfrm>
            <a:off x="6101384" y="2333298"/>
            <a:ext cx="0" cy="3267402"/>
          </a:xfrm>
          <a:prstGeom prst="line">
            <a:avLst/>
          </a:prstGeom>
          <a:ln>
            <a:solidFill>
              <a:schemeClr val="accent2"/>
            </a:solidFill>
          </a:ln>
        </p:spPr>
        <p:style>
          <a:lnRef idx="2">
            <a:schemeClr val="accent1"/>
          </a:lnRef>
          <a:fillRef idx="0">
            <a:schemeClr val="accent1"/>
          </a:fillRef>
          <a:effectRef idx="1">
            <a:schemeClr val="accent1"/>
          </a:effectRef>
          <a:fontRef idx="minor">
            <a:schemeClr val="tx1"/>
          </a:fontRef>
        </p:style>
      </p:cxnSp>
      <p:cxnSp>
        <p:nvCxnSpPr>
          <p:cNvPr id="9" name="Conector recto 8">
            <a:extLst>
              <a:ext uri="{FF2B5EF4-FFF2-40B4-BE49-F238E27FC236}">
                <a16:creationId xmlns:a16="http://schemas.microsoft.com/office/drawing/2014/main" id="{5C2F9FEB-9758-DB39-56D7-FFB9C1D7886D}"/>
              </a:ext>
            </a:extLst>
          </p:cNvPr>
          <p:cNvCxnSpPr>
            <a:cxnSpLocks/>
          </p:cNvCxnSpPr>
          <p:nvPr/>
        </p:nvCxnSpPr>
        <p:spPr>
          <a:xfrm>
            <a:off x="1074420" y="2333298"/>
            <a:ext cx="10549888" cy="0"/>
          </a:xfrm>
          <a:prstGeom prst="line">
            <a:avLst/>
          </a:prstGeom>
          <a:ln>
            <a:solidFill>
              <a:schemeClr val="accent2"/>
            </a:solidFill>
          </a:ln>
        </p:spPr>
        <p:style>
          <a:lnRef idx="2">
            <a:schemeClr val="accent1"/>
          </a:lnRef>
          <a:fillRef idx="0">
            <a:schemeClr val="accent1"/>
          </a:fillRef>
          <a:effectRef idx="1">
            <a:schemeClr val="accent1"/>
          </a:effectRef>
          <a:fontRef idx="minor">
            <a:schemeClr val="tx1"/>
          </a:fontRef>
        </p:style>
      </p:cxnSp>
      <p:sp>
        <p:nvSpPr>
          <p:cNvPr id="14" name="CuadroTexto 13">
            <a:extLst>
              <a:ext uri="{FF2B5EF4-FFF2-40B4-BE49-F238E27FC236}">
                <a16:creationId xmlns:a16="http://schemas.microsoft.com/office/drawing/2014/main" id="{943F612E-3049-068C-323B-8AD0AFDF7131}"/>
              </a:ext>
            </a:extLst>
          </p:cNvPr>
          <p:cNvSpPr txBox="1"/>
          <p:nvPr/>
        </p:nvSpPr>
        <p:spPr>
          <a:xfrm>
            <a:off x="2373232" y="1728877"/>
            <a:ext cx="1463349" cy="461665"/>
          </a:xfrm>
          <a:prstGeom prst="rect">
            <a:avLst/>
          </a:prstGeom>
          <a:noFill/>
        </p:spPr>
        <p:txBody>
          <a:bodyPr wrap="none" rtlCol="0">
            <a:spAutoFit/>
          </a:bodyPr>
          <a:lstStyle/>
          <a:p>
            <a:r>
              <a:rPr lang="es-AR" sz="2400" dirty="0"/>
              <a:t>ACTIVOS</a:t>
            </a:r>
          </a:p>
        </p:txBody>
      </p:sp>
      <p:sp>
        <p:nvSpPr>
          <p:cNvPr id="15" name="CuadroTexto 14">
            <a:extLst>
              <a:ext uri="{FF2B5EF4-FFF2-40B4-BE49-F238E27FC236}">
                <a16:creationId xmlns:a16="http://schemas.microsoft.com/office/drawing/2014/main" id="{B794888E-F66F-0969-51BE-2CCB7B14F58B}"/>
              </a:ext>
            </a:extLst>
          </p:cNvPr>
          <p:cNvSpPr txBox="1"/>
          <p:nvPr/>
        </p:nvSpPr>
        <p:spPr>
          <a:xfrm>
            <a:off x="8014209" y="1728877"/>
            <a:ext cx="1429174" cy="461665"/>
          </a:xfrm>
          <a:prstGeom prst="rect">
            <a:avLst/>
          </a:prstGeom>
          <a:noFill/>
        </p:spPr>
        <p:txBody>
          <a:bodyPr wrap="none" rtlCol="0">
            <a:spAutoFit/>
          </a:bodyPr>
          <a:lstStyle/>
          <a:p>
            <a:r>
              <a:rPr lang="es-AR" sz="2400" dirty="0"/>
              <a:t>PASIVOS</a:t>
            </a:r>
          </a:p>
        </p:txBody>
      </p:sp>
      <p:grpSp>
        <p:nvGrpSpPr>
          <p:cNvPr id="12" name="Grupo 11">
            <a:extLst>
              <a:ext uri="{FF2B5EF4-FFF2-40B4-BE49-F238E27FC236}">
                <a16:creationId xmlns:a16="http://schemas.microsoft.com/office/drawing/2014/main" id="{AF1F5FB0-F3AC-471B-8936-215CF433ABFC}"/>
              </a:ext>
            </a:extLst>
          </p:cNvPr>
          <p:cNvGrpSpPr/>
          <p:nvPr/>
        </p:nvGrpSpPr>
        <p:grpSpPr>
          <a:xfrm>
            <a:off x="301478" y="101545"/>
            <a:ext cx="3841779" cy="584775"/>
            <a:chOff x="301478" y="101545"/>
            <a:chExt cx="3841779" cy="584775"/>
          </a:xfrm>
        </p:grpSpPr>
        <p:sp>
          <p:nvSpPr>
            <p:cNvPr id="13" name="CuadroTexto 12">
              <a:extLst>
                <a:ext uri="{FF2B5EF4-FFF2-40B4-BE49-F238E27FC236}">
                  <a16:creationId xmlns:a16="http://schemas.microsoft.com/office/drawing/2014/main" id="{2113D4CC-7459-826F-5C75-AE544BB2453D}"/>
                </a:ext>
              </a:extLst>
            </p:cNvPr>
            <p:cNvSpPr txBox="1"/>
            <p:nvPr/>
          </p:nvSpPr>
          <p:spPr>
            <a:xfrm>
              <a:off x="404348" y="101545"/>
              <a:ext cx="3738909" cy="584775"/>
            </a:xfrm>
            <a:prstGeom prst="rect">
              <a:avLst/>
            </a:prstGeom>
            <a:noFill/>
          </p:spPr>
          <p:txBody>
            <a:bodyPr wrap="none" rtlCol="0">
              <a:spAutoFit/>
            </a:bodyPr>
            <a:lstStyle/>
            <a:p>
              <a:r>
                <a:rPr lang="es-AR" sz="3200" dirty="0">
                  <a:cs typeface="Times New Roman" panose="02020603050405020304" pitchFamily="18" charset="0"/>
                </a:rPr>
                <a:t>Creación endógena</a:t>
              </a:r>
              <a:endParaRPr lang="es-AR" sz="3200" dirty="0">
                <a:latin typeface="+mj-lt"/>
                <a:cs typeface="Times New Roman" panose="02020603050405020304" pitchFamily="18" charset="0"/>
              </a:endParaRPr>
            </a:p>
          </p:txBody>
        </p:sp>
        <p:cxnSp>
          <p:nvCxnSpPr>
            <p:cNvPr id="16" name="Conector recto 15">
              <a:extLst>
                <a:ext uri="{FF2B5EF4-FFF2-40B4-BE49-F238E27FC236}">
                  <a16:creationId xmlns:a16="http://schemas.microsoft.com/office/drawing/2014/main" id="{9398DB78-9EC4-31B1-0208-B4B01D05098B}"/>
                </a:ext>
              </a:extLst>
            </p:cNvPr>
            <p:cNvCxnSpPr>
              <a:cxnSpLocks/>
            </p:cNvCxnSpPr>
            <p:nvPr/>
          </p:nvCxnSpPr>
          <p:spPr>
            <a:xfrm>
              <a:off x="301478" y="231932"/>
              <a:ext cx="0" cy="324000"/>
            </a:xfrm>
            <a:prstGeom prst="line">
              <a:avLst/>
            </a:prstGeom>
            <a:ln w="76200">
              <a:solidFill>
                <a:schemeClr val="tx1"/>
              </a:solidFill>
            </a:ln>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238441820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A6B462-FD0B-D1A7-96AA-7E8A87A49C32}"/>
            </a:ext>
          </a:extLst>
        </p:cNvPr>
        <p:cNvGrpSpPr/>
        <p:nvPr/>
      </p:nvGrpSpPr>
      <p:grpSpPr>
        <a:xfrm>
          <a:off x="0" y="0"/>
          <a:ext cx="0" cy="0"/>
          <a:chOff x="0" y="0"/>
          <a:chExt cx="0" cy="0"/>
        </a:xfrm>
      </p:grpSpPr>
      <p:sp>
        <p:nvSpPr>
          <p:cNvPr id="28" name="CuadroTexto 27">
            <a:extLst>
              <a:ext uri="{FF2B5EF4-FFF2-40B4-BE49-F238E27FC236}">
                <a16:creationId xmlns:a16="http://schemas.microsoft.com/office/drawing/2014/main" id="{8DFE7A61-1443-7686-8D46-2ED4EC3B9787}"/>
              </a:ext>
            </a:extLst>
          </p:cNvPr>
          <p:cNvSpPr txBox="1"/>
          <p:nvPr/>
        </p:nvSpPr>
        <p:spPr>
          <a:xfrm>
            <a:off x="404348" y="1362937"/>
            <a:ext cx="11105662" cy="2954655"/>
          </a:xfrm>
          <a:prstGeom prst="rect">
            <a:avLst/>
          </a:prstGeom>
          <a:noFill/>
        </p:spPr>
        <p:txBody>
          <a:bodyPr wrap="square" lIns="0" tIns="0" rIns="0" bIns="0" rtlCol="0">
            <a:spAutoFit/>
          </a:bodyPr>
          <a:lstStyle/>
          <a:p>
            <a:pPr marL="342900" indent="-342900">
              <a:buAutoNum type="arabicPeriod"/>
            </a:pPr>
            <a:r>
              <a:rPr lang="es-AR" sz="2400" dirty="0"/>
              <a:t>La mayoría de los bancos centrales fijan tasas de interés y pueden influir en la creación/destrucción endógena (tasas más largas).</a:t>
            </a:r>
          </a:p>
          <a:p>
            <a:pPr marL="342900" indent="-342900">
              <a:buAutoNum type="arabicPeriod"/>
            </a:pPr>
            <a:endParaRPr lang="es-AR" sz="2400" dirty="0"/>
          </a:p>
          <a:p>
            <a:pPr marL="342900" indent="-342900">
              <a:buAutoNum type="arabicPeriod"/>
            </a:pPr>
            <a:r>
              <a:rPr lang="es-AR" sz="2400" b="0" dirty="0"/>
              <a:t>Los proyectos de la economía real pueden influir en las tasas de interés de corto y de largo plazo.</a:t>
            </a:r>
          </a:p>
          <a:p>
            <a:pPr marL="342900" indent="-342900">
              <a:buAutoNum type="arabicPeriod"/>
            </a:pPr>
            <a:endParaRPr lang="es-AR" sz="2400" b="0" dirty="0"/>
          </a:p>
          <a:p>
            <a:pPr marL="342900" indent="-342900">
              <a:buAutoNum type="arabicPeriod"/>
            </a:pPr>
            <a:r>
              <a:rPr lang="es-AR" sz="2400" b="0" dirty="0"/>
              <a:t>Una estructura de tasas con una form</a:t>
            </a:r>
            <a:r>
              <a:rPr lang="es-AR" sz="2400" dirty="0"/>
              <a:t>a inesperada puede ser indicativa en algún sentido.</a:t>
            </a:r>
            <a:endParaRPr lang="es-AR" sz="2400" b="0" dirty="0"/>
          </a:p>
        </p:txBody>
      </p:sp>
      <p:grpSp>
        <p:nvGrpSpPr>
          <p:cNvPr id="2" name="Grupo 1">
            <a:extLst>
              <a:ext uri="{FF2B5EF4-FFF2-40B4-BE49-F238E27FC236}">
                <a16:creationId xmlns:a16="http://schemas.microsoft.com/office/drawing/2014/main" id="{85E250F5-71AB-2683-432B-8C253B65AA09}"/>
              </a:ext>
            </a:extLst>
          </p:cNvPr>
          <p:cNvGrpSpPr/>
          <p:nvPr/>
        </p:nvGrpSpPr>
        <p:grpSpPr>
          <a:xfrm>
            <a:off x="301478" y="101545"/>
            <a:ext cx="3965209" cy="584775"/>
            <a:chOff x="301478" y="101545"/>
            <a:chExt cx="3965209" cy="584775"/>
          </a:xfrm>
        </p:grpSpPr>
        <p:sp>
          <p:nvSpPr>
            <p:cNvPr id="3" name="CuadroTexto 2">
              <a:extLst>
                <a:ext uri="{FF2B5EF4-FFF2-40B4-BE49-F238E27FC236}">
                  <a16:creationId xmlns:a16="http://schemas.microsoft.com/office/drawing/2014/main" id="{FB5C26FE-2A2A-EBE6-FBF7-374EC28A4E9E}"/>
                </a:ext>
              </a:extLst>
            </p:cNvPr>
            <p:cNvSpPr txBox="1"/>
            <p:nvPr/>
          </p:nvSpPr>
          <p:spPr>
            <a:xfrm>
              <a:off x="404348" y="101545"/>
              <a:ext cx="3862339" cy="584775"/>
            </a:xfrm>
            <a:prstGeom prst="rect">
              <a:avLst/>
            </a:prstGeom>
            <a:noFill/>
          </p:spPr>
          <p:txBody>
            <a:bodyPr wrap="none" rtlCol="0">
              <a:spAutoFit/>
            </a:bodyPr>
            <a:lstStyle/>
            <a:p>
              <a:r>
                <a:rPr lang="es-AR" sz="3200" dirty="0">
                  <a:latin typeface="+mj-lt"/>
                  <a:cs typeface="Times New Roman" panose="02020603050405020304" pitchFamily="18" charset="0"/>
                </a:rPr>
                <a:t>Estructura de tasas</a:t>
              </a:r>
            </a:p>
          </p:txBody>
        </p:sp>
        <p:cxnSp>
          <p:nvCxnSpPr>
            <p:cNvPr id="4" name="Conector recto 3">
              <a:extLst>
                <a:ext uri="{FF2B5EF4-FFF2-40B4-BE49-F238E27FC236}">
                  <a16:creationId xmlns:a16="http://schemas.microsoft.com/office/drawing/2014/main" id="{C2AFC6B1-3397-4C6D-3D10-0FC1336D9DB6}"/>
                </a:ext>
              </a:extLst>
            </p:cNvPr>
            <p:cNvCxnSpPr>
              <a:cxnSpLocks/>
            </p:cNvCxnSpPr>
            <p:nvPr/>
          </p:nvCxnSpPr>
          <p:spPr>
            <a:xfrm>
              <a:off x="301478" y="231932"/>
              <a:ext cx="0" cy="324000"/>
            </a:xfrm>
            <a:prstGeom prst="line">
              <a:avLst/>
            </a:prstGeom>
            <a:ln w="76200">
              <a:solidFill>
                <a:schemeClr val="tx1"/>
              </a:solidFill>
            </a:ln>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362624562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0B9C10-D317-8CAE-8F3E-AB8503A975C8}"/>
            </a:ext>
          </a:extLst>
        </p:cNvPr>
        <p:cNvGrpSpPr/>
        <p:nvPr/>
      </p:nvGrpSpPr>
      <p:grpSpPr>
        <a:xfrm>
          <a:off x="0" y="0"/>
          <a:ext cx="0" cy="0"/>
          <a:chOff x="0" y="0"/>
          <a:chExt cx="0" cy="0"/>
        </a:xfrm>
      </p:grpSpPr>
      <p:grpSp>
        <p:nvGrpSpPr>
          <p:cNvPr id="2" name="Grupo 1">
            <a:extLst>
              <a:ext uri="{FF2B5EF4-FFF2-40B4-BE49-F238E27FC236}">
                <a16:creationId xmlns:a16="http://schemas.microsoft.com/office/drawing/2014/main" id="{908AE4B1-CBAA-FC18-3F47-62366A6338F0}"/>
              </a:ext>
            </a:extLst>
          </p:cNvPr>
          <p:cNvGrpSpPr/>
          <p:nvPr/>
        </p:nvGrpSpPr>
        <p:grpSpPr>
          <a:xfrm>
            <a:off x="301478" y="101545"/>
            <a:ext cx="3965209" cy="584775"/>
            <a:chOff x="301478" y="101545"/>
            <a:chExt cx="3965209" cy="584775"/>
          </a:xfrm>
        </p:grpSpPr>
        <p:sp>
          <p:nvSpPr>
            <p:cNvPr id="3" name="CuadroTexto 2">
              <a:extLst>
                <a:ext uri="{FF2B5EF4-FFF2-40B4-BE49-F238E27FC236}">
                  <a16:creationId xmlns:a16="http://schemas.microsoft.com/office/drawing/2014/main" id="{F7E3613F-DBFB-0CCE-F99B-DE314CA3EA71}"/>
                </a:ext>
              </a:extLst>
            </p:cNvPr>
            <p:cNvSpPr txBox="1"/>
            <p:nvPr/>
          </p:nvSpPr>
          <p:spPr>
            <a:xfrm>
              <a:off x="404348" y="101545"/>
              <a:ext cx="3862339" cy="584775"/>
            </a:xfrm>
            <a:prstGeom prst="rect">
              <a:avLst/>
            </a:prstGeom>
            <a:noFill/>
          </p:spPr>
          <p:txBody>
            <a:bodyPr wrap="none" rtlCol="0">
              <a:spAutoFit/>
            </a:bodyPr>
            <a:lstStyle/>
            <a:p>
              <a:r>
                <a:rPr lang="es-AR" sz="3200" dirty="0">
                  <a:latin typeface="+mj-lt"/>
                  <a:cs typeface="Times New Roman" panose="02020603050405020304" pitchFamily="18" charset="0"/>
                </a:rPr>
                <a:t>Estructura de tasas</a:t>
              </a:r>
            </a:p>
          </p:txBody>
        </p:sp>
        <p:cxnSp>
          <p:nvCxnSpPr>
            <p:cNvPr id="4" name="Conector recto 3">
              <a:extLst>
                <a:ext uri="{FF2B5EF4-FFF2-40B4-BE49-F238E27FC236}">
                  <a16:creationId xmlns:a16="http://schemas.microsoft.com/office/drawing/2014/main" id="{404275EC-9D6E-E5AC-B22A-303B28EAAE50}"/>
                </a:ext>
              </a:extLst>
            </p:cNvPr>
            <p:cNvCxnSpPr>
              <a:cxnSpLocks/>
            </p:cNvCxnSpPr>
            <p:nvPr/>
          </p:nvCxnSpPr>
          <p:spPr>
            <a:xfrm>
              <a:off x="301478" y="231932"/>
              <a:ext cx="0" cy="324000"/>
            </a:xfrm>
            <a:prstGeom prst="line">
              <a:avLst/>
            </a:prstGeom>
            <a:ln w="76200">
              <a:solidFill>
                <a:schemeClr val="tx1"/>
              </a:solidFill>
            </a:ln>
          </p:spPr>
          <p:style>
            <a:lnRef idx="2">
              <a:schemeClr val="accent1"/>
            </a:lnRef>
            <a:fillRef idx="0">
              <a:schemeClr val="accent1"/>
            </a:fillRef>
            <a:effectRef idx="1">
              <a:schemeClr val="accent1"/>
            </a:effectRef>
            <a:fontRef idx="minor">
              <a:schemeClr val="tx1"/>
            </a:fontRef>
          </p:style>
        </p:cxnSp>
      </p:grpSp>
      <mc:AlternateContent xmlns:mc="http://schemas.openxmlformats.org/markup-compatibility/2006">
        <mc:Choice xmlns:a14="http://schemas.microsoft.com/office/drawing/2010/main" Requires="a14">
          <p:sp>
            <p:nvSpPr>
              <p:cNvPr id="6" name="CuadroTexto 5">
                <a:extLst>
                  <a:ext uri="{FF2B5EF4-FFF2-40B4-BE49-F238E27FC236}">
                    <a16:creationId xmlns:a16="http://schemas.microsoft.com/office/drawing/2014/main" id="{36B36A5F-F5C2-ACF9-72AC-A628100C135E}"/>
                  </a:ext>
                </a:extLst>
              </p:cNvPr>
              <p:cNvSpPr txBox="1"/>
              <p:nvPr/>
            </p:nvSpPr>
            <p:spPr>
              <a:xfrm>
                <a:off x="708660" y="975103"/>
                <a:ext cx="10069830" cy="4613571"/>
              </a:xfrm>
              <a:prstGeom prst="rect">
                <a:avLst/>
              </a:prstGeom>
              <a:noFill/>
            </p:spPr>
            <p:txBody>
              <a:bodyPr wrap="square">
                <a:spAutoFit/>
              </a:bodyPr>
              <a:lstStyle/>
              <a:p>
                <a:pPr/>
                <a14:m>
                  <m:oMath xmlns:m="http://schemas.openxmlformats.org/officeDocument/2006/math">
                    <m:sSub>
                      <m:sSubPr>
                        <m:ctrlPr>
                          <a:rPr lang="es-AR" sz="2400" i="1" smtClean="0">
                            <a:latin typeface="Cambria Math" panose="02040503050406030204" pitchFamily="18" charset="0"/>
                          </a:rPr>
                        </m:ctrlPr>
                      </m:sSubPr>
                      <m:e>
                        <m:r>
                          <a:rPr lang="es-AR" sz="2400" b="0" i="1" smtClean="0">
                            <a:latin typeface="Cambria Math" panose="02040503050406030204" pitchFamily="18" charset="0"/>
                          </a:rPr>
                          <m:t>𝑓</m:t>
                        </m:r>
                      </m:e>
                      <m:sub>
                        <m:r>
                          <m:rPr>
                            <m:sty m:val="p"/>
                          </m:rPr>
                          <a:rPr lang="es-AR" sz="2400" b="0" i="1" smtClean="0">
                            <a:latin typeface="Cambria Math" panose="02040503050406030204" pitchFamily="18" charset="0"/>
                          </a:rPr>
                          <m:t>t</m:t>
                        </m:r>
                        <m:r>
                          <a:rPr lang="es-AR" sz="2400" b="0" i="1" smtClean="0">
                            <a:latin typeface="Cambria Math" panose="02040503050406030204" pitchFamily="18" charset="0"/>
                          </a:rPr>
                          <m:t>,</m:t>
                        </m:r>
                        <m:r>
                          <a:rPr lang="es-AR" sz="2400" b="0" i="1" smtClean="0">
                            <a:latin typeface="Cambria Math" panose="02040503050406030204" pitchFamily="18" charset="0"/>
                          </a:rPr>
                          <m:t>𝑗</m:t>
                        </m:r>
                      </m:sub>
                    </m:sSub>
                  </m:oMath>
                </a14:m>
                <a:r>
                  <a:rPr lang="es-AR" sz="2400" dirty="0"/>
                  <a:t>: Tasa de interés nominal futura (forward) en el momento </a:t>
                </a:r>
                <a14:m>
                  <m:oMath xmlns:m="http://schemas.openxmlformats.org/officeDocument/2006/math">
                    <m:r>
                      <a:rPr lang="es-AR" sz="2400" i="1" dirty="0" smtClean="0">
                        <a:latin typeface="Cambria Math" panose="02040503050406030204" pitchFamily="18" charset="0"/>
                      </a:rPr>
                      <m:t>𝑡</m:t>
                    </m:r>
                  </m:oMath>
                </a14:m>
                <a:r>
                  <a:rPr lang="es-AR" sz="2400" dirty="0"/>
                  <a:t> a </a:t>
                </a:r>
                <a14:m>
                  <m:oMath xmlns:m="http://schemas.openxmlformats.org/officeDocument/2006/math">
                    <m:r>
                      <a:rPr lang="es-AR" sz="2400" i="1" dirty="0" smtClean="0">
                        <a:latin typeface="Cambria Math" panose="02040503050406030204" pitchFamily="18" charset="0"/>
                      </a:rPr>
                      <m:t>𝑗</m:t>
                    </m:r>
                  </m:oMath>
                </a14:m>
                <a:r>
                  <a:rPr lang="es-AR" sz="2400" dirty="0"/>
                  <a:t> años.</a:t>
                </a:r>
              </a:p>
              <a:p>
                <a:pPr/>
                <a14:m>
                  <m:oMath xmlns:m="http://schemas.openxmlformats.org/officeDocument/2006/math">
                    <m:r>
                      <a:rPr lang="es-AR" sz="2400" b="0" i="1" smtClean="0">
                        <a:latin typeface="Cambria Math" panose="02040503050406030204" pitchFamily="18" charset="0"/>
                      </a:rPr>
                      <m:t>𝐸</m:t>
                    </m:r>
                    <m:r>
                      <a:rPr lang="es-AR" sz="2400" b="0" i="1" smtClean="0">
                        <a:latin typeface="Cambria Math" panose="02040503050406030204" pitchFamily="18" charset="0"/>
                      </a:rPr>
                      <m:t>[</m:t>
                    </m:r>
                    <m:sSub>
                      <m:sSubPr>
                        <m:ctrlPr>
                          <a:rPr lang="es-AR" sz="2400" i="1">
                            <a:latin typeface="Cambria Math" panose="02040503050406030204" pitchFamily="18" charset="0"/>
                          </a:rPr>
                        </m:ctrlPr>
                      </m:sSubPr>
                      <m:e>
                        <m:r>
                          <a:rPr lang="es-AR" sz="2400" b="0" i="1" smtClean="0">
                            <a:latin typeface="Cambria Math" panose="02040503050406030204" pitchFamily="18" charset="0"/>
                          </a:rPr>
                          <m:t>𝑖</m:t>
                        </m:r>
                      </m:e>
                      <m:sub>
                        <m:r>
                          <a:rPr lang="es-AR" sz="2400" i="1">
                            <a:latin typeface="Cambria Math" panose="02040503050406030204" pitchFamily="18" charset="0"/>
                          </a:rPr>
                          <m:t>𝑡</m:t>
                        </m:r>
                        <m:r>
                          <a:rPr lang="es-AR" sz="2400" i="1">
                            <a:latin typeface="Cambria Math" panose="02040503050406030204" pitchFamily="18" charset="0"/>
                          </a:rPr>
                          <m:t>,</m:t>
                        </m:r>
                        <m:r>
                          <a:rPr lang="es-AR" sz="2400" i="1">
                            <a:latin typeface="Cambria Math" panose="02040503050406030204" pitchFamily="18" charset="0"/>
                          </a:rPr>
                          <m:t>𝑗</m:t>
                        </m:r>
                      </m:sub>
                    </m:sSub>
                    <m:r>
                      <a:rPr lang="es-AR" sz="2400" b="0" i="1" smtClean="0">
                        <a:latin typeface="Cambria Math" panose="02040503050406030204" pitchFamily="18" charset="0"/>
                      </a:rPr>
                      <m:t>]</m:t>
                    </m:r>
                  </m:oMath>
                </a14:m>
                <a:r>
                  <a:rPr lang="es-AR" sz="2400" dirty="0"/>
                  <a:t>: Tasa de interés nominal esperada en el momento </a:t>
                </a:r>
                <a14:m>
                  <m:oMath xmlns:m="http://schemas.openxmlformats.org/officeDocument/2006/math">
                    <m:r>
                      <a:rPr lang="es-AR" sz="2400" i="1" dirty="0" smtClean="0">
                        <a:latin typeface="Cambria Math" panose="02040503050406030204" pitchFamily="18" charset="0"/>
                      </a:rPr>
                      <m:t>𝑡</m:t>
                    </m:r>
                  </m:oMath>
                </a14:m>
                <a:r>
                  <a:rPr lang="es-AR" sz="2400" dirty="0"/>
                  <a:t> a </a:t>
                </a:r>
                <a14:m>
                  <m:oMath xmlns:m="http://schemas.openxmlformats.org/officeDocument/2006/math">
                    <m:r>
                      <a:rPr lang="es-AR" sz="2400" i="1" dirty="0" smtClean="0">
                        <a:latin typeface="Cambria Math" panose="02040503050406030204" pitchFamily="18" charset="0"/>
                      </a:rPr>
                      <m:t>𝑗</m:t>
                    </m:r>
                  </m:oMath>
                </a14:m>
                <a:r>
                  <a:rPr lang="es-AR" sz="2400" dirty="0"/>
                  <a:t> años.</a:t>
                </a:r>
              </a:p>
              <a:p>
                <a:pPr/>
                <a14:m>
                  <m:oMath xmlns:m="http://schemas.openxmlformats.org/officeDocument/2006/math">
                    <m:sSub>
                      <m:sSubPr>
                        <m:ctrlPr>
                          <a:rPr lang="es-AR" sz="2400" i="1">
                            <a:latin typeface="Cambria Math" panose="02040503050406030204" pitchFamily="18" charset="0"/>
                          </a:rPr>
                        </m:ctrlPr>
                      </m:sSubPr>
                      <m:e>
                        <m:r>
                          <a:rPr lang="es-AR" sz="2400" i="1">
                            <a:latin typeface="Cambria Math" panose="02040503050406030204" pitchFamily="18" charset="0"/>
                          </a:rPr>
                          <m:t>𝑖</m:t>
                        </m:r>
                      </m:e>
                      <m:sub>
                        <m:r>
                          <a:rPr lang="es-AR" sz="2400" i="1">
                            <a:latin typeface="Cambria Math" panose="02040503050406030204" pitchFamily="18" charset="0"/>
                          </a:rPr>
                          <m:t>𝑗</m:t>
                        </m:r>
                      </m:sub>
                    </m:sSub>
                  </m:oMath>
                </a14:m>
                <a:r>
                  <a:rPr lang="es-AR" sz="2400" dirty="0"/>
                  <a:t>: Tasa de interés nominal actual (spot) a </a:t>
                </a:r>
                <a14:m>
                  <m:oMath xmlns:m="http://schemas.openxmlformats.org/officeDocument/2006/math">
                    <m:r>
                      <a:rPr lang="es-AR" sz="2400" i="1" dirty="0" smtClean="0">
                        <a:latin typeface="Cambria Math" panose="02040503050406030204" pitchFamily="18" charset="0"/>
                      </a:rPr>
                      <m:t>𝑗</m:t>
                    </m:r>
                  </m:oMath>
                </a14:m>
                <a:r>
                  <a:rPr lang="es-AR" sz="2400" dirty="0"/>
                  <a:t> años.</a:t>
                </a:r>
              </a:p>
              <a:p>
                <a:pPr/>
                <a:endParaRPr lang="es-AR" sz="2400" dirty="0"/>
              </a:p>
              <a:p>
                <a:pPr/>
                <a:r>
                  <a:rPr lang="es-AR" sz="2400" dirty="0"/>
                  <a:t>Tres alternativas:</a:t>
                </a:r>
              </a:p>
              <a:p>
                <a:pPr marL="457200" indent="-457200">
                  <a:buFont typeface="+mj-lt"/>
                  <a:buAutoNum type="arabicPeriod"/>
                </a:pPr>
                <a:r>
                  <a:rPr lang="es-AR" sz="2400" dirty="0"/>
                  <a:t>Invierto hoy en un bono a 2 años (spot).</a:t>
                </a:r>
              </a:p>
              <a:p>
                <a:pPr marL="457200" indent="-457200">
                  <a:buFont typeface="+mj-lt"/>
                  <a:buAutoNum type="arabicPeriod"/>
                </a:pPr>
                <a:endParaRPr lang="es-AR" sz="2400" dirty="0"/>
              </a:p>
              <a:p>
                <a:pPr marL="457200" indent="-457200">
                  <a:buFont typeface="+mj-lt"/>
                  <a:buAutoNum type="arabicPeriod"/>
                </a:pPr>
                <a:r>
                  <a:rPr lang="es-AR" sz="2400" dirty="0"/>
                  <a:t>Invierto hoy en un bono a 1 año y reinvierto 1 año más tarde a la tasa forward (spot-forward).</a:t>
                </a:r>
              </a:p>
              <a:p>
                <a:pPr marL="457200" indent="-457200">
                  <a:buFont typeface="+mj-lt"/>
                  <a:buAutoNum type="arabicPeriod"/>
                </a:pPr>
                <a:endParaRPr lang="es-AR" sz="2400" dirty="0"/>
              </a:p>
              <a:p>
                <a:pPr marL="457200" indent="-457200">
                  <a:buFont typeface="+mj-lt"/>
                  <a:buAutoNum type="arabicPeriod"/>
                </a:pPr>
                <a:r>
                  <a:rPr lang="es-AR" sz="2400" dirty="0"/>
                  <a:t>Invierto hoy en un bono a 1 año y reinvierto 1 año más tarde a la tasa de interés actual dentro de un año (spot-spot).</a:t>
                </a:r>
              </a:p>
            </p:txBody>
          </p:sp>
        </mc:Choice>
        <mc:Fallback>
          <p:sp>
            <p:nvSpPr>
              <p:cNvPr id="6" name="CuadroTexto 5">
                <a:extLst>
                  <a:ext uri="{FF2B5EF4-FFF2-40B4-BE49-F238E27FC236}">
                    <a16:creationId xmlns:a16="http://schemas.microsoft.com/office/drawing/2014/main" id="{36B36A5F-F5C2-ACF9-72AC-A628100C135E}"/>
                  </a:ext>
                </a:extLst>
              </p:cNvPr>
              <p:cNvSpPr txBox="1">
                <a:spLocks noRot="1" noChangeAspect="1" noMove="1" noResize="1" noEditPoints="1" noAdjustHandles="1" noChangeArrowheads="1" noChangeShapeType="1" noTextEdit="1"/>
              </p:cNvSpPr>
              <p:nvPr/>
            </p:nvSpPr>
            <p:spPr>
              <a:xfrm>
                <a:off x="708660" y="975103"/>
                <a:ext cx="10069830" cy="4613571"/>
              </a:xfrm>
              <a:prstGeom prst="rect">
                <a:avLst/>
              </a:prstGeom>
              <a:blipFill>
                <a:blip r:embed="rId3"/>
                <a:stretch>
                  <a:fillRect l="-969" t="-793" r="-666" b="-2114"/>
                </a:stretch>
              </a:blipFill>
            </p:spPr>
            <p:txBody>
              <a:bodyPr/>
              <a:lstStyle/>
              <a:p>
                <a:r>
                  <a:rPr lang="es-AR">
                    <a:noFill/>
                  </a:rPr>
                  <a:t> </a:t>
                </a:r>
              </a:p>
            </p:txBody>
          </p:sp>
        </mc:Fallback>
      </mc:AlternateContent>
    </p:spTree>
    <p:extLst>
      <p:ext uri="{BB962C8B-B14F-4D97-AF65-F5344CB8AC3E}">
        <p14:creationId xmlns:p14="http://schemas.microsoft.com/office/powerpoint/2010/main" val="107673451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ECA56B-CDB8-ABE7-209D-F64F97387F3A}"/>
            </a:ext>
          </a:extLst>
        </p:cNvPr>
        <p:cNvGrpSpPr/>
        <p:nvPr/>
      </p:nvGrpSpPr>
      <p:grpSpPr>
        <a:xfrm>
          <a:off x="0" y="0"/>
          <a:ext cx="0" cy="0"/>
          <a:chOff x="0" y="0"/>
          <a:chExt cx="0" cy="0"/>
        </a:xfrm>
      </p:grpSpPr>
      <p:grpSp>
        <p:nvGrpSpPr>
          <p:cNvPr id="2" name="Grupo 1">
            <a:extLst>
              <a:ext uri="{FF2B5EF4-FFF2-40B4-BE49-F238E27FC236}">
                <a16:creationId xmlns:a16="http://schemas.microsoft.com/office/drawing/2014/main" id="{F60EA758-E9AC-80F2-7FFA-402947E0F54E}"/>
              </a:ext>
            </a:extLst>
          </p:cNvPr>
          <p:cNvGrpSpPr/>
          <p:nvPr/>
        </p:nvGrpSpPr>
        <p:grpSpPr>
          <a:xfrm>
            <a:off x="301478" y="101545"/>
            <a:ext cx="3965209" cy="584775"/>
            <a:chOff x="301478" y="101545"/>
            <a:chExt cx="3965209" cy="584775"/>
          </a:xfrm>
        </p:grpSpPr>
        <p:sp>
          <p:nvSpPr>
            <p:cNvPr id="3" name="CuadroTexto 2">
              <a:extLst>
                <a:ext uri="{FF2B5EF4-FFF2-40B4-BE49-F238E27FC236}">
                  <a16:creationId xmlns:a16="http://schemas.microsoft.com/office/drawing/2014/main" id="{10F4B782-563C-40AC-1F52-7B9ADFFA9448}"/>
                </a:ext>
              </a:extLst>
            </p:cNvPr>
            <p:cNvSpPr txBox="1"/>
            <p:nvPr/>
          </p:nvSpPr>
          <p:spPr>
            <a:xfrm>
              <a:off x="404348" y="101545"/>
              <a:ext cx="3862339" cy="584775"/>
            </a:xfrm>
            <a:prstGeom prst="rect">
              <a:avLst/>
            </a:prstGeom>
            <a:noFill/>
          </p:spPr>
          <p:txBody>
            <a:bodyPr wrap="none" rtlCol="0">
              <a:spAutoFit/>
            </a:bodyPr>
            <a:lstStyle/>
            <a:p>
              <a:r>
                <a:rPr lang="es-AR" sz="3200" dirty="0">
                  <a:latin typeface="+mj-lt"/>
                  <a:cs typeface="Times New Roman" panose="02020603050405020304" pitchFamily="18" charset="0"/>
                </a:rPr>
                <a:t>Estructura de tasas</a:t>
              </a:r>
            </a:p>
          </p:txBody>
        </p:sp>
        <p:cxnSp>
          <p:nvCxnSpPr>
            <p:cNvPr id="4" name="Conector recto 3">
              <a:extLst>
                <a:ext uri="{FF2B5EF4-FFF2-40B4-BE49-F238E27FC236}">
                  <a16:creationId xmlns:a16="http://schemas.microsoft.com/office/drawing/2014/main" id="{15B059C4-6511-1202-1466-A48D9452324F}"/>
                </a:ext>
              </a:extLst>
            </p:cNvPr>
            <p:cNvCxnSpPr>
              <a:cxnSpLocks/>
            </p:cNvCxnSpPr>
            <p:nvPr/>
          </p:nvCxnSpPr>
          <p:spPr>
            <a:xfrm>
              <a:off x="301478" y="231932"/>
              <a:ext cx="0" cy="324000"/>
            </a:xfrm>
            <a:prstGeom prst="line">
              <a:avLst/>
            </a:prstGeom>
            <a:ln w="76200">
              <a:solidFill>
                <a:schemeClr val="tx1"/>
              </a:solidFill>
            </a:ln>
          </p:spPr>
          <p:style>
            <a:lnRef idx="2">
              <a:schemeClr val="accent1"/>
            </a:lnRef>
            <a:fillRef idx="0">
              <a:schemeClr val="accent1"/>
            </a:fillRef>
            <a:effectRef idx="1">
              <a:schemeClr val="accent1"/>
            </a:effectRef>
            <a:fontRef idx="minor">
              <a:schemeClr val="tx1"/>
            </a:fontRef>
          </p:style>
        </p:cxnSp>
      </p:grpSp>
      <mc:AlternateContent xmlns:mc="http://schemas.openxmlformats.org/markup-compatibility/2006">
        <mc:Choice xmlns:a14="http://schemas.microsoft.com/office/drawing/2010/main" Requires="a14">
          <p:sp>
            <p:nvSpPr>
              <p:cNvPr id="6" name="CuadroTexto 5">
                <a:extLst>
                  <a:ext uri="{FF2B5EF4-FFF2-40B4-BE49-F238E27FC236}">
                    <a16:creationId xmlns:a16="http://schemas.microsoft.com/office/drawing/2014/main" id="{A380EA73-D1B6-95E6-3240-6CCF37A48238}"/>
                  </a:ext>
                </a:extLst>
              </p:cNvPr>
              <p:cNvSpPr txBox="1"/>
              <p:nvPr/>
            </p:nvSpPr>
            <p:spPr>
              <a:xfrm>
                <a:off x="708660" y="975103"/>
                <a:ext cx="10069830" cy="3969933"/>
              </a:xfrm>
              <a:prstGeom prst="rect">
                <a:avLst/>
              </a:prstGeom>
              <a:noFill/>
            </p:spPr>
            <p:txBody>
              <a:bodyPr wrap="square">
                <a:spAutoFit/>
              </a:bodyPr>
              <a:lstStyle/>
              <a:p>
                <a14:m>
                  <m:oMath xmlns:m="http://schemas.openxmlformats.org/officeDocument/2006/math">
                    <m:sSub>
                      <m:sSubPr>
                        <m:ctrlPr>
                          <a:rPr lang="es-AR" sz="2400" i="1" smtClean="0">
                            <a:latin typeface="Cambria Math" panose="02040503050406030204" pitchFamily="18" charset="0"/>
                          </a:rPr>
                        </m:ctrlPr>
                      </m:sSubPr>
                      <m:e>
                        <m:r>
                          <a:rPr lang="es-AR" sz="2400" b="0" i="1" smtClean="0">
                            <a:latin typeface="Cambria Math" panose="02040503050406030204" pitchFamily="18" charset="0"/>
                          </a:rPr>
                          <m:t>𝑓</m:t>
                        </m:r>
                      </m:e>
                      <m:sub>
                        <m:r>
                          <m:rPr>
                            <m:sty m:val="p"/>
                          </m:rPr>
                          <a:rPr lang="es-AR" sz="2400" b="0" i="1" smtClean="0">
                            <a:latin typeface="Cambria Math" panose="02040503050406030204" pitchFamily="18" charset="0"/>
                          </a:rPr>
                          <m:t>t</m:t>
                        </m:r>
                        <m:r>
                          <a:rPr lang="es-AR" sz="2400" b="0" i="1" smtClean="0">
                            <a:latin typeface="Cambria Math" panose="02040503050406030204" pitchFamily="18" charset="0"/>
                          </a:rPr>
                          <m:t>,</m:t>
                        </m:r>
                        <m:r>
                          <a:rPr lang="es-AR" sz="2400" b="0" i="1" smtClean="0">
                            <a:latin typeface="Cambria Math" panose="02040503050406030204" pitchFamily="18" charset="0"/>
                          </a:rPr>
                          <m:t>𝑗</m:t>
                        </m:r>
                      </m:sub>
                    </m:sSub>
                  </m:oMath>
                </a14:m>
                <a:r>
                  <a:rPr lang="es-AR" sz="2400" dirty="0"/>
                  <a:t>: Tasa de interés nominal futura (forward) en el momento </a:t>
                </a:r>
                <a14:m>
                  <m:oMath xmlns:m="http://schemas.openxmlformats.org/officeDocument/2006/math">
                    <m:r>
                      <a:rPr lang="es-AR" sz="2400" i="1" dirty="0" smtClean="0">
                        <a:latin typeface="Cambria Math" panose="02040503050406030204" pitchFamily="18" charset="0"/>
                      </a:rPr>
                      <m:t>𝑡</m:t>
                    </m:r>
                  </m:oMath>
                </a14:m>
                <a:r>
                  <a:rPr lang="es-AR" sz="2400" dirty="0"/>
                  <a:t> a </a:t>
                </a:r>
                <a14:m>
                  <m:oMath xmlns:m="http://schemas.openxmlformats.org/officeDocument/2006/math">
                    <m:r>
                      <a:rPr lang="es-AR" sz="2400" i="1" dirty="0" smtClean="0">
                        <a:latin typeface="Cambria Math" panose="02040503050406030204" pitchFamily="18" charset="0"/>
                      </a:rPr>
                      <m:t>𝑗</m:t>
                    </m:r>
                  </m:oMath>
                </a14:m>
                <a:r>
                  <a:rPr lang="es-AR" sz="2400" dirty="0"/>
                  <a:t> años.</a:t>
                </a:r>
              </a:p>
              <a:p>
                <a14:m>
                  <m:oMath xmlns:m="http://schemas.openxmlformats.org/officeDocument/2006/math">
                    <m:r>
                      <a:rPr lang="es-AR" sz="2400" b="0" i="1" smtClean="0">
                        <a:latin typeface="Cambria Math" panose="02040503050406030204" pitchFamily="18" charset="0"/>
                      </a:rPr>
                      <m:t>𝐸</m:t>
                    </m:r>
                    <m:r>
                      <a:rPr lang="es-AR" sz="2400" b="0" i="1" smtClean="0">
                        <a:latin typeface="Cambria Math" panose="02040503050406030204" pitchFamily="18" charset="0"/>
                      </a:rPr>
                      <m:t>[</m:t>
                    </m:r>
                    <m:sSub>
                      <m:sSubPr>
                        <m:ctrlPr>
                          <a:rPr lang="es-AR" sz="2400" i="1">
                            <a:latin typeface="Cambria Math" panose="02040503050406030204" pitchFamily="18" charset="0"/>
                          </a:rPr>
                        </m:ctrlPr>
                      </m:sSubPr>
                      <m:e>
                        <m:r>
                          <a:rPr lang="es-AR" sz="2400" b="0" i="1" smtClean="0">
                            <a:latin typeface="Cambria Math" panose="02040503050406030204" pitchFamily="18" charset="0"/>
                          </a:rPr>
                          <m:t>𝑖</m:t>
                        </m:r>
                      </m:e>
                      <m:sub>
                        <m:r>
                          <a:rPr lang="es-AR" sz="2400" i="1">
                            <a:latin typeface="Cambria Math" panose="02040503050406030204" pitchFamily="18" charset="0"/>
                          </a:rPr>
                          <m:t>𝑡</m:t>
                        </m:r>
                        <m:r>
                          <a:rPr lang="es-AR" sz="2400" i="1">
                            <a:latin typeface="Cambria Math" panose="02040503050406030204" pitchFamily="18" charset="0"/>
                          </a:rPr>
                          <m:t>,</m:t>
                        </m:r>
                        <m:r>
                          <a:rPr lang="es-AR" sz="2400" i="1">
                            <a:latin typeface="Cambria Math" panose="02040503050406030204" pitchFamily="18" charset="0"/>
                          </a:rPr>
                          <m:t>𝑗</m:t>
                        </m:r>
                      </m:sub>
                    </m:sSub>
                    <m:r>
                      <a:rPr lang="es-AR" sz="2400" b="0" i="1" smtClean="0">
                        <a:latin typeface="Cambria Math" panose="02040503050406030204" pitchFamily="18" charset="0"/>
                      </a:rPr>
                      <m:t>]</m:t>
                    </m:r>
                  </m:oMath>
                </a14:m>
                <a:r>
                  <a:rPr lang="es-AR" sz="2400" dirty="0"/>
                  <a:t>: Tasa de interés nominal esperada en el momento </a:t>
                </a:r>
                <a14:m>
                  <m:oMath xmlns:m="http://schemas.openxmlformats.org/officeDocument/2006/math">
                    <m:r>
                      <a:rPr lang="es-AR" sz="2400" i="1" dirty="0" smtClean="0">
                        <a:latin typeface="Cambria Math" panose="02040503050406030204" pitchFamily="18" charset="0"/>
                      </a:rPr>
                      <m:t>𝑡</m:t>
                    </m:r>
                  </m:oMath>
                </a14:m>
                <a:r>
                  <a:rPr lang="es-AR" sz="2400" dirty="0"/>
                  <a:t> a </a:t>
                </a:r>
                <a14:m>
                  <m:oMath xmlns:m="http://schemas.openxmlformats.org/officeDocument/2006/math">
                    <m:r>
                      <a:rPr lang="es-AR" sz="2400" i="1" dirty="0" smtClean="0">
                        <a:latin typeface="Cambria Math" panose="02040503050406030204" pitchFamily="18" charset="0"/>
                      </a:rPr>
                      <m:t>𝑗</m:t>
                    </m:r>
                  </m:oMath>
                </a14:m>
                <a:r>
                  <a:rPr lang="es-AR" sz="2400" dirty="0"/>
                  <a:t> años.</a:t>
                </a:r>
              </a:p>
              <a:p>
                <a14:m>
                  <m:oMath xmlns:m="http://schemas.openxmlformats.org/officeDocument/2006/math">
                    <m:sSub>
                      <m:sSubPr>
                        <m:ctrlPr>
                          <a:rPr lang="es-AR" sz="2400" i="1">
                            <a:latin typeface="Cambria Math" panose="02040503050406030204" pitchFamily="18" charset="0"/>
                          </a:rPr>
                        </m:ctrlPr>
                      </m:sSubPr>
                      <m:e>
                        <m:r>
                          <a:rPr lang="es-AR" sz="2400" i="1">
                            <a:latin typeface="Cambria Math" panose="02040503050406030204" pitchFamily="18" charset="0"/>
                          </a:rPr>
                          <m:t>𝑖</m:t>
                        </m:r>
                      </m:e>
                      <m:sub>
                        <m:r>
                          <a:rPr lang="es-AR" sz="2400" i="1">
                            <a:latin typeface="Cambria Math" panose="02040503050406030204" pitchFamily="18" charset="0"/>
                          </a:rPr>
                          <m:t>𝑗</m:t>
                        </m:r>
                      </m:sub>
                    </m:sSub>
                  </m:oMath>
                </a14:m>
                <a:r>
                  <a:rPr lang="es-AR" sz="2400" dirty="0"/>
                  <a:t>: Tasa de interés nominal actual (spot) a </a:t>
                </a:r>
                <a14:m>
                  <m:oMath xmlns:m="http://schemas.openxmlformats.org/officeDocument/2006/math">
                    <m:r>
                      <a:rPr lang="es-AR" sz="2400" i="1" dirty="0" smtClean="0">
                        <a:latin typeface="Cambria Math" panose="02040503050406030204" pitchFamily="18" charset="0"/>
                      </a:rPr>
                      <m:t>𝑗</m:t>
                    </m:r>
                  </m:oMath>
                </a14:m>
                <a:r>
                  <a:rPr lang="es-AR" sz="2400" dirty="0"/>
                  <a:t> años.</a:t>
                </a:r>
              </a:p>
              <a:p>
                <a:endParaRPr lang="es-AR" sz="2400" dirty="0"/>
              </a:p>
              <a:p>
                <a:r>
                  <a:rPr lang="es-AR" sz="2400" dirty="0"/>
                  <a:t>Tres alternativas:</a:t>
                </a:r>
              </a:p>
              <a:p>
                <a:pPr marL="457200" indent="-457200">
                  <a:buFont typeface="+mj-lt"/>
                  <a:buAutoNum type="arabicPeriod"/>
                </a:pPr>
                <a:r>
                  <a:rPr lang="es-AR" sz="2400" dirty="0"/>
                  <a:t>La alternativa 1 tiene un retorno efectivo de </a:t>
                </a:r>
                <a14:m>
                  <m:oMath xmlns:m="http://schemas.openxmlformats.org/officeDocument/2006/math">
                    <m:sSup>
                      <m:sSupPr>
                        <m:ctrlPr>
                          <a:rPr lang="es-AR" sz="2400" i="1">
                            <a:latin typeface="Cambria Math" panose="02040503050406030204" pitchFamily="18" charset="0"/>
                          </a:rPr>
                        </m:ctrlPr>
                      </m:sSupPr>
                      <m:e>
                        <m:d>
                          <m:dPr>
                            <m:ctrlPr>
                              <a:rPr lang="es-AR" sz="2400" i="1">
                                <a:latin typeface="Cambria Math" panose="02040503050406030204" pitchFamily="18" charset="0"/>
                              </a:rPr>
                            </m:ctrlPr>
                          </m:dPr>
                          <m:e>
                            <m:r>
                              <a:rPr lang="es-AR" sz="2400" i="1">
                                <a:latin typeface="Cambria Math" panose="02040503050406030204" pitchFamily="18" charset="0"/>
                              </a:rPr>
                              <m:t>1+</m:t>
                            </m:r>
                            <m:sSub>
                              <m:sSubPr>
                                <m:ctrlPr>
                                  <a:rPr lang="es-AR" sz="2400" i="1">
                                    <a:latin typeface="Cambria Math" panose="02040503050406030204" pitchFamily="18" charset="0"/>
                                  </a:rPr>
                                </m:ctrlPr>
                              </m:sSubPr>
                              <m:e>
                                <m:r>
                                  <a:rPr lang="es-AR" sz="2400" i="1">
                                    <a:latin typeface="Cambria Math" panose="02040503050406030204" pitchFamily="18" charset="0"/>
                                  </a:rPr>
                                  <m:t>𝑖</m:t>
                                </m:r>
                              </m:e>
                              <m:sub>
                                <m:r>
                                  <a:rPr lang="es-AR" sz="2400" i="1">
                                    <a:latin typeface="Cambria Math" panose="02040503050406030204" pitchFamily="18" charset="0"/>
                                  </a:rPr>
                                  <m:t>2</m:t>
                                </m:r>
                              </m:sub>
                            </m:sSub>
                          </m:e>
                        </m:d>
                      </m:e>
                      <m:sup>
                        <m:r>
                          <a:rPr lang="es-AR" sz="2400" i="1">
                            <a:latin typeface="Cambria Math" panose="02040503050406030204" pitchFamily="18" charset="0"/>
                          </a:rPr>
                          <m:t>2</m:t>
                        </m:r>
                      </m:sup>
                    </m:sSup>
                  </m:oMath>
                </a14:m>
                <a:r>
                  <a:rPr lang="es-AR" sz="2400" dirty="0"/>
                  <a:t>.</a:t>
                </a:r>
              </a:p>
              <a:p>
                <a:pPr marL="457200" indent="-457200">
                  <a:buFont typeface="+mj-lt"/>
                  <a:buAutoNum type="arabicPeriod"/>
                </a:pPr>
                <a:endParaRPr lang="es-AR" sz="2400" dirty="0"/>
              </a:p>
              <a:p>
                <a:pPr marL="457200" indent="-457200">
                  <a:buFont typeface="+mj-lt"/>
                  <a:buAutoNum type="arabicPeriod"/>
                </a:pPr>
                <a:r>
                  <a:rPr lang="es-AR" sz="2400" dirty="0"/>
                  <a:t>La alternativa 2 tiene un retorno efectivo de </a:t>
                </a:r>
                <a14:m>
                  <m:oMath xmlns:m="http://schemas.openxmlformats.org/officeDocument/2006/math">
                    <m:d>
                      <m:dPr>
                        <m:ctrlPr>
                          <a:rPr lang="es-AR" sz="2400" i="1">
                            <a:latin typeface="Cambria Math" panose="02040503050406030204" pitchFamily="18" charset="0"/>
                          </a:rPr>
                        </m:ctrlPr>
                      </m:dPr>
                      <m:e>
                        <m:r>
                          <a:rPr lang="es-AR" sz="2400" i="1">
                            <a:latin typeface="Cambria Math" panose="02040503050406030204" pitchFamily="18" charset="0"/>
                          </a:rPr>
                          <m:t>1+</m:t>
                        </m:r>
                        <m:sSub>
                          <m:sSubPr>
                            <m:ctrlPr>
                              <a:rPr lang="es-AR" sz="2400" i="1">
                                <a:latin typeface="Cambria Math" panose="02040503050406030204" pitchFamily="18" charset="0"/>
                              </a:rPr>
                            </m:ctrlPr>
                          </m:sSubPr>
                          <m:e>
                            <m:r>
                              <a:rPr lang="es-AR" sz="2400" i="1">
                                <a:latin typeface="Cambria Math" panose="02040503050406030204" pitchFamily="18" charset="0"/>
                              </a:rPr>
                              <m:t>𝑖</m:t>
                            </m:r>
                          </m:e>
                          <m:sub>
                            <m:r>
                              <a:rPr lang="es-AR" sz="2400" i="1">
                                <a:latin typeface="Cambria Math" panose="02040503050406030204" pitchFamily="18" charset="0"/>
                              </a:rPr>
                              <m:t>1</m:t>
                            </m:r>
                          </m:sub>
                        </m:sSub>
                      </m:e>
                    </m:d>
                    <m:d>
                      <m:dPr>
                        <m:ctrlPr>
                          <a:rPr lang="es-AR" sz="2400" i="1">
                            <a:latin typeface="Cambria Math" panose="02040503050406030204" pitchFamily="18" charset="0"/>
                          </a:rPr>
                        </m:ctrlPr>
                      </m:dPr>
                      <m:e>
                        <m:r>
                          <a:rPr lang="es-AR" sz="2400" i="1">
                            <a:latin typeface="Cambria Math" panose="02040503050406030204" pitchFamily="18" charset="0"/>
                          </a:rPr>
                          <m:t>1+</m:t>
                        </m:r>
                        <m:sSub>
                          <m:sSubPr>
                            <m:ctrlPr>
                              <a:rPr lang="es-AR" sz="2400" i="1">
                                <a:latin typeface="Cambria Math" panose="02040503050406030204" pitchFamily="18" charset="0"/>
                              </a:rPr>
                            </m:ctrlPr>
                          </m:sSubPr>
                          <m:e>
                            <m:r>
                              <a:rPr lang="es-AR" sz="2400" i="1">
                                <a:latin typeface="Cambria Math" panose="02040503050406030204" pitchFamily="18" charset="0"/>
                              </a:rPr>
                              <m:t>𝑓</m:t>
                            </m:r>
                          </m:e>
                          <m:sub>
                            <m:r>
                              <a:rPr lang="es-AR" sz="2400" i="1">
                                <a:latin typeface="Cambria Math" panose="02040503050406030204" pitchFamily="18" charset="0"/>
                              </a:rPr>
                              <m:t>1,1</m:t>
                            </m:r>
                          </m:sub>
                        </m:sSub>
                      </m:e>
                    </m:d>
                  </m:oMath>
                </a14:m>
                <a:r>
                  <a:rPr lang="es-AR" sz="2400" dirty="0"/>
                  <a:t>.</a:t>
                </a:r>
              </a:p>
              <a:p>
                <a:pPr marL="457200" indent="-457200">
                  <a:buFont typeface="+mj-lt"/>
                  <a:buAutoNum type="arabicPeriod"/>
                </a:pPr>
                <a:endParaRPr lang="es-AR" sz="2400" dirty="0"/>
              </a:p>
              <a:p>
                <a:pPr marL="457200" indent="-457200">
                  <a:buFont typeface="+mj-lt"/>
                  <a:buAutoNum type="arabicPeriod"/>
                </a:pPr>
                <a:r>
                  <a:rPr lang="es-AR" sz="2400" dirty="0"/>
                  <a:t>La alternativa 3 tiene un retorno efectivo de </a:t>
                </a:r>
                <a14:m>
                  <m:oMath xmlns:m="http://schemas.openxmlformats.org/officeDocument/2006/math">
                    <m:d>
                      <m:dPr>
                        <m:ctrlPr>
                          <a:rPr lang="es-AR" sz="2400" i="1">
                            <a:latin typeface="Cambria Math" panose="02040503050406030204" pitchFamily="18" charset="0"/>
                          </a:rPr>
                        </m:ctrlPr>
                      </m:dPr>
                      <m:e>
                        <m:r>
                          <a:rPr lang="es-AR" sz="2400" i="1">
                            <a:latin typeface="Cambria Math" panose="02040503050406030204" pitchFamily="18" charset="0"/>
                          </a:rPr>
                          <m:t>1+</m:t>
                        </m:r>
                        <m:sSub>
                          <m:sSubPr>
                            <m:ctrlPr>
                              <a:rPr lang="es-AR" sz="2400" i="1">
                                <a:latin typeface="Cambria Math" panose="02040503050406030204" pitchFamily="18" charset="0"/>
                              </a:rPr>
                            </m:ctrlPr>
                          </m:sSubPr>
                          <m:e>
                            <m:r>
                              <a:rPr lang="es-AR" sz="2400" i="1">
                                <a:latin typeface="Cambria Math" panose="02040503050406030204" pitchFamily="18" charset="0"/>
                              </a:rPr>
                              <m:t>𝑖</m:t>
                            </m:r>
                          </m:e>
                          <m:sub>
                            <m:r>
                              <a:rPr lang="es-AR" sz="2400" i="1">
                                <a:latin typeface="Cambria Math" panose="02040503050406030204" pitchFamily="18" charset="0"/>
                              </a:rPr>
                              <m:t>1</m:t>
                            </m:r>
                          </m:sub>
                        </m:sSub>
                      </m:e>
                    </m:d>
                    <m:d>
                      <m:dPr>
                        <m:ctrlPr>
                          <a:rPr lang="es-AR" sz="2400" i="1">
                            <a:latin typeface="Cambria Math" panose="02040503050406030204" pitchFamily="18" charset="0"/>
                          </a:rPr>
                        </m:ctrlPr>
                      </m:dPr>
                      <m:e>
                        <m:r>
                          <a:rPr lang="es-AR" sz="2400" i="1">
                            <a:latin typeface="Cambria Math" panose="02040503050406030204" pitchFamily="18" charset="0"/>
                          </a:rPr>
                          <m:t>1+</m:t>
                        </m:r>
                        <m:sSub>
                          <m:sSubPr>
                            <m:ctrlPr>
                              <a:rPr lang="es-AR" sz="2400" i="1">
                                <a:latin typeface="Cambria Math" panose="02040503050406030204" pitchFamily="18" charset="0"/>
                              </a:rPr>
                            </m:ctrlPr>
                          </m:sSubPr>
                          <m:e>
                            <m:r>
                              <a:rPr lang="es-AR" sz="2400" b="0" i="1" smtClean="0">
                                <a:latin typeface="Cambria Math" panose="02040503050406030204" pitchFamily="18" charset="0"/>
                              </a:rPr>
                              <m:t>𝐸</m:t>
                            </m:r>
                            <m:r>
                              <a:rPr lang="es-AR" sz="2400" b="0" i="1" smtClean="0">
                                <a:latin typeface="Cambria Math" panose="02040503050406030204" pitchFamily="18" charset="0"/>
                              </a:rPr>
                              <m:t>[</m:t>
                            </m:r>
                            <m:r>
                              <a:rPr lang="es-AR" sz="2400" b="0" i="1" smtClean="0">
                                <a:latin typeface="Cambria Math" panose="02040503050406030204" pitchFamily="18" charset="0"/>
                              </a:rPr>
                              <m:t>𝑖</m:t>
                            </m:r>
                          </m:e>
                          <m:sub>
                            <m:r>
                              <a:rPr lang="es-AR" sz="2400" i="1">
                                <a:latin typeface="Cambria Math" panose="02040503050406030204" pitchFamily="18" charset="0"/>
                              </a:rPr>
                              <m:t>1,1</m:t>
                            </m:r>
                          </m:sub>
                        </m:sSub>
                        <m:r>
                          <a:rPr lang="es-AR" sz="2400" b="0" i="1" smtClean="0">
                            <a:latin typeface="Cambria Math" panose="02040503050406030204" pitchFamily="18" charset="0"/>
                          </a:rPr>
                          <m:t>]</m:t>
                        </m:r>
                      </m:e>
                    </m:d>
                  </m:oMath>
                </a14:m>
                <a:endParaRPr lang="es-AR" sz="2400" dirty="0"/>
              </a:p>
            </p:txBody>
          </p:sp>
        </mc:Choice>
        <mc:Fallback>
          <p:sp>
            <p:nvSpPr>
              <p:cNvPr id="6" name="CuadroTexto 5">
                <a:extLst>
                  <a:ext uri="{FF2B5EF4-FFF2-40B4-BE49-F238E27FC236}">
                    <a16:creationId xmlns:a16="http://schemas.microsoft.com/office/drawing/2014/main" id="{A380EA73-D1B6-95E6-3240-6CCF37A48238}"/>
                  </a:ext>
                </a:extLst>
              </p:cNvPr>
              <p:cNvSpPr txBox="1">
                <a:spLocks noRot="1" noChangeAspect="1" noMove="1" noResize="1" noEditPoints="1" noAdjustHandles="1" noChangeArrowheads="1" noChangeShapeType="1" noTextEdit="1"/>
              </p:cNvSpPr>
              <p:nvPr/>
            </p:nvSpPr>
            <p:spPr>
              <a:xfrm>
                <a:off x="708660" y="975103"/>
                <a:ext cx="10069830" cy="3969933"/>
              </a:xfrm>
              <a:prstGeom prst="rect">
                <a:avLst/>
              </a:prstGeom>
              <a:blipFill>
                <a:blip r:embed="rId3"/>
                <a:stretch>
                  <a:fillRect l="-969" t="-922" b="-2304"/>
                </a:stretch>
              </a:blipFill>
            </p:spPr>
            <p:txBody>
              <a:bodyPr/>
              <a:lstStyle/>
              <a:p>
                <a:r>
                  <a:rPr lang="es-AR">
                    <a:noFill/>
                  </a:rPr>
                  <a:t> </a:t>
                </a:r>
              </a:p>
            </p:txBody>
          </p:sp>
        </mc:Fallback>
      </mc:AlternateContent>
    </p:spTree>
    <p:extLst>
      <p:ext uri="{BB962C8B-B14F-4D97-AF65-F5344CB8AC3E}">
        <p14:creationId xmlns:p14="http://schemas.microsoft.com/office/powerpoint/2010/main" val="192309921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FDD45B-D7D5-CDD5-2939-B8EC5D4A3AF0}"/>
            </a:ext>
          </a:extLst>
        </p:cNvPr>
        <p:cNvGrpSpPr/>
        <p:nvPr/>
      </p:nvGrpSpPr>
      <p:grpSpPr>
        <a:xfrm>
          <a:off x="0" y="0"/>
          <a:ext cx="0" cy="0"/>
          <a:chOff x="0" y="0"/>
          <a:chExt cx="0" cy="0"/>
        </a:xfrm>
      </p:grpSpPr>
      <p:grpSp>
        <p:nvGrpSpPr>
          <p:cNvPr id="2" name="Grupo 1">
            <a:extLst>
              <a:ext uri="{FF2B5EF4-FFF2-40B4-BE49-F238E27FC236}">
                <a16:creationId xmlns:a16="http://schemas.microsoft.com/office/drawing/2014/main" id="{61700552-1116-8DE7-84FF-5C5A0A470587}"/>
              </a:ext>
            </a:extLst>
          </p:cNvPr>
          <p:cNvGrpSpPr/>
          <p:nvPr/>
        </p:nvGrpSpPr>
        <p:grpSpPr>
          <a:xfrm>
            <a:off x="301478" y="101545"/>
            <a:ext cx="3965209" cy="584775"/>
            <a:chOff x="301478" y="101545"/>
            <a:chExt cx="3965209" cy="584775"/>
          </a:xfrm>
        </p:grpSpPr>
        <p:sp>
          <p:nvSpPr>
            <p:cNvPr id="3" name="CuadroTexto 2">
              <a:extLst>
                <a:ext uri="{FF2B5EF4-FFF2-40B4-BE49-F238E27FC236}">
                  <a16:creationId xmlns:a16="http://schemas.microsoft.com/office/drawing/2014/main" id="{1E4ADC6A-EE0F-7A6B-9866-89DA64CF4FBF}"/>
                </a:ext>
              </a:extLst>
            </p:cNvPr>
            <p:cNvSpPr txBox="1"/>
            <p:nvPr/>
          </p:nvSpPr>
          <p:spPr>
            <a:xfrm>
              <a:off x="404348" y="101545"/>
              <a:ext cx="3862339" cy="584775"/>
            </a:xfrm>
            <a:prstGeom prst="rect">
              <a:avLst/>
            </a:prstGeom>
            <a:noFill/>
          </p:spPr>
          <p:txBody>
            <a:bodyPr wrap="none" rtlCol="0">
              <a:spAutoFit/>
            </a:bodyPr>
            <a:lstStyle/>
            <a:p>
              <a:r>
                <a:rPr lang="es-AR" sz="3200" dirty="0">
                  <a:latin typeface="+mj-lt"/>
                  <a:cs typeface="Times New Roman" panose="02020603050405020304" pitchFamily="18" charset="0"/>
                </a:rPr>
                <a:t>Estructura de tasas</a:t>
              </a:r>
            </a:p>
          </p:txBody>
        </p:sp>
        <p:cxnSp>
          <p:nvCxnSpPr>
            <p:cNvPr id="4" name="Conector recto 3">
              <a:extLst>
                <a:ext uri="{FF2B5EF4-FFF2-40B4-BE49-F238E27FC236}">
                  <a16:creationId xmlns:a16="http://schemas.microsoft.com/office/drawing/2014/main" id="{61CDBFB5-35C1-F76C-30EE-F9916937D9E5}"/>
                </a:ext>
              </a:extLst>
            </p:cNvPr>
            <p:cNvCxnSpPr>
              <a:cxnSpLocks/>
            </p:cNvCxnSpPr>
            <p:nvPr/>
          </p:nvCxnSpPr>
          <p:spPr>
            <a:xfrm>
              <a:off x="301478" y="231932"/>
              <a:ext cx="0" cy="324000"/>
            </a:xfrm>
            <a:prstGeom prst="line">
              <a:avLst/>
            </a:prstGeom>
            <a:ln w="76200">
              <a:solidFill>
                <a:schemeClr val="tx1"/>
              </a:solidFill>
            </a:ln>
          </p:spPr>
          <p:style>
            <a:lnRef idx="2">
              <a:schemeClr val="accent1"/>
            </a:lnRef>
            <a:fillRef idx="0">
              <a:schemeClr val="accent1"/>
            </a:fillRef>
            <a:effectRef idx="1">
              <a:schemeClr val="accent1"/>
            </a:effectRef>
            <a:fontRef idx="minor">
              <a:schemeClr val="tx1"/>
            </a:fontRef>
          </p:style>
        </p:cxnSp>
      </p:grpSp>
      <mc:AlternateContent xmlns:mc="http://schemas.openxmlformats.org/markup-compatibility/2006">
        <mc:Choice xmlns:a14="http://schemas.microsoft.com/office/drawing/2010/main" Requires="a14">
          <p:sp>
            <p:nvSpPr>
              <p:cNvPr id="31" name="CuadroTexto 30">
                <a:extLst>
                  <a:ext uri="{FF2B5EF4-FFF2-40B4-BE49-F238E27FC236}">
                    <a16:creationId xmlns:a16="http://schemas.microsoft.com/office/drawing/2014/main" id="{081EA618-A74A-0ED1-D7FC-6A9BF6578180}"/>
                  </a:ext>
                </a:extLst>
              </p:cNvPr>
              <p:cNvSpPr txBox="1"/>
              <p:nvPr/>
            </p:nvSpPr>
            <p:spPr>
              <a:xfrm>
                <a:off x="2679700" y="5882897"/>
                <a:ext cx="6493060" cy="71288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d>
                        <m:dPr>
                          <m:ctrlPr>
                            <a:rPr lang="es-AR" sz="2400" i="1">
                              <a:latin typeface="Cambria Math" panose="02040503050406030204" pitchFamily="18" charset="0"/>
                            </a:rPr>
                          </m:ctrlPr>
                        </m:dPr>
                        <m:e>
                          <m:r>
                            <a:rPr lang="es-AR" sz="2400" i="1">
                              <a:latin typeface="Cambria Math" panose="02040503050406030204" pitchFamily="18" charset="0"/>
                            </a:rPr>
                            <m:t>1+</m:t>
                          </m:r>
                          <m:sSub>
                            <m:sSubPr>
                              <m:ctrlPr>
                                <a:rPr lang="es-AR" sz="2400" i="1">
                                  <a:latin typeface="Cambria Math" panose="02040503050406030204" pitchFamily="18" charset="0"/>
                                </a:rPr>
                              </m:ctrlPr>
                            </m:sSubPr>
                            <m:e>
                              <m:r>
                                <a:rPr lang="es-AR" sz="2400" i="1">
                                  <a:latin typeface="Cambria Math" panose="02040503050406030204" pitchFamily="18" charset="0"/>
                                </a:rPr>
                                <m:t>𝑖</m:t>
                              </m:r>
                            </m:e>
                            <m:sub>
                              <m:r>
                                <a:rPr lang="es-AR" sz="2400" i="1">
                                  <a:latin typeface="Cambria Math" panose="02040503050406030204" pitchFamily="18" charset="0"/>
                                </a:rPr>
                                <m:t>𝑇</m:t>
                              </m:r>
                            </m:sub>
                          </m:sSub>
                        </m:e>
                      </m:d>
                      <m:r>
                        <a:rPr lang="es-AR" sz="2400" b="0" i="1" smtClean="0">
                          <a:latin typeface="Cambria Math" panose="02040503050406030204" pitchFamily="18" charset="0"/>
                        </a:rPr>
                        <m:t>=</m:t>
                      </m:r>
                      <m:sSup>
                        <m:sSupPr>
                          <m:ctrlPr>
                            <a:rPr lang="es-AR" sz="2400" b="0" i="1" smtClean="0">
                              <a:latin typeface="Cambria Math" panose="02040503050406030204" pitchFamily="18" charset="0"/>
                            </a:rPr>
                          </m:ctrlPr>
                        </m:sSupPr>
                        <m:e>
                          <m:d>
                            <m:dPr>
                              <m:begChr m:val="["/>
                              <m:endChr m:val="]"/>
                              <m:ctrlPr>
                                <a:rPr lang="es-AR" sz="2400" b="0" i="1" smtClean="0">
                                  <a:latin typeface="Cambria Math" panose="02040503050406030204" pitchFamily="18" charset="0"/>
                                </a:rPr>
                              </m:ctrlPr>
                            </m:dPr>
                            <m:e>
                              <m:d>
                                <m:dPr>
                                  <m:ctrlPr>
                                    <a:rPr lang="es-AR" sz="2400" i="1">
                                      <a:latin typeface="Cambria Math" panose="02040503050406030204" pitchFamily="18" charset="0"/>
                                    </a:rPr>
                                  </m:ctrlPr>
                                </m:dPr>
                                <m:e>
                                  <m:r>
                                    <a:rPr lang="es-AR" sz="2400" i="1">
                                      <a:latin typeface="Cambria Math" panose="02040503050406030204" pitchFamily="18" charset="0"/>
                                    </a:rPr>
                                    <m:t>1+</m:t>
                                  </m:r>
                                  <m:sSub>
                                    <m:sSubPr>
                                      <m:ctrlPr>
                                        <a:rPr lang="es-AR" sz="2400" i="1">
                                          <a:latin typeface="Cambria Math" panose="02040503050406030204" pitchFamily="18" charset="0"/>
                                        </a:rPr>
                                      </m:ctrlPr>
                                    </m:sSubPr>
                                    <m:e>
                                      <m:r>
                                        <a:rPr lang="es-AR" sz="2400" b="0" i="1" smtClean="0">
                                          <a:latin typeface="Cambria Math" panose="02040503050406030204" pitchFamily="18" charset="0"/>
                                        </a:rPr>
                                        <m:t>𝑓</m:t>
                                      </m:r>
                                    </m:e>
                                    <m:sub>
                                      <m:r>
                                        <a:rPr lang="es-AR" sz="2400" b="0" i="1" smtClean="0">
                                          <a:latin typeface="Cambria Math" panose="02040503050406030204" pitchFamily="18" charset="0"/>
                                        </a:rPr>
                                        <m:t>0,1</m:t>
                                      </m:r>
                                    </m:sub>
                                  </m:sSub>
                                </m:e>
                              </m:d>
                              <m:d>
                                <m:dPr>
                                  <m:ctrlPr>
                                    <a:rPr lang="es-AR" sz="2400" i="1">
                                      <a:latin typeface="Cambria Math" panose="02040503050406030204" pitchFamily="18" charset="0"/>
                                    </a:rPr>
                                  </m:ctrlPr>
                                </m:dPr>
                                <m:e>
                                  <m:r>
                                    <a:rPr lang="es-AR" sz="2400" i="1">
                                      <a:latin typeface="Cambria Math" panose="02040503050406030204" pitchFamily="18" charset="0"/>
                                    </a:rPr>
                                    <m:t>1+</m:t>
                                  </m:r>
                                  <m:sSub>
                                    <m:sSubPr>
                                      <m:ctrlPr>
                                        <a:rPr lang="es-AR" sz="2400" i="1">
                                          <a:latin typeface="Cambria Math" panose="02040503050406030204" pitchFamily="18" charset="0"/>
                                        </a:rPr>
                                      </m:ctrlPr>
                                    </m:sSubPr>
                                    <m:e>
                                      <m:r>
                                        <a:rPr lang="es-AR" sz="2400" i="1">
                                          <a:latin typeface="Cambria Math" panose="02040503050406030204" pitchFamily="18" charset="0"/>
                                        </a:rPr>
                                        <m:t>𝑓</m:t>
                                      </m:r>
                                    </m:e>
                                    <m:sub>
                                      <m:r>
                                        <a:rPr lang="es-AR" sz="2400" b="0" i="1" smtClean="0">
                                          <a:latin typeface="Cambria Math" panose="02040503050406030204" pitchFamily="18" charset="0"/>
                                        </a:rPr>
                                        <m:t>1</m:t>
                                      </m:r>
                                      <m:r>
                                        <a:rPr lang="es-AR" sz="2400" i="1">
                                          <a:latin typeface="Cambria Math" panose="02040503050406030204" pitchFamily="18" charset="0"/>
                                        </a:rPr>
                                        <m:t>,1</m:t>
                                      </m:r>
                                    </m:sub>
                                  </m:sSub>
                                </m:e>
                              </m:d>
                              <m:r>
                                <a:rPr lang="es-AR" sz="2400" i="1" smtClean="0">
                                  <a:latin typeface="Cambria Math" panose="02040503050406030204" pitchFamily="18" charset="0"/>
                                </a:rPr>
                                <m:t>…</m:t>
                              </m:r>
                              <m:d>
                                <m:dPr>
                                  <m:ctrlPr>
                                    <a:rPr lang="es-AR" sz="2400" i="1">
                                      <a:latin typeface="Cambria Math" panose="02040503050406030204" pitchFamily="18" charset="0"/>
                                    </a:rPr>
                                  </m:ctrlPr>
                                </m:dPr>
                                <m:e>
                                  <m:r>
                                    <a:rPr lang="es-AR" sz="2400" i="1">
                                      <a:latin typeface="Cambria Math" panose="02040503050406030204" pitchFamily="18" charset="0"/>
                                    </a:rPr>
                                    <m:t>1+</m:t>
                                  </m:r>
                                  <m:sSub>
                                    <m:sSubPr>
                                      <m:ctrlPr>
                                        <a:rPr lang="es-AR" sz="2400" i="1">
                                          <a:latin typeface="Cambria Math" panose="02040503050406030204" pitchFamily="18" charset="0"/>
                                        </a:rPr>
                                      </m:ctrlPr>
                                    </m:sSubPr>
                                    <m:e>
                                      <m:r>
                                        <a:rPr lang="es-AR" sz="2400" b="0" i="1" smtClean="0">
                                          <a:latin typeface="Cambria Math" panose="02040503050406030204" pitchFamily="18" charset="0"/>
                                        </a:rPr>
                                        <m:t>𝑓</m:t>
                                      </m:r>
                                    </m:e>
                                    <m:sub>
                                      <m:r>
                                        <a:rPr lang="es-AR" sz="2400" i="1">
                                          <a:latin typeface="Cambria Math" panose="02040503050406030204" pitchFamily="18" charset="0"/>
                                        </a:rPr>
                                        <m:t>𝑇</m:t>
                                      </m:r>
                                      <m:r>
                                        <a:rPr lang="es-AR" sz="2400" b="0" i="1" smtClean="0">
                                          <a:latin typeface="Cambria Math" panose="02040503050406030204" pitchFamily="18" charset="0"/>
                                        </a:rPr>
                                        <m:t>−1,1</m:t>
                                      </m:r>
                                    </m:sub>
                                  </m:sSub>
                                </m:e>
                              </m:d>
                            </m:e>
                          </m:d>
                        </m:e>
                        <m:sup>
                          <m:f>
                            <m:fPr>
                              <m:ctrlPr>
                                <a:rPr lang="es-AR" sz="2400" b="0" i="1" smtClean="0">
                                  <a:latin typeface="Cambria Math" panose="02040503050406030204" pitchFamily="18" charset="0"/>
                                </a:rPr>
                              </m:ctrlPr>
                            </m:fPr>
                            <m:num>
                              <m:r>
                                <a:rPr lang="es-AR" sz="2400" b="0" i="1" smtClean="0">
                                  <a:latin typeface="Cambria Math" panose="02040503050406030204" pitchFamily="18" charset="0"/>
                                </a:rPr>
                                <m:t>1</m:t>
                              </m:r>
                            </m:num>
                            <m:den>
                              <m:r>
                                <a:rPr lang="es-AR" sz="2400" b="0" i="1" smtClean="0">
                                  <a:latin typeface="Cambria Math" panose="02040503050406030204" pitchFamily="18" charset="0"/>
                                </a:rPr>
                                <m:t>𝑇</m:t>
                              </m:r>
                            </m:den>
                          </m:f>
                        </m:sup>
                      </m:sSup>
                    </m:oMath>
                  </m:oMathPara>
                </a14:m>
                <a:endParaRPr lang="es-AR" sz="2400" i="1" dirty="0"/>
              </a:p>
            </p:txBody>
          </p:sp>
        </mc:Choice>
        <mc:Fallback>
          <p:sp>
            <p:nvSpPr>
              <p:cNvPr id="31" name="CuadroTexto 30">
                <a:extLst>
                  <a:ext uri="{FF2B5EF4-FFF2-40B4-BE49-F238E27FC236}">
                    <a16:creationId xmlns:a16="http://schemas.microsoft.com/office/drawing/2014/main" id="{081EA618-A74A-0ED1-D7FC-6A9BF6578180}"/>
                  </a:ext>
                </a:extLst>
              </p:cNvPr>
              <p:cNvSpPr txBox="1">
                <a:spLocks noRot="1" noChangeAspect="1" noMove="1" noResize="1" noEditPoints="1" noAdjustHandles="1" noChangeArrowheads="1" noChangeShapeType="1" noTextEdit="1"/>
              </p:cNvSpPr>
              <p:nvPr/>
            </p:nvSpPr>
            <p:spPr>
              <a:xfrm>
                <a:off x="2679700" y="5882897"/>
                <a:ext cx="6493060" cy="712887"/>
              </a:xfrm>
              <a:prstGeom prst="rect">
                <a:avLst/>
              </a:prstGeom>
              <a:blipFill>
                <a:blip r:embed="rId3"/>
                <a:stretch>
                  <a:fillRect/>
                </a:stretch>
              </a:blipFill>
            </p:spPr>
            <p:txBody>
              <a:bodyPr/>
              <a:lstStyle/>
              <a:p>
                <a:r>
                  <a:rPr lang="es-AR">
                    <a:noFill/>
                  </a:rPr>
                  <a:t> </a:t>
                </a:r>
              </a:p>
            </p:txBody>
          </p:sp>
        </mc:Fallback>
      </mc:AlternateContent>
      <mc:AlternateContent xmlns:mc="http://schemas.openxmlformats.org/markup-compatibility/2006">
        <mc:Choice xmlns:a14="http://schemas.microsoft.com/office/drawing/2010/main" Requires="a14">
          <p:sp>
            <p:nvSpPr>
              <p:cNvPr id="6" name="CuadroTexto 5">
                <a:extLst>
                  <a:ext uri="{FF2B5EF4-FFF2-40B4-BE49-F238E27FC236}">
                    <a16:creationId xmlns:a16="http://schemas.microsoft.com/office/drawing/2014/main" id="{3C5306E3-D52A-6628-F802-D32F66D34842}"/>
                  </a:ext>
                </a:extLst>
              </p:cNvPr>
              <p:cNvSpPr txBox="1"/>
              <p:nvPr/>
            </p:nvSpPr>
            <p:spPr>
              <a:xfrm>
                <a:off x="708660" y="975103"/>
                <a:ext cx="10069830" cy="2397579"/>
              </a:xfrm>
              <a:prstGeom prst="rect">
                <a:avLst/>
              </a:prstGeom>
              <a:noFill/>
            </p:spPr>
            <p:txBody>
              <a:bodyPr wrap="square">
                <a:spAutoFit/>
              </a:bodyPr>
              <a:lstStyle/>
              <a:p>
                <a14:m>
                  <m:oMath xmlns:m="http://schemas.openxmlformats.org/officeDocument/2006/math">
                    <m:sSub>
                      <m:sSubPr>
                        <m:ctrlPr>
                          <a:rPr lang="es-AR" sz="2400" i="1" smtClean="0">
                            <a:latin typeface="Cambria Math" panose="02040503050406030204" pitchFamily="18" charset="0"/>
                          </a:rPr>
                        </m:ctrlPr>
                      </m:sSubPr>
                      <m:e>
                        <m:r>
                          <a:rPr lang="es-AR" sz="2400" b="0" i="1" smtClean="0">
                            <a:latin typeface="Cambria Math" panose="02040503050406030204" pitchFamily="18" charset="0"/>
                          </a:rPr>
                          <m:t>𝑓</m:t>
                        </m:r>
                      </m:e>
                      <m:sub>
                        <m:r>
                          <m:rPr>
                            <m:sty m:val="p"/>
                          </m:rPr>
                          <a:rPr lang="es-AR" sz="2400" b="0" i="1" smtClean="0">
                            <a:latin typeface="Cambria Math" panose="02040503050406030204" pitchFamily="18" charset="0"/>
                          </a:rPr>
                          <m:t>t</m:t>
                        </m:r>
                        <m:r>
                          <a:rPr lang="es-AR" sz="2400" b="0" i="1" smtClean="0">
                            <a:latin typeface="Cambria Math" panose="02040503050406030204" pitchFamily="18" charset="0"/>
                          </a:rPr>
                          <m:t>,</m:t>
                        </m:r>
                        <m:r>
                          <a:rPr lang="es-AR" sz="2400" b="0" i="1" smtClean="0">
                            <a:latin typeface="Cambria Math" panose="02040503050406030204" pitchFamily="18" charset="0"/>
                          </a:rPr>
                          <m:t>𝑗</m:t>
                        </m:r>
                      </m:sub>
                    </m:sSub>
                  </m:oMath>
                </a14:m>
                <a:r>
                  <a:rPr lang="es-AR" sz="2400" dirty="0"/>
                  <a:t>: Tasa de interés nominal futura (forward) en el momento </a:t>
                </a:r>
                <a14:m>
                  <m:oMath xmlns:m="http://schemas.openxmlformats.org/officeDocument/2006/math">
                    <m:r>
                      <a:rPr lang="es-AR" sz="2400" i="1" dirty="0" smtClean="0">
                        <a:latin typeface="Cambria Math" panose="02040503050406030204" pitchFamily="18" charset="0"/>
                      </a:rPr>
                      <m:t>𝑡</m:t>
                    </m:r>
                  </m:oMath>
                </a14:m>
                <a:r>
                  <a:rPr lang="es-AR" sz="2400" dirty="0"/>
                  <a:t> a </a:t>
                </a:r>
                <a14:m>
                  <m:oMath xmlns:m="http://schemas.openxmlformats.org/officeDocument/2006/math">
                    <m:r>
                      <a:rPr lang="es-AR" sz="2400" i="1" dirty="0" smtClean="0">
                        <a:latin typeface="Cambria Math" panose="02040503050406030204" pitchFamily="18" charset="0"/>
                      </a:rPr>
                      <m:t>𝑗</m:t>
                    </m:r>
                  </m:oMath>
                </a14:m>
                <a:r>
                  <a:rPr lang="es-AR" sz="2400" dirty="0"/>
                  <a:t> años.</a:t>
                </a:r>
              </a:p>
              <a:p>
                <a14:m>
                  <m:oMath xmlns:m="http://schemas.openxmlformats.org/officeDocument/2006/math">
                    <m:r>
                      <a:rPr lang="es-AR" sz="2400" b="0" i="1" smtClean="0">
                        <a:latin typeface="Cambria Math" panose="02040503050406030204" pitchFamily="18" charset="0"/>
                      </a:rPr>
                      <m:t>𝐸</m:t>
                    </m:r>
                    <m:r>
                      <a:rPr lang="es-AR" sz="2400" b="0" i="1" smtClean="0">
                        <a:latin typeface="Cambria Math" panose="02040503050406030204" pitchFamily="18" charset="0"/>
                      </a:rPr>
                      <m:t>[</m:t>
                    </m:r>
                    <m:sSub>
                      <m:sSubPr>
                        <m:ctrlPr>
                          <a:rPr lang="es-AR" sz="2400" i="1">
                            <a:latin typeface="Cambria Math" panose="02040503050406030204" pitchFamily="18" charset="0"/>
                          </a:rPr>
                        </m:ctrlPr>
                      </m:sSubPr>
                      <m:e>
                        <m:r>
                          <a:rPr lang="es-AR" sz="2400" b="0" i="1" smtClean="0">
                            <a:latin typeface="Cambria Math" panose="02040503050406030204" pitchFamily="18" charset="0"/>
                          </a:rPr>
                          <m:t>𝑖</m:t>
                        </m:r>
                      </m:e>
                      <m:sub>
                        <m:r>
                          <a:rPr lang="es-AR" sz="2400" i="1">
                            <a:latin typeface="Cambria Math" panose="02040503050406030204" pitchFamily="18" charset="0"/>
                          </a:rPr>
                          <m:t>𝑡</m:t>
                        </m:r>
                        <m:r>
                          <a:rPr lang="es-AR" sz="2400" i="1">
                            <a:latin typeface="Cambria Math" panose="02040503050406030204" pitchFamily="18" charset="0"/>
                          </a:rPr>
                          <m:t>,</m:t>
                        </m:r>
                        <m:r>
                          <a:rPr lang="es-AR" sz="2400" i="1">
                            <a:latin typeface="Cambria Math" panose="02040503050406030204" pitchFamily="18" charset="0"/>
                          </a:rPr>
                          <m:t>𝑗</m:t>
                        </m:r>
                      </m:sub>
                    </m:sSub>
                    <m:r>
                      <a:rPr lang="es-AR" sz="2400" b="0" i="1" smtClean="0">
                        <a:latin typeface="Cambria Math" panose="02040503050406030204" pitchFamily="18" charset="0"/>
                      </a:rPr>
                      <m:t>]</m:t>
                    </m:r>
                  </m:oMath>
                </a14:m>
                <a:r>
                  <a:rPr lang="es-AR" sz="2400" dirty="0"/>
                  <a:t>: Tasa de interés nominal esperada en el momento </a:t>
                </a:r>
                <a14:m>
                  <m:oMath xmlns:m="http://schemas.openxmlformats.org/officeDocument/2006/math">
                    <m:r>
                      <a:rPr lang="es-AR" sz="2400" i="1" dirty="0" smtClean="0">
                        <a:latin typeface="Cambria Math" panose="02040503050406030204" pitchFamily="18" charset="0"/>
                      </a:rPr>
                      <m:t>𝑡</m:t>
                    </m:r>
                  </m:oMath>
                </a14:m>
                <a:r>
                  <a:rPr lang="es-AR" sz="2400" dirty="0"/>
                  <a:t> a </a:t>
                </a:r>
                <a14:m>
                  <m:oMath xmlns:m="http://schemas.openxmlformats.org/officeDocument/2006/math">
                    <m:r>
                      <a:rPr lang="es-AR" sz="2400" i="1" dirty="0" smtClean="0">
                        <a:latin typeface="Cambria Math" panose="02040503050406030204" pitchFamily="18" charset="0"/>
                      </a:rPr>
                      <m:t>𝑗</m:t>
                    </m:r>
                  </m:oMath>
                </a14:m>
                <a:r>
                  <a:rPr lang="es-AR" sz="2400" dirty="0"/>
                  <a:t> años.</a:t>
                </a:r>
              </a:p>
              <a:p>
                <a14:m>
                  <m:oMath xmlns:m="http://schemas.openxmlformats.org/officeDocument/2006/math">
                    <m:sSub>
                      <m:sSubPr>
                        <m:ctrlPr>
                          <a:rPr lang="es-AR" sz="2400" i="1">
                            <a:latin typeface="Cambria Math" panose="02040503050406030204" pitchFamily="18" charset="0"/>
                          </a:rPr>
                        </m:ctrlPr>
                      </m:sSubPr>
                      <m:e>
                        <m:r>
                          <a:rPr lang="es-AR" sz="2400" i="1">
                            <a:latin typeface="Cambria Math" panose="02040503050406030204" pitchFamily="18" charset="0"/>
                          </a:rPr>
                          <m:t>𝑖</m:t>
                        </m:r>
                      </m:e>
                      <m:sub>
                        <m:r>
                          <a:rPr lang="es-AR" sz="2400" i="1">
                            <a:latin typeface="Cambria Math" panose="02040503050406030204" pitchFamily="18" charset="0"/>
                          </a:rPr>
                          <m:t>𝑗</m:t>
                        </m:r>
                      </m:sub>
                    </m:sSub>
                  </m:oMath>
                </a14:m>
                <a:r>
                  <a:rPr lang="es-AR" sz="2400" dirty="0"/>
                  <a:t>: Tasa de interés nominal actual (spot) a </a:t>
                </a:r>
                <a14:m>
                  <m:oMath xmlns:m="http://schemas.openxmlformats.org/officeDocument/2006/math">
                    <m:r>
                      <a:rPr lang="es-AR" sz="2400" i="1" dirty="0" smtClean="0">
                        <a:latin typeface="Cambria Math" panose="02040503050406030204" pitchFamily="18" charset="0"/>
                      </a:rPr>
                      <m:t>𝑗</m:t>
                    </m:r>
                  </m:oMath>
                </a14:m>
                <a:r>
                  <a:rPr lang="es-AR" sz="2400" dirty="0"/>
                  <a:t> años.</a:t>
                </a:r>
              </a:p>
              <a:p>
                <a:endParaRPr lang="es-AR" sz="2400" dirty="0"/>
              </a:p>
              <a:p>
                <a:r>
                  <a:rPr lang="es-AR" sz="2400" dirty="0"/>
                  <a:t>Tres alternativas:</a:t>
                </a:r>
              </a:p>
              <a:p>
                <a:r>
                  <a:rPr lang="es-AR" sz="2400" dirty="0"/>
                  <a:t>Alternativa 1 vs. alternativa 2.</a:t>
                </a:r>
              </a:p>
            </p:txBody>
          </p:sp>
        </mc:Choice>
        <mc:Fallback>
          <p:sp>
            <p:nvSpPr>
              <p:cNvPr id="6" name="CuadroTexto 5">
                <a:extLst>
                  <a:ext uri="{FF2B5EF4-FFF2-40B4-BE49-F238E27FC236}">
                    <a16:creationId xmlns:a16="http://schemas.microsoft.com/office/drawing/2014/main" id="{3C5306E3-D52A-6628-F802-D32F66D34842}"/>
                  </a:ext>
                </a:extLst>
              </p:cNvPr>
              <p:cNvSpPr txBox="1">
                <a:spLocks noRot="1" noChangeAspect="1" noMove="1" noResize="1" noEditPoints="1" noAdjustHandles="1" noChangeArrowheads="1" noChangeShapeType="1" noTextEdit="1"/>
              </p:cNvSpPr>
              <p:nvPr/>
            </p:nvSpPr>
            <p:spPr>
              <a:xfrm>
                <a:off x="708660" y="975103"/>
                <a:ext cx="10069830" cy="2397579"/>
              </a:xfrm>
              <a:prstGeom prst="rect">
                <a:avLst/>
              </a:prstGeom>
              <a:blipFill>
                <a:blip r:embed="rId4"/>
                <a:stretch>
                  <a:fillRect l="-908" t="-1527" b="-5089"/>
                </a:stretch>
              </a:blipFill>
            </p:spPr>
            <p:txBody>
              <a:bodyPr/>
              <a:lstStyle/>
              <a:p>
                <a:r>
                  <a:rPr lang="es-AR">
                    <a:noFill/>
                  </a:rPr>
                  <a:t> </a:t>
                </a:r>
              </a:p>
            </p:txBody>
          </p:sp>
        </mc:Fallback>
      </mc:AlternateContent>
      <mc:AlternateContent xmlns:mc="http://schemas.openxmlformats.org/markup-compatibility/2006">
        <mc:Choice xmlns:a14="http://schemas.microsoft.com/office/drawing/2010/main" Requires="a14">
          <p:sp>
            <p:nvSpPr>
              <p:cNvPr id="5" name="CuadroTexto 4">
                <a:extLst>
                  <a:ext uri="{FF2B5EF4-FFF2-40B4-BE49-F238E27FC236}">
                    <a16:creationId xmlns:a16="http://schemas.microsoft.com/office/drawing/2014/main" id="{283552EF-4F37-5B50-ABE8-268DB16C247A}"/>
                  </a:ext>
                </a:extLst>
              </p:cNvPr>
              <p:cNvSpPr txBox="1"/>
              <p:nvPr/>
            </p:nvSpPr>
            <p:spPr>
              <a:xfrm>
                <a:off x="3560328" y="3429000"/>
                <a:ext cx="4099007" cy="50917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p>
                        <m:sSupPr>
                          <m:ctrlPr>
                            <a:rPr lang="es-AR" sz="2400" i="1" smtClean="0">
                              <a:latin typeface="Cambria Math" panose="02040503050406030204" pitchFamily="18" charset="0"/>
                            </a:rPr>
                          </m:ctrlPr>
                        </m:sSupPr>
                        <m:e>
                          <m:d>
                            <m:dPr>
                              <m:ctrlPr>
                                <a:rPr lang="es-AR" sz="2400" i="1">
                                  <a:latin typeface="Cambria Math" panose="02040503050406030204" pitchFamily="18" charset="0"/>
                                </a:rPr>
                              </m:ctrlPr>
                            </m:dPr>
                            <m:e>
                              <m:r>
                                <a:rPr lang="es-AR" sz="2400" i="1">
                                  <a:latin typeface="Cambria Math" panose="02040503050406030204" pitchFamily="18" charset="0"/>
                                </a:rPr>
                                <m:t>1+</m:t>
                              </m:r>
                              <m:sSub>
                                <m:sSubPr>
                                  <m:ctrlPr>
                                    <a:rPr lang="es-AR" sz="2400" i="1">
                                      <a:latin typeface="Cambria Math" panose="02040503050406030204" pitchFamily="18" charset="0"/>
                                    </a:rPr>
                                  </m:ctrlPr>
                                </m:sSubPr>
                                <m:e>
                                  <m:r>
                                    <a:rPr lang="es-AR" sz="2400" i="1">
                                      <a:latin typeface="Cambria Math" panose="02040503050406030204" pitchFamily="18" charset="0"/>
                                    </a:rPr>
                                    <m:t>𝑖</m:t>
                                  </m:r>
                                </m:e>
                                <m:sub>
                                  <m:r>
                                    <a:rPr lang="es-AR" sz="2400" b="0" i="1" smtClean="0">
                                      <a:latin typeface="Cambria Math" panose="02040503050406030204" pitchFamily="18" charset="0"/>
                                    </a:rPr>
                                    <m:t>2</m:t>
                                  </m:r>
                                </m:sub>
                              </m:sSub>
                            </m:e>
                          </m:d>
                        </m:e>
                        <m:sup>
                          <m:r>
                            <a:rPr lang="es-AR" sz="2400" b="0" i="1" smtClean="0">
                              <a:latin typeface="Cambria Math" panose="02040503050406030204" pitchFamily="18" charset="0"/>
                            </a:rPr>
                            <m:t>2</m:t>
                          </m:r>
                        </m:sup>
                      </m:sSup>
                      <m:r>
                        <a:rPr lang="es-AR" sz="2400" b="0" i="1" smtClean="0">
                          <a:latin typeface="Cambria Math" panose="02040503050406030204" pitchFamily="18" charset="0"/>
                        </a:rPr>
                        <m:t>=</m:t>
                      </m:r>
                      <m:d>
                        <m:dPr>
                          <m:ctrlPr>
                            <a:rPr lang="es-AR" sz="2400" i="1">
                              <a:latin typeface="Cambria Math" panose="02040503050406030204" pitchFamily="18" charset="0"/>
                            </a:rPr>
                          </m:ctrlPr>
                        </m:dPr>
                        <m:e>
                          <m:r>
                            <a:rPr lang="es-AR" sz="2400" i="1">
                              <a:latin typeface="Cambria Math" panose="02040503050406030204" pitchFamily="18" charset="0"/>
                            </a:rPr>
                            <m:t>1+</m:t>
                          </m:r>
                          <m:sSub>
                            <m:sSubPr>
                              <m:ctrlPr>
                                <a:rPr lang="es-AR" sz="2400" i="1">
                                  <a:latin typeface="Cambria Math" panose="02040503050406030204" pitchFamily="18" charset="0"/>
                                </a:rPr>
                              </m:ctrlPr>
                            </m:sSubPr>
                            <m:e>
                              <m:r>
                                <a:rPr lang="es-AR" sz="2400" b="0" i="1" smtClean="0">
                                  <a:latin typeface="Cambria Math" panose="02040503050406030204" pitchFamily="18" charset="0"/>
                                </a:rPr>
                                <m:t>𝑖</m:t>
                              </m:r>
                            </m:e>
                            <m:sub>
                              <m:r>
                                <a:rPr lang="es-AR" sz="2400" i="1">
                                  <a:latin typeface="Cambria Math" panose="02040503050406030204" pitchFamily="18" charset="0"/>
                                </a:rPr>
                                <m:t>1</m:t>
                              </m:r>
                            </m:sub>
                          </m:sSub>
                        </m:e>
                      </m:d>
                      <m:d>
                        <m:dPr>
                          <m:ctrlPr>
                            <a:rPr lang="es-AR" sz="2400" i="1">
                              <a:latin typeface="Cambria Math" panose="02040503050406030204" pitchFamily="18" charset="0"/>
                            </a:rPr>
                          </m:ctrlPr>
                        </m:dPr>
                        <m:e>
                          <m:r>
                            <a:rPr lang="es-AR" sz="2400" i="1">
                              <a:latin typeface="Cambria Math" panose="02040503050406030204" pitchFamily="18" charset="0"/>
                            </a:rPr>
                            <m:t>1+</m:t>
                          </m:r>
                          <m:sSub>
                            <m:sSubPr>
                              <m:ctrlPr>
                                <a:rPr lang="es-AR" sz="2400" i="1">
                                  <a:latin typeface="Cambria Math" panose="02040503050406030204" pitchFamily="18" charset="0"/>
                                </a:rPr>
                              </m:ctrlPr>
                            </m:sSubPr>
                            <m:e>
                              <m:r>
                                <a:rPr lang="es-AR" sz="2400" i="1">
                                  <a:latin typeface="Cambria Math" panose="02040503050406030204" pitchFamily="18" charset="0"/>
                                </a:rPr>
                                <m:t>𝑓</m:t>
                              </m:r>
                            </m:e>
                            <m:sub>
                              <m:r>
                                <a:rPr lang="es-AR" sz="2400" i="1">
                                  <a:latin typeface="Cambria Math" panose="02040503050406030204" pitchFamily="18" charset="0"/>
                                </a:rPr>
                                <m:t>1,1</m:t>
                              </m:r>
                            </m:sub>
                          </m:sSub>
                        </m:e>
                      </m:d>
                    </m:oMath>
                  </m:oMathPara>
                </a14:m>
                <a:endParaRPr lang="es-AR" sz="2400" i="1" dirty="0"/>
              </a:p>
            </p:txBody>
          </p:sp>
        </mc:Choice>
        <mc:Fallback>
          <p:sp>
            <p:nvSpPr>
              <p:cNvPr id="5" name="CuadroTexto 4">
                <a:extLst>
                  <a:ext uri="{FF2B5EF4-FFF2-40B4-BE49-F238E27FC236}">
                    <a16:creationId xmlns:a16="http://schemas.microsoft.com/office/drawing/2014/main" id="{283552EF-4F37-5B50-ABE8-268DB16C247A}"/>
                  </a:ext>
                </a:extLst>
              </p:cNvPr>
              <p:cNvSpPr txBox="1">
                <a:spLocks noRot="1" noChangeAspect="1" noMove="1" noResize="1" noEditPoints="1" noAdjustHandles="1" noChangeArrowheads="1" noChangeShapeType="1" noTextEdit="1"/>
              </p:cNvSpPr>
              <p:nvPr/>
            </p:nvSpPr>
            <p:spPr>
              <a:xfrm>
                <a:off x="3560328" y="3429000"/>
                <a:ext cx="4099007" cy="509178"/>
              </a:xfrm>
              <a:prstGeom prst="rect">
                <a:avLst/>
              </a:prstGeom>
              <a:blipFill>
                <a:blip r:embed="rId5"/>
                <a:stretch>
                  <a:fillRect/>
                </a:stretch>
              </a:blipFill>
            </p:spPr>
            <p:txBody>
              <a:bodyPr/>
              <a:lstStyle/>
              <a:p>
                <a:r>
                  <a:rPr lang="es-AR">
                    <a:noFill/>
                  </a:rPr>
                  <a:t> </a:t>
                </a:r>
              </a:p>
            </p:txBody>
          </p:sp>
        </mc:Fallback>
      </mc:AlternateContent>
      <mc:AlternateContent xmlns:mc="http://schemas.openxmlformats.org/markup-compatibility/2006">
        <mc:Choice xmlns:a14="http://schemas.microsoft.com/office/drawing/2010/main" Requires="a14">
          <p:sp>
            <p:nvSpPr>
              <p:cNvPr id="7" name="CuadroTexto 6">
                <a:extLst>
                  <a:ext uri="{FF2B5EF4-FFF2-40B4-BE49-F238E27FC236}">
                    <a16:creationId xmlns:a16="http://schemas.microsoft.com/office/drawing/2014/main" id="{6650EB6A-7739-7E2A-08D6-CA9843D998D6}"/>
                  </a:ext>
                </a:extLst>
              </p:cNvPr>
              <p:cNvSpPr txBox="1"/>
              <p:nvPr/>
            </p:nvSpPr>
            <p:spPr>
              <a:xfrm>
                <a:off x="2937272" y="4014315"/>
                <a:ext cx="5345118" cy="50917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p>
                        <m:sSupPr>
                          <m:ctrlPr>
                            <a:rPr lang="es-AR" sz="2400" i="1" smtClean="0">
                              <a:latin typeface="Cambria Math" panose="02040503050406030204" pitchFamily="18" charset="0"/>
                            </a:rPr>
                          </m:ctrlPr>
                        </m:sSupPr>
                        <m:e>
                          <m:d>
                            <m:dPr>
                              <m:ctrlPr>
                                <a:rPr lang="es-AR" sz="2400" i="1">
                                  <a:latin typeface="Cambria Math" panose="02040503050406030204" pitchFamily="18" charset="0"/>
                                </a:rPr>
                              </m:ctrlPr>
                            </m:dPr>
                            <m:e>
                              <m:r>
                                <a:rPr lang="es-AR" sz="2400" i="1">
                                  <a:latin typeface="Cambria Math" panose="02040503050406030204" pitchFamily="18" charset="0"/>
                                </a:rPr>
                                <m:t>1+</m:t>
                              </m:r>
                              <m:sSub>
                                <m:sSubPr>
                                  <m:ctrlPr>
                                    <a:rPr lang="es-AR" sz="2400" i="1">
                                      <a:latin typeface="Cambria Math" panose="02040503050406030204" pitchFamily="18" charset="0"/>
                                    </a:rPr>
                                  </m:ctrlPr>
                                </m:sSubPr>
                                <m:e>
                                  <m:r>
                                    <a:rPr lang="es-AR" sz="2400" i="1">
                                      <a:latin typeface="Cambria Math" panose="02040503050406030204" pitchFamily="18" charset="0"/>
                                    </a:rPr>
                                    <m:t>𝑖</m:t>
                                  </m:r>
                                </m:e>
                                <m:sub>
                                  <m:r>
                                    <a:rPr lang="es-AR" sz="2400" b="0" i="1" smtClean="0">
                                      <a:latin typeface="Cambria Math" panose="02040503050406030204" pitchFamily="18" charset="0"/>
                                    </a:rPr>
                                    <m:t>3</m:t>
                                  </m:r>
                                </m:sub>
                              </m:sSub>
                            </m:e>
                          </m:d>
                        </m:e>
                        <m:sup>
                          <m:r>
                            <a:rPr lang="es-AR" sz="2400" b="0" i="1" smtClean="0">
                              <a:latin typeface="Cambria Math" panose="02040503050406030204" pitchFamily="18" charset="0"/>
                            </a:rPr>
                            <m:t>3</m:t>
                          </m:r>
                        </m:sup>
                      </m:sSup>
                      <m:r>
                        <a:rPr lang="es-AR" sz="2400" b="0" i="1" smtClean="0">
                          <a:latin typeface="Cambria Math" panose="02040503050406030204" pitchFamily="18" charset="0"/>
                        </a:rPr>
                        <m:t>=</m:t>
                      </m:r>
                      <m:d>
                        <m:dPr>
                          <m:ctrlPr>
                            <a:rPr lang="es-AR" sz="2400" i="1">
                              <a:latin typeface="Cambria Math" panose="02040503050406030204" pitchFamily="18" charset="0"/>
                            </a:rPr>
                          </m:ctrlPr>
                        </m:dPr>
                        <m:e>
                          <m:r>
                            <a:rPr lang="es-AR" sz="2400" i="1">
                              <a:latin typeface="Cambria Math" panose="02040503050406030204" pitchFamily="18" charset="0"/>
                            </a:rPr>
                            <m:t>1+</m:t>
                          </m:r>
                          <m:sSub>
                            <m:sSubPr>
                              <m:ctrlPr>
                                <a:rPr lang="es-AR" sz="2400" i="1">
                                  <a:latin typeface="Cambria Math" panose="02040503050406030204" pitchFamily="18" charset="0"/>
                                </a:rPr>
                              </m:ctrlPr>
                            </m:sSubPr>
                            <m:e>
                              <m:r>
                                <a:rPr lang="es-AR" sz="2400" b="0" i="1" smtClean="0">
                                  <a:latin typeface="Cambria Math" panose="02040503050406030204" pitchFamily="18" charset="0"/>
                                </a:rPr>
                                <m:t>𝑖</m:t>
                              </m:r>
                            </m:e>
                            <m:sub>
                              <m:r>
                                <a:rPr lang="es-AR" sz="2400" i="1">
                                  <a:latin typeface="Cambria Math" panose="02040503050406030204" pitchFamily="18" charset="0"/>
                                </a:rPr>
                                <m:t>1</m:t>
                              </m:r>
                            </m:sub>
                          </m:sSub>
                        </m:e>
                      </m:d>
                      <m:d>
                        <m:dPr>
                          <m:ctrlPr>
                            <a:rPr lang="es-AR" sz="2400" i="1">
                              <a:latin typeface="Cambria Math" panose="02040503050406030204" pitchFamily="18" charset="0"/>
                            </a:rPr>
                          </m:ctrlPr>
                        </m:dPr>
                        <m:e>
                          <m:r>
                            <a:rPr lang="es-AR" sz="2400" i="1">
                              <a:latin typeface="Cambria Math" panose="02040503050406030204" pitchFamily="18" charset="0"/>
                            </a:rPr>
                            <m:t>1+</m:t>
                          </m:r>
                          <m:sSub>
                            <m:sSubPr>
                              <m:ctrlPr>
                                <a:rPr lang="es-AR" sz="2400" i="1">
                                  <a:latin typeface="Cambria Math" panose="02040503050406030204" pitchFamily="18" charset="0"/>
                                </a:rPr>
                              </m:ctrlPr>
                            </m:sSubPr>
                            <m:e>
                              <m:r>
                                <a:rPr lang="es-AR" sz="2400" i="1">
                                  <a:latin typeface="Cambria Math" panose="02040503050406030204" pitchFamily="18" charset="0"/>
                                </a:rPr>
                                <m:t>𝑓</m:t>
                              </m:r>
                            </m:e>
                            <m:sub>
                              <m:r>
                                <a:rPr lang="es-AR" sz="2400" i="1">
                                  <a:latin typeface="Cambria Math" panose="02040503050406030204" pitchFamily="18" charset="0"/>
                                </a:rPr>
                                <m:t>1,1</m:t>
                              </m:r>
                            </m:sub>
                          </m:sSub>
                        </m:e>
                      </m:d>
                      <m:d>
                        <m:dPr>
                          <m:ctrlPr>
                            <a:rPr lang="es-AR" sz="2400" i="1">
                              <a:latin typeface="Cambria Math" panose="02040503050406030204" pitchFamily="18" charset="0"/>
                            </a:rPr>
                          </m:ctrlPr>
                        </m:dPr>
                        <m:e>
                          <m:r>
                            <a:rPr lang="es-AR" sz="2400" i="1">
                              <a:latin typeface="Cambria Math" panose="02040503050406030204" pitchFamily="18" charset="0"/>
                            </a:rPr>
                            <m:t>1+</m:t>
                          </m:r>
                          <m:sSub>
                            <m:sSubPr>
                              <m:ctrlPr>
                                <a:rPr lang="es-AR" sz="2400" i="1">
                                  <a:latin typeface="Cambria Math" panose="02040503050406030204" pitchFamily="18" charset="0"/>
                                </a:rPr>
                              </m:ctrlPr>
                            </m:sSubPr>
                            <m:e>
                              <m:r>
                                <a:rPr lang="es-AR" sz="2400" i="1">
                                  <a:latin typeface="Cambria Math" panose="02040503050406030204" pitchFamily="18" charset="0"/>
                                </a:rPr>
                                <m:t>𝑓</m:t>
                              </m:r>
                            </m:e>
                            <m:sub>
                              <m:r>
                                <a:rPr lang="es-AR" sz="2400" b="0" i="1" smtClean="0">
                                  <a:latin typeface="Cambria Math" panose="02040503050406030204" pitchFamily="18" charset="0"/>
                                </a:rPr>
                                <m:t>2</m:t>
                              </m:r>
                              <m:r>
                                <a:rPr lang="es-AR" sz="2400" i="1">
                                  <a:latin typeface="Cambria Math" panose="02040503050406030204" pitchFamily="18" charset="0"/>
                                </a:rPr>
                                <m:t>,1</m:t>
                              </m:r>
                            </m:sub>
                          </m:sSub>
                        </m:e>
                      </m:d>
                    </m:oMath>
                  </m:oMathPara>
                </a14:m>
                <a:endParaRPr lang="es-AR" sz="2400" i="1" dirty="0"/>
              </a:p>
            </p:txBody>
          </p:sp>
        </mc:Choice>
        <mc:Fallback>
          <p:sp>
            <p:nvSpPr>
              <p:cNvPr id="7" name="CuadroTexto 6">
                <a:extLst>
                  <a:ext uri="{FF2B5EF4-FFF2-40B4-BE49-F238E27FC236}">
                    <a16:creationId xmlns:a16="http://schemas.microsoft.com/office/drawing/2014/main" id="{6650EB6A-7739-7E2A-08D6-CA9843D998D6}"/>
                  </a:ext>
                </a:extLst>
              </p:cNvPr>
              <p:cNvSpPr txBox="1">
                <a:spLocks noRot="1" noChangeAspect="1" noMove="1" noResize="1" noEditPoints="1" noAdjustHandles="1" noChangeArrowheads="1" noChangeShapeType="1" noTextEdit="1"/>
              </p:cNvSpPr>
              <p:nvPr/>
            </p:nvSpPr>
            <p:spPr>
              <a:xfrm>
                <a:off x="2937272" y="4014315"/>
                <a:ext cx="5345118" cy="509178"/>
              </a:xfrm>
              <a:prstGeom prst="rect">
                <a:avLst/>
              </a:prstGeom>
              <a:blipFill>
                <a:blip r:embed="rId6"/>
                <a:stretch>
                  <a:fillRect/>
                </a:stretch>
              </a:blipFill>
            </p:spPr>
            <p:txBody>
              <a:bodyPr/>
              <a:lstStyle/>
              <a:p>
                <a:r>
                  <a:rPr lang="es-AR">
                    <a:noFill/>
                  </a:rPr>
                  <a:t> </a:t>
                </a:r>
              </a:p>
            </p:txBody>
          </p:sp>
        </mc:Fallback>
      </mc:AlternateContent>
      <mc:AlternateContent xmlns:mc="http://schemas.openxmlformats.org/markup-compatibility/2006">
        <mc:Choice xmlns:a14="http://schemas.microsoft.com/office/drawing/2010/main" Requires="a14">
          <p:sp>
            <p:nvSpPr>
              <p:cNvPr id="8" name="CuadroTexto 7">
                <a:extLst>
                  <a:ext uri="{FF2B5EF4-FFF2-40B4-BE49-F238E27FC236}">
                    <a16:creationId xmlns:a16="http://schemas.microsoft.com/office/drawing/2014/main" id="{1A8674D4-37F7-27E6-8EB9-27A0C2EF27AE}"/>
                  </a:ext>
                </a:extLst>
              </p:cNvPr>
              <p:cNvSpPr txBox="1"/>
              <p:nvPr/>
            </p:nvSpPr>
            <p:spPr>
              <a:xfrm>
                <a:off x="2147494" y="4599630"/>
                <a:ext cx="7192162" cy="50917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p>
                        <m:sSupPr>
                          <m:ctrlPr>
                            <a:rPr lang="es-AR" sz="2400" i="1" smtClean="0">
                              <a:latin typeface="Cambria Math" panose="02040503050406030204" pitchFamily="18" charset="0"/>
                            </a:rPr>
                          </m:ctrlPr>
                        </m:sSupPr>
                        <m:e>
                          <m:d>
                            <m:dPr>
                              <m:ctrlPr>
                                <a:rPr lang="es-AR" sz="2400" i="1">
                                  <a:latin typeface="Cambria Math" panose="02040503050406030204" pitchFamily="18" charset="0"/>
                                </a:rPr>
                              </m:ctrlPr>
                            </m:dPr>
                            <m:e>
                              <m:r>
                                <a:rPr lang="es-AR" sz="2400" i="1">
                                  <a:latin typeface="Cambria Math" panose="02040503050406030204" pitchFamily="18" charset="0"/>
                                </a:rPr>
                                <m:t>1+</m:t>
                              </m:r>
                              <m:sSub>
                                <m:sSubPr>
                                  <m:ctrlPr>
                                    <a:rPr lang="es-AR" sz="2400" i="1">
                                      <a:latin typeface="Cambria Math" panose="02040503050406030204" pitchFamily="18" charset="0"/>
                                    </a:rPr>
                                  </m:ctrlPr>
                                </m:sSubPr>
                                <m:e>
                                  <m:r>
                                    <a:rPr lang="es-AR" sz="2400" i="1">
                                      <a:latin typeface="Cambria Math" panose="02040503050406030204" pitchFamily="18" charset="0"/>
                                    </a:rPr>
                                    <m:t>𝑖</m:t>
                                  </m:r>
                                </m:e>
                                <m:sub>
                                  <m:r>
                                    <a:rPr lang="es-AR" sz="2400" b="0" i="1" smtClean="0">
                                      <a:latin typeface="Cambria Math" panose="02040503050406030204" pitchFamily="18" charset="0"/>
                                    </a:rPr>
                                    <m:t>𝑇</m:t>
                                  </m:r>
                                </m:sub>
                              </m:sSub>
                            </m:e>
                          </m:d>
                        </m:e>
                        <m:sup>
                          <m:r>
                            <a:rPr lang="es-AR" sz="2400" b="0" i="1" smtClean="0">
                              <a:latin typeface="Cambria Math" panose="02040503050406030204" pitchFamily="18" charset="0"/>
                            </a:rPr>
                            <m:t>𝑇</m:t>
                          </m:r>
                        </m:sup>
                      </m:sSup>
                      <m:r>
                        <a:rPr lang="es-AR" sz="2400" b="0" i="1" smtClean="0">
                          <a:latin typeface="Cambria Math" panose="02040503050406030204" pitchFamily="18" charset="0"/>
                        </a:rPr>
                        <m:t>=</m:t>
                      </m:r>
                      <m:d>
                        <m:dPr>
                          <m:ctrlPr>
                            <a:rPr lang="es-AR" sz="2400" i="1">
                              <a:latin typeface="Cambria Math" panose="02040503050406030204" pitchFamily="18" charset="0"/>
                            </a:rPr>
                          </m:ctrlPr>
                        </m:dPr>
                        <m:e>
                          <m:r>
                            <a:rPr lang="es-AR" sz="2400" i="1">
                              <a:latin typeface="Cambria Math" panose="02040503050406030204" pitchFamily="18" charset="0"/>
                            </a:rPr>
                            <m:t>1+</m:t>
                          </m:r>
                          <m:sSub>
                            <m:sSubPr>
                              <m:ctrlPr>
                                <a:rPr lang="es-AR" sz="2400" i="1">
                                  <a:latin typeface="Cambria Math" panose="02040503050406030204" pitchFamily="18" charset="0"/>
                                </a:rPr>
                              </m:ctrlPr>
                            </m:sSubPr>
                            <m:e>
                              <m:r>
                                <a:rPr lang="es-AR" sz="2400" b="0" i="1" smtClean="0">
                                  <a:latin typeface="Cambria Math" panose="02040503050406030204" pitchFamily="18" charset="0"/>
                                </a:rPr>
                                <m:t>𝑖</m:t>
                              </m:r>
                            </m:e>
                            <m:sub>
                              <m:r>
                                <a:rPr lang="es-AR" sz="2400" i="1">
                                  <a:latin typeface="Cambria Math" panose="02040503050406030204" pitchFamily="18" charset="0"/>
                                </a:rPr>
                                <m:t>1</m:t>
                              </m:r>
                            </m:sub>
                          </m:sSub>
                        </m:e>
                      </m:d>
                      <m:d>
                        <m:dPr>
                          <m:ctrlPr>
                            <a:rPr lang="es-AR" sz="2400" i="1">
                              <a:latin typeface="Cambria Math" panose="02040503050406030204" pitchFamily="18" charset="0"/>
                            </a:rPr>
                          </m:ctrlPr>
                        </m:dPr>
                        <m:e>
                          <m:r>
                            <a:rPr lang="es-AR" sz="2400" i="1">
                              <a:latin typeface="Cambria Math" panose="02040503050406030204" pitchFamily="18" charset="0"/>
                            </a:rPr>
                            <m:t>1+</m:t>
                          </m:r>
                          <m:sSub>
                            <m:sSubPr>
                              <m:ctrlPr>
                                <a:rPr lang="es-AR" sz="2400" i="1">
                                  <a:latin typeface="Cambria Math" panose="02040503050406030204" pitchFamily="18" charset="0"/>
                                </a:rPr>
                              </m:ctrlPr>
                            </m:sSubPr>
                            <m:e>
                              <m:r>
                                <a:rPr lang="es-AR" sz="2400" i="1">
                                  <a:latin typeface="Cambria Math" panose="02040503050406030204" pitchFamily="18" charset="0"/>
                                </a:rPr>
                                <m:t>𝑓</m:t>
                              </m:r>
                            </m:e>
                            <m:sub>
                              <m:r>
                                <a:rPr lang="es-AR" sz="2400" i="1">
                                  <a:latin typeface="Cambria Math" panose="02040503050406030204" pitchFamily="18" charset="0"/>
                                </a:rPr>
                                <m:t>1,1</m:t>
                              </m:r>
                            </m:sub>
                          </m:sSub>
                        </m:e>
                      </m:d>
                      <m:d>
                        <m:dPr>
                          <m:ctrlPr>
                            <a:rPr lang="es-AR" sz="2400" i="1">
                              <a:latin typeface="Cambria Math" panose="02040503050406030204" pitchFamily="18" charset="0"/>
                            </a:rPr>
                          </m:ctrlPr>
                        </m:dPr>
                        <m:e>
                          <m:r>
                            <a:rPr lang="es-AR" sz="2400" i="1">
                              <a:latin typeface="Cambria Math" panose="02040503050406030204" pitchFamily="18" charset="0"/>
                            </a:rPr>
                            <m:t>1+</m:t>
                          </m:r>
                          <m:sSub>
                            <m:sSubPr>
                              <m:ctrlPr>
                                <a:rPr lang="es-AR" sz="2400" i="1">
                                  <a:latin typeface="Cambria Math" panose="02040503050406030204" pitchFamily="18" charset="0"/>
                                </a:rPr>
                              </m:ctrlPr>
                            </m:sSubPr>
                            <m:e>
                              <m:r>
                                <a:rPr lang="es-AR" sz="2400" i="1">
                                  <a:latin typeface="Cambria Math" panose="02040503050406030204" pitchFamily="18" charset="0"/>
                                </a:rPr>
                                <m:t>𝑓</m:t>
                              </m:r>
                            </m:e>
                            <m:sub>
                              <m:r>
                                <a:rPr lang="es-AR" sz="2400" b="0" i="1" smtClean="0">
                                  <a:latin typeface="Cambria Math" panose="02040503050406030204" pitchFamily="18" charset="0"/>
                                </a:rPr>
                                <m:t>2</m:t>
                              </m:r>
                              <m:r>
                                <a:rPr lang="es-AR" sz="2400" i="1">
                                  <a:latin typeface="Cambria Math" panose="02040503050406030204" pitchFamily="18" charset="0"/>
                                </a:rPr>
                                <m:t>,1</m:t>
                              </m:r>
                            </m:sub>
                          </m:sSub>
                        </m:e>
                      </m:d>
                      <m:r>
                        <a:rPr lang="es-AR" sz="2400" i="1">
                          <a:latin typeface="Cambria Math" panose="02040503050406030204" pitchFamily="18" charset="0"/>
                        </a:rPr>
                        <m:t>…</m:t>
                      </m:r>
                      <m:d>
                        <m:dPr>
                          <m:ctrlPr>
                            <a:rPr lang="es-AR" sz="2400" i="1">
                              <a:latin typeface="Cambria Math" panose="02040503050406030204" pitchFamily="18" charset="0"/>
                            </a:rPr>
                          </m:ctrlPr>
                        </m:dPr>
                        <m:e>
                          <m:r>
                            <a:rPr lang="es-AR" sz="2400" i="1">
                              <a:latin typeface="Cambria Math" panose="02040503050406030204" pitchFamily="18" charset="0"/>
                            </a:rPr>
                            <m:t>1+</m:t>
                          </m:r>
                          <m:sSub>
                            <m:sSubPr>
                              <m:ctrlPr>
                                <a:rPr lang="es-AR" sz="2400" i="1">
                                  <a:latin typeface="Cambria Math" panose="02040503050406030204" pitchFamily="18" charset="0"/>
                                </a:rPr>
                              </m:ctrlPr>
                            </m:sSubPr>
                            <m:e>
                              <m:r>
                                <a:rPr lang="es-AR" sz="2400" i="1">
                                  <a:latin typeface="Cambria Math" panose="02040503050406030204" pitchFamily="18" charset="0"/>
                                </a:rPr>
                                <m:t>𝑓</m:t>
                              </m:r>
                            </m:e>
                            <m:sub>
                              <m:r>
                                <a:rPr lang="es-AR" sz="2400" b="0" i="1" smtClean="0">
                                  <a:latin typeface="Cambria Math" panose="02040503050406030204" pitchFamily="18" charset="0"/>
                                </a:rPr>
                                <m:t>𝑇</m:t>
                              </m:r>
                              <m:r>
                                <a:rPr lang="es-AR" sz="2400" b="0" i="1" smtClean="0">
                                  <a:latin typeface="Cambria Math" panose="02040503050406030204" pitchFamily="18" charset="0"/>
                                </a:rPr>
                                <m:t>-1,1</m:t>
                              </m:r>
                            </m:sub>
                          </m:sSub>
                        </m:e>
                      </m:d>
                    </m:oMath>
                  </m:oMathPara>
                </a14:m>
                <a:endParaRPr lang="es-AR" sz="2400" i="1" dirty="0"/>
              </a:p>
            </p:txBody>
          </p:sp>
        </mc:Choice>
        <mc:Fallback>
          <p:sp>
            <p:nvSpPr>
              <p:cNvPr id="8" name="CuadroTexto 7">
                <a:extLst>
                  <a:ext uri="{FF2B5EF4-FFF2-40B4-BE49-F238E27FC236}">
                    <a16:creationId xmlns:a16="http://schemas.microsoft.com/office/drawing/2014/main" id="{1A8674D4-37F7-27E6-8EB9-27A0C2EF27AE}"/>
                  </a:ext>
                </a:extLst>
              </p:cNvPr>
              <p:cNvSpPr txBox="1">
                <a:spLocks noRot="1" noChangeAspect="1" noMove="1" noResize="1" noEditPoints="1" noAdjustHandles="1" noChangeArrowheads="1" noChangeShapeType="1" noTextEdit="1"/>
              </p:cNvSpPr>
              <p:nvPr/>
            </p:nvSpPr>
            <p:spPr>
              <a:xfrm>
                <a:off x="2147494" y="4599630"/>
                <a:ext cx="7192162" cy="509178"/>
              </a:xfrm>
              <a:prstGeom prst="rect">
                <a:avLst/>
              </a:prstGeom>
              <a:blipFill>
                <a:blip r:embed="rId7"/>
                <a:stretch>
                  <a:fillRect/>
                </a:stretch>
              </a:blipFill>
            </p:spPr>
            <p:txBody>
              <a:bodyPr/>
              <a:lstStyle/>
              <a:p>
                <a:r>
                  <a:rPr lang="es-AR">
                    <a:noFill/>
                  </a:rPr>
                  <a:t> </a:t>
                </a:r>
              </a:p>
            </p:txBody>
          </p:sp>
        </mc:Fallback>
      </mc:AlternateContent>
      <mc:AlternateContent xmlns:mc="http://schemas.openxmlformats.org/markup-compatibility/2006">
        <mc:Choice xmlns:a14="http://schemas.microsoft.com/office/drawing/2010/main" Requires="a14">
          <p:sp>
            <p:nvSpPr>
              <p:cNvPr id="9" name="CuadroTexto 8">
                <a:extLst>
                  <a:ext uri="{FF2B5EF4-FFF2-40B4-BE49-F238E27FC236}">
                    <a16:creationId xmlns:a16="http://schemas.microsoft.com/office/drawing/2014/main" id="{5C4A795C-7D62-D21C-07DD-91AA4EBDBDED}"/>
                  </a:ext>
                </a:extLst>
              </p:cNvPr>
              <p:cNvSpPr txBox="1"/>
              <p:nvPr/>
            </p:nvSpPr>
            <p:spPr>
              <a:xfrm>
                <a:off x="2679700" y="5170010"/>
                <a:ext cx="6493060" cy="71288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d>
                        <m:dPr>
                          <m:ctrlPr>
                            <a:rPr lang="es-AR" sz="2400" i="1">
                              <a:latin typeface="Cambria Math" panose="02040503050406030204" pitchFamily="18" charset="0"/>
                            </a:rPr>
                          </m:ctrlPr>
                        </m:dPr>
                        <m:e>
                          <m:r>
                            <a:rPr lang="es-AR" sz="2400" i="1">
                              <a:latin typeface="Cambria Math" panose="02040503050406030204" pitchFamily="18" charset="0"/>
                            </a:rPr>
                            <m:t>1+</m:t>
                          </m:r>
                          <m:sSub>
                            <m:sSubPr>
                              <m:ctrlPr>
                                <a:rPr lang="es-AR" sz="2400" i="1">
                                  <a:latin typeface="Cambria Math" panose="02040503050406030204" pitchFamily="18" charset="0"/>
                                </a:rPr>
                              </m:ctrlPr>
                            </m:sSubPr>
                            <m:e>
                              <m:r>
                                <a:rPr lang="es-AR" sz="2400" i="1">
                                  <a:latin typeface="Cambria Math" panose="02040503050406030204" pitchFamily="18" charset="0"/>
                                </a:rPr>
                                <m:t>𝑖</m:t>
                              </m:r>
                            </m:e>
                            <m:sub>
                              <m:r>
                                <a:rPr lang="es-AR" sz="2400" i="1">
                                  <a:latin typeface="Cambria Math" panose="02040503050406030204" pitchFamily="18" charset="0"/>
                                </a:rPr>
                                <m:t>𝑇</m:t>
                              </m:r>
                            </m:sub>
                          </m:sSub>
                        </m:e>
                      </m:d>
                      <m:r>
                        <a:rPr lang="es-AR" sz="2400" b="0" i="1" smtClean="0">
                          <a:latin typeface="Cambria Math" panose="02040503050406030204" pitchFamily="18" charset="0"/>
                        </a:rPr>
                        <m:t>=</m:t>
                      </m:r>
                      <m:sSup>
                        <m:sSupPr>
                          <m:ctrlPr>
                            <a:rPr lang="es-AR" sz="2400" b="0" i="1" smtClean="0">
                              <a:latin typeface="Cambria Math" panose="02040503050406030204" pitchFamily="18" charset="0"/>
                            </a:rPr>
                          </m:ctrlPr>
                        </m:sSupPr>
                        <m:e>
                          <m:d>
                            <m:dPr>
                              <m:begChr m:val="["/>
                              <m:endChr m:val="]"/>
                              <m:ctrlPr>
                                <a:rPr lang="es-AR" sz="2400" b="0" i="1" smtClean="0">
                                  <a:latin typeface="Cambria Math" panose="02040503050406030204" pitchFamily="18" charset="0"/>
                                </a:rPr>
                              </m:ctrlPr>
                            </m:dPr>
                            <m:e>
                              <m:d>
                                <m:dPr>
                                  <m:ctrlPr>
                                    <a:rPr lang="es-AR" sz="2400" i="1">
                                      <a:latin typeface="Cambria Math" panose="02040503050406030204" pitchFamily="18" charset="0"/>
                                    </a:rPr>
                                  </m:ctrlPr>
                                </m:dPr>
                                <m:e>
                                  <m:r>
                                    <a:rPr lang="es-AR" sz="2400" i="1">
                                      <a:latin typeface="Cambria Math" panose="02040503050406030204" pitchFamily="18" charset="0"/>
                                    </a:rPr>
                                    <m:t>1+</m:t>
                                  </m:r>
                                  <m:sSub>
                                    <m:sSubPr>
                                      <m:ctrlPr>
                                        <a:rPr lang="es-AR" sz="2400" i="1">
                                          <a:latin typeface="Cambria Math" panose="02040503050406030204" pitchFamily="18" charset="0"/>
                                        </a:rPr>
                                      </m:ctrlPr>
                                    </m:sSubPr>
                                    <m:e>
                                      <m:r>
                                        <a:rPr lang="es-AR" sz="2400" i="1">
                                          <a:latin typeface="Cambria Math" panose="02040503050406030204" pitchFamily="18" charset="0"/>
                                        </a:rPr>
                                        <m:t>𝑖</m:t>
                                      </m:r>
                                    </m:e>
                                    <m:sub>
                                      <m:r>
                                        <a:rPr lang="es-AR" sz="2400" i="1">
                                          <a:latin typeface="Cambria Math" panose="02040503050406030204" pitchFamily="18" charset="0"/>
                                        </a:rPr>
                                        <m:t>1</m:t>
                                      </m:r>
                                    </m:sub>
                                  </m:sSub>
                                </m:e>
                              </m:d>
                              <m:d>
                                <m:dPr>
                                  <m:ctrlPr>
                                    <a:rPr lang="es-AR" sz="2400" i="1">
                                      <a:latin typeface="Cambria Math" panose="02040503050406030204" pitchFamily="18" charset="0"/>
                                    </a:rPr>
                                  </m:ctrlPr>
                                </m:dPr>
                                <m:e>
                                  <m:r>
                                    <a:rPr lang="es-AR" sz="2400" i="1">
                                      <a:latin typeface="Cambria Math" panose="02040503050406030204" pitchFamily="18" charset="0"/>
                                    </a:rPr>
                                    <m:t>1+</m:t>
                                  </m:r>
                                  <m:sSub>
                                    <m:sSubPr>
                                      <m:ctrlPr>
                                        <a:rPr lang="es-AR" sz="2400" i="1">
                                          <a:latin typeface="Cambria Math" panose="02040503050406030204" pitchFamily="18" charset="0"/>
                                        </a:rPr>
                                      </m:ctrlPr>
                                    </m:sSubPr>
                                    <m:e>
                                      <m:r>
                                        <a:rPr lang="es-AR" sz="2400" i="1">
                                          <a:latin typeface="Cambria Math" panose="02040503050406030204" pitchFamily="18" charset="0"/>
                                        </a:rPr>
                                        <m:t>𝑓</m:t>
                                      </m:r>
                                    </m:e>
                                    <m:sub>
                                      <m:r>
                                        <a:rPr lang="es-AR" sz="2400" b="0" i="1" smtClean="0">
                                          <a:latin typeface="Cambria Math" panose="02040503050406030204" pitchFamily="18" charset="0"/>
                                        </a:rPr>
                                        <m:t>1</m:t>
                                      </m:r>
                                      <m:r>
                                        <a:rPr lang="es-AR" sz="2400" i="1">
                                          <a:latin typeface="Cambria Math" panose="02040503050406030204" pitchFamily="18" charset="0"/>
                                        </a:rPr>
                                        <m:t>,1</m:t>
                                      </m:r>
                                    </m:sub>
                                  </m:sSub>
                                </m:e>
                              </m:d>
                              <m:r>
                                <a:rPr lang="es-AR" sz="2400" i="1" smtClean="0">
                                  <a:latin typeface="Cambria Math" panose="02040503050406030204" pitchFamily="18" charset="0"/>
                                </a:rPr>
                                <m:t>…</m:t>
                              </m:r>
                              <m:d>
                                <m:dPr>
                                  <m:ctrlPr>
                                    <a:rPr lang="es-AR" sz="2400" i="1">
                                      <a:latin typeface="Cambria Math" panose="02040503050406030204" pitchFamily="18" charset="0"/>
                                    </a:rPr>
                                  </m:ctrlPr>
                                </m:dPr>
                                <m:e>
                                  <m:r>
                                    <a:rPr lang="es-AR" sz="2400" i="1">
                                      <a:latin typeface="Cambria Math" panose="02040503050406030204" pitchFamily="18" charset="0"/>
                                    </a:rPr>
                                    <m:t>1+</m:t>
                                  </m:r>
                                  <m:sSub>
                                    <m:sSubPr>
                                      <m:ctrlPr>
                                        <a:rPr lang="es-AR" sz="2400" i="1">
                                          <a:latin typeface="Cambria Math" panose="02040503050406030204" pitchFamily="18" charset="0"/>
                                        </a:rPr>
                                      </m:ctrlPr>
                                    </m:sSubPr>
                                    <m:e>
                                      <m:r>
                                        <a:rPr lang="es-AR" sz="2400" b="0" i="1" smtClean="0">
                                          <a:latin typeface="Cambria Math" panose="02040503050406030204" pitchFamily="18" charset="0"/>
                                        </a:rPr>
                                        <m:t>𝑓</m:t>
                                      </m:r>
                                    </m:e>
                                    <m:sub>
                                      <m:r>
                                        <a:rPr lang="es-AR" sz="2400" i="1">
                                          <a:latin typeface="Cambria Math" panose="02040503050406030204" pitchFamily="18" charset="0"/>
                                        </a:rPr>
                                        <m:t>𝑇</m:t>
                                      </m:r>
                                      <m:r>
                                        <a:rPr lang="es-AR" sz="2400" b="0" i="1" smtClean="0">
                                          <a:latin typeface="Cambria Math" panose="02040503050406030204" pitchFamily="18" charset="0"/>
                                        </a:rPr>
                                        <m:t>−1,1</m:t>
                                      </m:r>
                                    </m:sub>
                                  </m:sSub>
                                </m:e>
                              </m:d>
                            </m:e>
                          </m:d>
                        </m:e>
                        <m:sup>
                          <m:f>
                            <m:fPr>
                              <m:ctrlPr>
                                <a:rPr lang="es-AR" sz="2400" b="0" i="1" smtClean="0">
                                  <a:latin typeface="Cambria Math" panose="02040503050406030204" pitchFamily="18" charset="0"/>
                                </a:rPr>
                              </m:ctrlPr>
                            </m:fPr>
                            <m:num>
                              <m:r>
                                <a:rPr lang="es-AR" sz="2400" b="0" i="1" smtClean="0">
                                  <a:latin typeface="Cambria Math" panose="02040503050406030204" pitchFamily="18" charset="0"/>
                                </a:rPr>
                                <m:t>1</m:t>
                              </m:r>
                            </m:num>
                            <m:den>
                              <m:r>
                                <a:rPr lang="es-AR" sz="2400" b="0" i="1" smtClean="0">
                                  <a:latin typeface="Cambria Math" panose="02040503050406030204" pitchFamily="18" charset="0"/>
                                </a:rPr>
                                <m:t>𝑇</m:t>
                              </m:r>
                            </m:den>
                          </m:f>
                        </m:sup>
                      </m:sSup>
                    </m:oMath>
                  </m:oMathPara>
                </a14:m>
                <a:endParaRPr lang="es-AR" sz="2400" i="1" dirty="0"/>
              </a:p>
            </p:txBody>
          </p:sp>
        </mc:Choice>
        <mc:Fallback>
          <p:sp>
            <p:nvSpPr>
              <p:cNvPr id="9" name="CuadroTexto 8">
                <a:extLst>
                  <a:ext uri="{FF2B5EF4-FFF2-40B4-BE49-F238E27FC236}">
                    <a16:creationId xmlns:a16="http://schemas.microsoft.com/office/drawing/2014/main" id="{5C4A795C-7D62-D21C-07DD-91AA4EBDBDED}"/>
                  </a:ext>
                </a:extLst>
              </p:cNvPr>
              <p:cNvSpPr txBox="1">
                <a:spLocks noRot="1" noChangeAspect="1" noMove="1" noResize="1" noEditPoints="1" noAdjustHandles="1" noChangeArrowheads="1" noChangeShapeType="1" noTextEdit="1"/>
              </p:cNvSpPr>
              <p:nvPr/>
            </p:nvSpPr>
            <p:spPr>
              <a:xfrm>
                <a:off x="2679700" y="5170010"/>
                <a:ext cx="6493060" cy="712887"/>
              </a:xfrm>
              <a:prstGeom prst="rect">
                <a:avLst/>
              </a:prstGeom>
              <a:blipFill>
                <a:blip r:embed="rId8"/>
                <a:stretch>
                  <a:fillRect/>
                </a:stretch>
              </a:blipFill>
            </p:spPr>
            <p:txBody>
              <a:bodyPr/>
              <a:lstStyle/>
              <a:p>
                <a:r>
                  <a:rPr lang="es-AR">
                    <a:noFill/>
                  </a:rPr>
                  <a:t> </a:t>
                </a:r>
              </a:p>
            </p:txBody>
          </p:sp>
        </mc:Fallback>
      </mc:AlternateContent>
    </p:spTree>
    <p:extLst>
      <p:ext uri="{BB962C8B-B14F-4D97-AF65-F5344CB8AC3E}">
        <p14:creationId xmlns:p14="http://schemas.microsoft.com/office/powerpoint/2010/main" val="105699646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537E23-B13D-614C-7190-2BC9C9B109D4}"/>
            </a:ext>
          </a:extLst>
        </p:cNvPr>
        <p:cNvGrpSpPr/>
        <p:nvPr/>
      </p:nvGrpSpPr>
      <p:grpSpPr>
        <a:xfrm>
          <a:off x="0" y="0"/>
          <a:ext cx="0" cy="0"/>
          <a:chOff x="0" y="0"/>
          <a:chExt cx="0" cy="0"/>
        </a:xfrm>
      </p:grpSpPr>
      <p:grpSp>
        <p:nvGrpSpPr>
          <p:cNvPr id="2" name="Grupo 1">
            <a:extLst>
              <a:ext uri="{FF2B5EF4-FFF2-40B4-BE49-F238E27FC236}">
                <a16:creationId xmlns:a16="http://schemas.microsoft.com/office/drawing/2014/main" id="{B5AAFA51-5D16-85E8-23F4-99704E029270}"/>
              </a:ext>
            </a:extLst>
          </p:cNvPr>
          <p:cNvGrpSpPr/>
          <p:nvPr/>
        </p:nvGrpSpPr>
        <p:grpSpPr>
          <a:xfrm>
            <a:off x="301478" y="101545"/>
            <a:ext cx="3965209" cy="584775"/>
            <a:chOff x="301478" y="101545"/>
            <a:chExt cx="3965209" cy="584775"/>
          </a:xfrm>
        </p:grpSpPr>
        <p:sp>
          <p:nvSpPr>
            <p:cNvPr id="3" name="CuadroTexto 2">
              <a:extLst>
                <a:ext uri="{FF2B5EF4-FFF2-40B4-BE49-F238E27FC236}">
                  <a16:creationId xmlns:a16="http://schemas.microsoft.com/office/drawing/2014/main" id="{AD15C555-053B-552A-ED5C-C7733790E1C3}"/>
                </a:ext>
              </a:extLst>
            </p:cNvPr>
            <p:cNvSpPr txBox="1"/>
            <p:nvPr/>
          </p:nvSpPr>
          <p:spPr>
            <a:xfrm>
              <a:off x="404348" y="101545"/>
              <a:ext cx="3862339" cy="584775"/>
            </a:xfrm>
            <a:prstGeom prst="rect">
              <a:avLst/>
            </a:prstGeom>
            <a:noFill/>
          </p:spPr>
          <p:txBody>
            <a:bodyPr wrap="none" rtlCol="0">
              <a:spAutoFit/>
            </a:bodyPr>
            <a:lstStyle/>
            <a:p>
              <a:r>
                <a:rPr lang="es-AR" sz="3200" dirty="0">
                  <a:latin typeface="+mj-lt"/>
                  <a:cs typeface="Times New Roman" panose="02020603050405020304" pitchFamily="18" charset="0"/>
                </a:rPr>
                <a:t>Estructura de tasas</a:t>
              </a:r>
            </a:p>
          </p:txBody>
        </p:sp>
        <p:cxnSp>
          <p:nvCxnSpPr>
            <p:cNvPr id="4" name="Conector recto 3">
              <a:extLst>
                <a:ext uri="{FF2B5EF4-FFF2-40B4-BE49-F238E27FC236}">
                  <a16:creationId xmlns:a16="http://schemas.microsoft.com/office/drawing/2014/main" id="{458A0734-726D-06BD-648D-3E06823A1F1B}"/>
                </a:ext>
              </a:extLst>
            </p:cNvPr>
            <p:cNvCxnSpPr>
              <a:cxnSpLocks/>
            </p:cNvCxnSpPr>
            <p:nvPr/>
          </p:nvCxnSpPr>
          <p:spPr>
            <a:xfrm>
              <a:off x="301478" y="231932"/>
              <a:ext cx="0" cy="324000"/>
            </a:xfrm>
            <a:prstGeom prst="line">
              <a:avLst/>
            </a:prstGeom>
            <a:ln w="76200">
              <a:solidFill>
                <a:schemeClr val="tx1"/>
              </a:solidFill>
            </a:ln>
          </p:spPr>
          <p:style>
            <a:lnRef idx="2">
              <a:schemeClr val="accent1"/>
            </a:lnRef>
            <a:fillRef idx="0">
              <a:schemeClr val="accent1"/>
            </a:fillRef>
            <a:effectRef idx="1">
              <a:schemeClr val="accent1"/>
            </a:effectRef>
            <a:fontRef idx="minor">
              <a:schemeClr val="tx1"/>
            </a:fontRef>
          </p:style>
        </p:cxnSp>
      </p:grpSp>
      <mc:AlternateContent xmlns:mc="http://schemas.openxmlformats.org/markup-compatibility/2006">
        <mc:Choice xmlns:a14="http://schemas.microsoft.com/office/drawing/2010/main" Requires="a14">
          <p:sp>
            <p:nvSpPr>
              <p:cNvPr id="6" name="CuadroTexto 5">
                <a:extLst>
                  <a:ext uri="{FF2B5EF4-FFF2-40B4-BE49-F238E27FC236}">
                    <a16:creationId xmlns:a16="http://schemas.microsoft.com/office/drawing/2014/main" id="{138D77FD-502A-04E0-6826-09A082BE1A56}"/>
                  </a:ext>
                </a:extLst>
              </p:cNvPr>
              <p:cNvSpPr txBox="1"/>
              <p:nvPr/>
            </p:nvSpPr>
            <p:spPr>
              <a:xfrm>
                <a:off x="708660" y="975103"/>
                <a:ext cx="10069830" cy="2397579"/>
              </a:xfrm>
              <a:prstGeom prst="rect">
                <a:avLst/>
              </a:prstGeom>
              <a:noFill/>
            </p:spPr>
            <p:txBody>
              <a:bodyPr wrap="square">
                <a:spAutoFit/>
              </a:bodyPr>
              <a:lstStyle/>
              <a:p>
                <a14:m>
                  <m:oMath xmlns:m="http://schemas.openxmlformats.org/officeDocument/2006/math">
                    <m:sSub>
                      <m:sSubPr>
                        <m:ctrlPr>
                          <a:rPr lang="es-AR" sz="2400" i="1" smtClean="0">
                            <a:latin typeface="Cambria Math" panose="02040503050406030204" pitchFamily="18" charset="0"/>
                          </a:rPr>
                        </m:ctrlPr>
                      </m:sSubPr>
                      <m:e>
                        <m:r>
                          <a:rPr lang="es-AR" sz="2400" b="0" i="1" smtClean="0">
                            <a:latin typeface="Cambria Math" panose="02040503050406030204" pitchFamily="18" charset="0"/>
                          </a:rPr>
                          <m:t>𝑓</m:t>
                        </m:r>
                      </m:e>
                      <m:sub>
                        <m:r>
                          <m:rPr>
                            <m:sty m:val="p"/>
                          </m:rPr>
                          <a:rPr lang="es-AR" sz="2400" b="0" i="1" smtClean="0">
                            <a:latin typeface="Cambria Math" panose="02040503050406030204" pitchFamily="18" charset="0"/>
                          </a:rPr>
                          <m:t>t</m:t>
                        </m:r>
                        <m:r>
                          <a:rPr lang="es-AR" sz="2400" b="0" i="1" smtClean="0">
                            <a:latin typeface="Cambria Math" panose="02040503050406030204" pitchFamily="18" charset="0"/>
                          </a:rPr>
                          <m:t>,</m:t>
                        </m:r>
                        <m:r>
                          <a:rPr lang="es-AR" sz="2400" b="0" i="1" smtClean="0">
                            <a:latin typeface="Cambria Math" panose="02040503050406030204" pitchFamily="18" charset="0"/>
                          </a:rPr>
                          <m:t>𝑗</m:t>
                        </m:r>
                      </m:sub>
                    </m:sSub>
                  </m:oMath>
                </a14:m>
                <a:r>
                  <a:rPr lang="es-AR" sz="2400" dirty="0"/>
                  <a:t>: Tasa de interés nominal futura (forward) en el momento </a:t>
                </a:r>
                <a14:m>
                  <m:oMath xmlns:m="http://schemas.openxmlformats.org/officeDocument/2006/math">
                    <m:r>
                      <a:rPr lang="es-AR" sz="2400" i="1" dirty="0" smtClean="0">
                        <a:latin typeface="Cambria Math" panose="02040503050406030204" pitchFamily="18" charset="0"/>
                      </a:rPr>
                      <m:t>𝑡</m:t>
                    </m:r>
                  </m:oMath>
                </a14:m>
                <a:r>
                  <a:rPr lang="es-AR" sz="2400" dirty="0"/>
                  <a:t> a </a:t>
                </a:r>
                <a14:m>
                  <m:oMath xmlns:m="http://schemas.openxmlformats.org/officeDocument/2006/math">
                    <m:r>
                      <a:rPr lang="es-AR" sz="2400" i="1" dirty="0" smtClean="0">
                        <a:latin typeface="Cambria Math" panose="02040503050406030204" pitchFamily="18" charset="0"/>
                      </a:rPr>
                      <m:t>𝑗</m:t>
                    </m:r>
                  </m:oMath>
                </a14:m>
                <a:r>
                  <a:rPr lang="es-AR" sz="2400" dirty="0"/>
                  <a:t> años.</a:t>
                </a:r>
              </a:p>
              <a:p>
                <a14:m>
                  <m:oMath xmlns:m="http://schemas.openxmlformats.org/officeDocument/2006/math">
                    <m:r>
                      <a:rPr lang="es-AR" sz="2400" b="0" i="1" smtClean="0">
                        <a:latin typeface="Cambria Math" panose="02040503050406030204" pitchFamily="18" charset="0"/>
                      </a:rPr>
                      <m:t>𝐸</m:t>
                    </m:r>
                    <m:r>
                      <a:rPr lang="es-AR" sz="2400" b="0" i="1" smtClean="0">
                        <a:latin typeface="Cambria Math" panose="02040503050406030204" pitchFamily="18" charset="0"/>
                      </a:rPr>
                      <m:t>[</m:t>
                    </m:r>
                    <m:sSub>
                      <m:sSubPr>
                        <m:ctrlPr>
                          <a:rPr lang="es-AR" sz="2400" i="1">
                            <a:latin typeface="Cambria Math" panose="02040503050406030204" pitchFamily="18" charset="0"/>
                          </a:rPr>
                        </m:ctrlPr>
                      </m:sSubPr>
                      <m:e>
                        <m:r>
                          <a:rPr lang="es-AR" sz="2400" b="0" i="1" smtClean="0">
                            <a:latin typeface="Cambria Math" panose="02040503050406030204" pitchFamily="18" charset="0"/>
                          </a:rPr>
                          <m:t>𝑖</m:t>
                        </m:r>
                      </m:e>
                      <m:sub>
                        <m:r>
                          <a:rPr lang="es-AR" sz="2400" i="1">
                            <a:latin typeface="Cambria Math" panose="02040503050406030204" pitchFamily="18" charset="0"/>
                          </a:rPr>
                          <m:t>𝑡</m:t>
                        </m:r>
                        <m:r>
                          <a:rPr lang="es-AR" sz="2400" i="1">
                            <a:latin typeface="Cambria Math" panose="02040503050406030204" pitchFamily="18" charset="0"/>
                          </a:rPr>
                          <m:t>,</m:t>
                        </m:r>
                        <m:r>
                          <a:rPr lang="es-AR" sz="2400" i="1">
                            <a:latin typeface="Cambria Math" panose="02040503050406030204" pitchFamily="18" charset="0"/>
                          </a:rPr>
                          <m:t>𝑗</m:t>
                        </m:r>
                      </m:sub>
                    </m:sSub>
                    <m:r>
                      <a:rPr lang="es-AR" sz="2400" b="0" i="1" smtClean="0">
                        <a:latin typeface="Cambria Math" panose="02040503050406030204" pitchFamily="18" charset="0"/>
                      </a:rPr>
                      <m:t>]</m:t>
                    </m:r>
                  </m:oMath>
                </a14:m>
                <a:r>
                  <a:rPr lang="es-AR" sz="2400" dirty="0"/>
                  <a:t>: Tasa de interés nominal esperada en el momento </a:t>
                </a:r>
                <a14:m>
                  <m:oMath xmlns:m="http://schemas.openxmlformats.org/officeDocument/2006/math">
                    <m:r>
                      <a:rPr lang="es-AR" sz="2400" i="1" dirty="0" smtClean="0">
                        <a:latin typeface="Cambria Math" panose="02040503050406030204" pitchFamily="18" charset="0"/>
                      </a:rPr>
                      <m:t>𝑡</m:t>
                    </m:r>
                  </m:oMath>
                </a14:m>
                <a:r>
                  <a:rPr lang="es-AR" sz="2400" dirty="0"/>
                  <a:t> a </a:t>
                </a:r>
                <a14:m>
                  <m:oMath xmlns:m="http://schemas.openxmlformats.org/officeDocument/2006/math">
                    <m:r>
                      <a:rPr lang="es-AR" sz="2400" i="1" dirty="0" smtClean="0">
                        <a:latin typeface="Cambria Math" panose="02040503050406030204" pitchFamily="18" charset="0"/>
                      </a:rPr>
                      <m:t>𝑗</m:t>
                    </m:r>
                  </m:oMath>
                </a14:m>
                <a:r>
                  <a:rPr lang="es-AR" sz="2400" dirty="0"/>
                  <a:t> años.</a:t>
                </a:r>
              </a:p>
              <a:p>
                <a14:m>
                  <m:oMath xmlns:m="http://schemas.openxmlformats.org/officeDocument/2006/math">
                    <m:sSub>
                      <m:sSubPr>
                        <m:ctrlPr>
                          <a:rPr lang="es-AR" sz="2400" i="1">
                            <a:latin typeface="Cambria Math" panose="02040503050406030204" pitchFamily="18" charset="0"/>
                          </a:rPr>
                        </m:ctrlPr>
                      </m:sSubPr>
                      <m:e>
                        <m:r>
                          <a:rPr lang="es-AR" sz="2400" i="1">
                            <a:latin typeface="Cambria Math" panose="02040503050406030204" pitchFamily="18" charset="0"/>
                          </a:rPr>
                          <m:t>𝑖</m:t>
                        </m:r>
                      </m:e>
                      <m:sub>
                        <m:r>
                          <a:rPr lang="es-AR" sz="2400" i="1">
                            <a:latin typeface="Cambria Math" panose="02040503050406030204" pitchFamily="18" charset="0"/>
                          </a:rPr>
                          <m:t>𝑗</m:t>
                        </m:r>
                      </m:sub>
                    </m:sSub>
                  </m:oMath>
                </a14:m>
                <a:r>
                  <a:rPr lang="es-AR" sz="2400" dirty="0"/>
                  <a:t>: Tasa de interés nominal actual (spot) a </a:t>
                </a:r>
                <a14:m>
                  <m:oMath xmlns:m="http://schemas.openxmlformats.org/officeDocument/2006/math">
                    <m:r>
                      <a:rPr lang="es-AR" sz="2400" i="1" dirty="0" smtClean="0">
                        <a:latin typeface="Cambria Math" panose="02040503050406030204" pitchFamily="18" charset="0"/>
                      </a:rPr>
                      <m:t>𝑗</m:t>
                    </m:r>
                  </m:oMath>
                </a14:m>
                <a:r>
                  <a:rPr lang="es-AR" sz="2400" dirty="0"/>
                  <a:t> años.</a:t>
                </a:r>
              </a:p>
              <a:p>
                <a:endParaRPr lang="es-AR" sz="2400" dirty="0"/>
              </a:p>
              <a:p>
                <a:r>
                  <a:rPr lang="es-AR" sz="2400" dirty="0"/>
                  <a:t>Tres alternativas:</a:t>
                </a:r>
              </a:p>
              <a:p>
                <a:r>
                  <a:rPr lang="es-AR" sz="2400" dirty="0"/>
                  <a:t>Alternativa 2 vs. alternativa 3.</a:t>
                </a:r>
              </a:p>
            </p:txBody>
          </p:sp>
        </mc:Choice>
        <mc:Fallback>
          <p:sp>
            <p:nvSpPr>
              <p:cNvPr id="6" name="CuadroTexto 5">
                <a:extLst>
                  <a:ext uri="{FF2B5EF4-FFF2-40B4-BE49-F238E27FC236}">
                    <a16:creationId xmlns:a16="http://schemas.microsoft.com/office/drawing/2014/main" id="{138D77FD-502A-04E0-6826-09A082BE1A56}"/>
                  </a:ext>
                </a:extLst>
              </p:cNvPr>
              <p:cNvSpPr txBox="1">
                <a:spLocks noRot="1" noChangeAspect="1" noMove="1" noResize="1" noEditPoints="1" noAdjustHandles="1" noChangeArrowheads="1" noChangeShapeType="1" noTextEdit="1"/>
              </p:cNvSpPr>
              <p:nvPr/>
            </p:nvSpPr>
            <p:spPr>
              <a:xfrm>
                <a:off x="708660" y="975103"/>
                <a:ext cx="10069830" cy="2397579"/>
              </a:xfrm>
              <a:prstGeom prst="rect">
                <a:avLst/>
              </a:prstGeom>
              <a:blipFill>
                <a:blip r:embed="rId3"/>
                <a:stretch>
                  <a:fillRect l="-908" t="-1527" b="-5089"/>
                </a:stretch>
              </a:blipFill>
            </p:spPr>
            <p:txBody>
              <a:bodyPr/>
              <a:lstStyle/>
              <a:p>
                <a:r>
                  <a:rPr lang="es-AR">
                    <a:noFill/>
                  </a:rPr>
                  <a:t> </a:t>
                </a:r>
              </a:p>
            </p:txBody>
          </p:sp>
        </mc:Fallback>
      </mc:AlternateContent>
      <mc:AlternateContent xmlns:mc="http://schemas.openxmlformats.org/markup-compatibility/2006">
        <mc:Choice xmlns:a14="http://schemas.microsoft.com/office/drawing/2010/main" Requires="a14">
          <p:sp>
            <p:nvSpPr>
              <p:cNvPr id="11" name="CuadroTexto 10">
                <a:extLst>
                  <a:ext uri="{FF2B5EF4-FFF2-40B4-BE49-F238E27FC236}">
                    <a16:creationId xmlns:a16="http://schemas.microsoft.com/office/drawing/2014/main" id="{77B11687-BFD2-A31A-B282-8C2EA81A798F}"/>
                  </a:ext>
                </a:extLst>
              </p:cNvPr>
              <p:cNvSpPr txBox="1"/>
              <p:nvPr/>
            </p:nvSpPr>
            <p:spPr>
              <a:xfrm>
                <a:off x="3047048" y="3507579"/>
                <a:ext cx="6097904" cy="509178"/>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d>
                        <m:dPr>
                          <m:ctrlPr>
                            <a:rPr lang="es-AR" sz="2400" i="1" smtClean="0">
                              <a:latin typeface="Cambria Math" panose="02040503050406030204" pitchFamily="18" charset="0"/>
                            </a:rPr>
                          </m:ctrlPr>
                        </m:dPr>
                        <m:e>
                          <m:r>
                            <a:rPr lang="es-AR" sz="2400" i="1">
                              <a:latin typeface="Cambria Math" panose="02040503050406030204" pitchFamily="18" charset="0"/>
                            </a:rPr>
                            <m:t>1+</m:t>
                          </m:r>
                          <m:sSub>
                            <m:sSubPr>
                              <m:ctrlPr>
                                <a:rPr lang="es-AR" sz="2400" i="1">
                                  <a:latin typeface="Cambria Math" panose="02040503050406030204" pitchFamily="18" charset="0"/>
                                </a:rPr>
                              </m:ctrlPr>
                            </m:sSubPr>
                            <m:e>
                              <m:r>
                                <a:rPr lang="es-AR" sz="2400" i="1">
                                  <a:latin typeface="Cambria Math" panose="02040503050406030204" pitchFamily="18" charset="0"/>
                                </a:rPr>
                                <m:t>𝑖</m:t>
                              </m:r>
                            </m:e>
                            <m:sub>
                              <m:r>
                                <a:rPr lang="es-AR" sz="2400" i="1">
                                  <a:latin typeface="Cambria Math" panose="02040503050406030204" pitchFamily="18" charset="0"/>
                                </a:rPr>
                                <m:t>1</m:t>
                              </m:r>
                            </m:sub>
                          </m:sSub>
                        </m:e>
                      </m:d>
                      <m:d>
                        <m:dPr>
                          <m:ctrlPr>
                            <a:rPr lang="es-AR" sz="2400" i="1">
                              <a:latin typeface="Cambria Math" panose="02040503050406030204" pitchFamily="18" charset="0"/>
                            </a:rPr>
                          </m:ctrlPr>
                        </m:dPr>
                        <m:e>
                          <m:r>
                            <a:rPr lang="es-AR" sz="2400" i="1">
                              <a:latin typeface="Cambria Math" panose="02040503050406030204" pitchFamily="18" charset="0"/>
                            </a:rPr>
                            <m:t>1+</m:t>
                          </m:r>
                          <m:sSub>
                            <m:sSubPr>
                              <m:ctrlPr>
                                <a:rPr lang="es-AR" sz="2400" i="1">
                                  <a:latin typeface="Cambria Math" panose="02040503050406030204" pitchFamily="18" charset="0"/>
                                </a:rPr>
                              </m:ctrlPr>
                            </m:sSubPr>
                            <m:e>
                              <m:r>
                                <a:rPr lang="es-AR" sz="2400" i="1">
                                  <a:latin typeface="Cambria Math" panose="02040503050406030204" pitchFamily="18" charset="0"/>
                                </a:rPr>
                                <m:t>𝑓</m:t>
                              </m:r>
                            </m:e>
                            <m:sub>
                              <m:r>
                                <a:rPr lang="es-AR" sz="2400" i="1">
                                  <a:latin typeface="Cambria Math" panose="02040503050406030204" pitchFamily="18" charset="0"/>
                                </a:rPr>
                                <m:t>1,1</m:t>
                              </m:r>
                            </m:sub>
                          </m:sSub>
                        </m:e>
                      </m:d>
                      <m:r>
                        <a:rPr lang="es-AR" sz="2400" b="0" i="1" smtClean="0">
                          <a:latin typeface="Cambria Math" panose="02040503050406030204" pitchFamily="18" charset="0"/>
                        </a:rPr>
                        <m:t>=</m:t>
                      </m:r>
                      <m:d>
                        <m:dPr>
                          <m:ctrlPr>
                            <a:rPr lang="es-AR" sz="2400" i="1">
                              <a:latin typeface="Cambria Math" panose="02040503050406030204" pitchFamily="18" charset="0"/>
                            </a:rPr>
                          </m:ctrlPr>
                        </m:dPr>
                        <m:e>
                          <m:r>
                            <a:rPr lang="es-AR" sz="2400" i="1">
                              <a:latin typeface="Cambria Math" panose="02040503050406030204" pitchFamily="18" charset="0"/>
                            </a:rPr>
                            <m:t>1+</m:t>
                          </m:r>
                          <m:sSub>
                            <m:sSubPr>
                              <m:ctrlPr>
                                <a:rPr lang="es-AR" sz="2400" i="1">
                                  <a:latin typeface="Cambria Math" panose="02040503050406030204" pitchFamily="18" charset="0"/>
                                </a:rPr>
                              </m:ctrlPr>
                            </m:sSubPr>
                            <m:e>
                              <m:r>
                                <a:rPr lang="es-AR" sz="2400" i="1">
                                  <a:latin typeface="Cambria Math" panose="02040503050406030204" pitchFamily="18" charset="0"/>
                                </a:rPr>
                                <m:t>𝑖</m:t>
                              </m:r>
                            </m:e>
                            <m:sub>
                              <m:r>
                                <a:rPr lang="es-AR" sz="2400" i="1">
                                  <a:latin typeface="Cambria Math" panose="02040503050406030204" pitchFamily="18" charset="0"/>
                                </a:rPr>
                                <m:t>1</m:t>
                              </m:r>
                            </m:sub>
                          </m:sSub>
                        </m:e>
                      </m:d>
                      <m:d>
                        <m:dPr>
                          <m:ctrlPr>
                            <a:rPr lang="es-AR" sz="2400" i="1">
                              <a:latin typeface="Cambria Math" panose="02040503050406030204" pitchFamily="18" charset="0"/>
                            </a:rPr>
                          </m:ctrlPr>
                        </m:dPr>
                        <m:e>
                          <m:r>
                            <a:rPr lang="es-AR" sz="2400" i="1">
                              <a:latin typeface="Cambria Math" panose="02040503050406030204" pitchFamily="18" charset="0"/>
                            </a:rPr>
                            <m:t>1+</m:t>
                          </m:r>
                          <m:sSub>
                            <m:sSubPr>
                              <m:ctrlPr>
                                <a:rPr lang="es-AR" sz="2400" i="1">
                                  <a:latin typeface="Cambria Math" panose="02040503050406030204" pitchFamily="18" charset="0"/>
                                </a:rPr>
                              </m:ctrlPr>
                            </m:sSubPr>
                            <m:e>
                              <m:r>
                                <a:rPr lang="es-AR" sz="2400" i="1">
                                  <a:latin typeface="Cambria Math" panose="02040503050406030204" pitchFamily="18" charset="0"/>
                                </a:rPr>
                                <m:t>𝐸</m:t>
                              </m:r>
                              <m:r>
                                <a:rPr lang="es-AR" sz="2400" i="1">
                                  <a:latin typeface="Cambria Math" panose="02040503050406030204" pitchFamily="18" charset="0"/>
                                </a:rPr>
                                <m:t>[</m:t>
                              </m:r>
                              <m:r>
                                <a:rPr lang="es-AR" sz="2400" i="1">
                                  <a:latin typeface="Cambria Math" panose="02040503050406030204" pitchFamily="18" charset="0"/>
                                </a:rPr>
                                <m:t>𝑖</m:t>
                              </m:r>
                            </m:e>
                            <m:sub>
                              <m:r>
                                <a:rPr lang="es-AR" sz="2400" i="1">
                                  <a:latin typeface="Cambria Math" panose="02040503050406030204" pitchFamily="18" charset="0"/>
                                </a:rPr>
                                <m:t>1,1</m:t>
                              </m:r>
                            </m:sub>
                          </m:sSub>
                          <m:r>
                            <a:rPr lang="es-AR" sz="2400" i="1">
                              <a:latin typeface="Cambria Math" panose="02040503050406030204" pitchFamily="18" charset="0"/>
                            </a:rPr>
                            <m:t>]</m:t>
                          </m:r>
                        </m:e>
                      </m:d>
                    </m:oMath>
                  </m:oMathPara>
                </a14:m>
                <a:endParaRPr lang="es-AR" sz="2400" dirty="0"/>
              </a:p>
            </p:txBody>
          </p:sp>
        </mc:Choice>
        <mc:Fallback>
          <p:sp>
            <p:nvSpPr>
              <p:cNvPr id="11" name="CuadroTexto 10">
                <a:extLst>
                  <a:ext uri="{FF2B5EF4-FFF2-40B4-BE49-F238E27FC236}">
                    <a16:creationId xmlns:a16="http://schemas.microsoft.com/office/drawing/2014/main" id="{77B11687-BFD2-A31A-B282-8C2EA81A798F}"/>
                  </a:ext>
                </a:extLst>
              </p:cNvPr>
              <p:cNvSpPr txBox="1">
                <a:spLocks noRot="1" noChangeAspect="1" noMove="1" noResize="1" noEditPoints="1" noAdjustHandles="1" noChangeArrowheads="1" noChangeShapeType="1" noTextEdit="1"/>
              </p:cNvSpPr>
              <p:nvPr/>
            </p:nvSpPr>
            <p:spPr>
              <a:xfrm>
                <a:off x="3047048" y="3507579"/>
                <a:ext cx="6097904" cy="509178"/>
              </a:xfrm>
              <a:prstGeom prst="rect">
                <a:avLst/>
              </a:prstGeom>
              <a:blipFill>
                <a:blip r:embed="rId4"/>
                <a:stretch>
                  <a:fillRect/>
                </a:stretch>
              </a:blipFill>
            </p:spPr>
            <p:txBody>
              <a:bodyPr/>
              <a:lstStyle/>
              <a:p>
                <a:r>
                  <a:rPr lang="es-AR">
                    <a:noFill/>
                  </a:rPr>
                  <a:t> </a:t>
                </a:r>
              </a:p>
            </p:txBody>
          </p:sp>
        </mc:Fallback>
      </mc:AlternateContent>
      <mc:AlternateContent xmlns:mc="http://schemas.openxmlformats.org/markup-compatibility/2006">
        <mc:Choice xmlns:a14="http://schemas.microsoft.com/office/drawing/2010/main" Requires="a14">
          <p:sp>
            <p:nvSpPr>
              <p:cNvPr id="12" name="CuadroTexto 11">
                <a:extLst>
                  <a:ext uri="{FF2B5EF4-FFF2-40B4-BE49-F238E27FC236}">
                    <a16:creationId xmlns:a16="http://schemas.microsoft.com/office/drawing/2014/main" id="{DEE4F148-C0E9-CD94-F94D-D8A90EA3F7C0}"/>
                  </a:ext>
                </a:extLst>
              </p:cNvPr>
              <p:cNvSpPr txBox="1"/>
              <p:nvPr/>
            </p:nvSpPr>
            <p:spPr>
              <a:xfrm>
                <a:off x="3047048" y="4085569"/>
                <a:ext cx="6097904" cy="477888"/>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s-AR" sz="2400" i="1">
                              <a:latin typeface="Cambria Math" panose="02040503050406030204" pitchFamily="18" charset="0"/>
                            </a:rPr>
                          </m:ctrlPr>
                        </m:sSubPr>
                        <m:e>
                          <m:r>
                            <a:rPr lang="es-AR" sz="2400" i="1">
                              <a:latin typeface="Cambria Math" panose="02040503050406030204" pitchFamily="18" charset="0"/>
                            </a:rPr>
                            <m:t>𝑓</m:t>
                          </m:r>
                        </m:e>
                        <m:sub>
                          <m:r>
                            <a:rPr lang="es-AR" sz="2400" i="1">
                              <a:latin typeface="Cambria Math" panose="02040503050406030204" pitchFamily="18" charset="0"/>
                            </a:rPr>
                            <m:t>1,1</m:t>
                          </m:r>
                        </m:sub>
                      </m:sSub>
                      <m:r>
                        <a:rPr lang="es-AR" sz="2400" b="0" i="1" smtClean="0">
                          <a:latin typeface="Cambria Math" panose="02040503050406030204" pitchFamily="18" charset="0"/>
                        </a:rPr>
                        <m:t>=</m:t>
                      </m:r>
                      <m:sSub>
                        <m:sSubPr>
                          <m:ctrlPr>
                            <a:rPr lang="es-AR" sz="2400" i="1">
                              <a:latin typeface="Cambria Math" panose="02040503050406030204" pitchFamily="18" charset="0"/>
                            </a:rPr>
                          </m:ctrlPr>
                        </m:sSubPr>
                        <m:e>
                          <m:r>
                            <a:rPr lang="es-AR" sz="2400" i="1">
                              <a:latin typeface="Cambria Math" panose="02040503050406030204" pitchFamily="18" charset="0"/>
                            </a:rPr>
                            <m:t>𝐸</m:t>
                          </m:r>
                          <m:r>
                            <a:rPr lang="es-AR" sz="2400" i="1">
                              <a:latin typeface="Cambria Math" panose="02040503050406030204" pitchFamily="18" charset="0"/>
                            </a:rPr>
                            <m:t>[</m:t>
                          </m:r>
                          <m:r>
                            <a:rPr lang="es-AR" sz="2400" i="1">
                              <a:latin typeface="Cambria Math" panose="02040503050406030204" pitchFamily="18" charset="0"/>
                            </a:rPr>
                            <m:t>𝑖</m:t>
                          </m:r>
                        </m:e>
                        <m:sub>
                          <m:r>
                            <a:rPr lang="es-AR" sz="2400" i="1">
                              <a:latin typeface="Cambria Math" panose="02040503050406030204" pitchFamily="18" charset="0"/>
                            </a:rPr>
                            <m:t>1,1</m:t>
                          </m:r>
                        </m:sub>
                      </m:sSub>
                      <m:r>
                        <a:rPr lang="es-AR" sz="2400" i="1">
                          <a:latin typeface="Cambria Math" panose="02040503050406030204" pitchFamily="18" charset="0"/>
                        </a:rPr>
                        <m:t>]</m:t>
                      </m:r>
                    </m:oMath>
                  </m:oMathPara>
                </a14:m>
                <a:endParaRPr lang="es-AR" sz="2400" dirty="0"/>
              </a:p>
            </p:txBody>
          </p:sp>
        </mc:Choice>
        <mc:Fallback>
          <p:sp>
            <p:nvSpPr>
              <p:cNvPr id="12" name="CuadroTexto 11">
                <a:extLst>
                  <a:ext uri="{FF2B5EF4-FFF2-40B4-BE49-F238E27FC236}">
                    <a16:creationId xmlns:a16="http://schemas.microsoft.com/office/drawing/2014/main" id="{DEE4F148-C0E9-CD94-F94D-D8A90EA3F7C0}"/>
                  </a:ext>
                </a:extLst>
              </p:cNvPr>
              <p:cNvSpPr txBox="1">
                <a:spLocks noRot="1" noChangeAspect="1" noMove="1" noResize="1" noEditPoints="1" noAdjustHandles="1" noChangeArrowheads="1" noChangeShapeType="1" noTextEdit="1"/>
              </p:cNvSpPr>
              <p:nvPr/>
            </p:nvSpPr>
            <p:spPr>
              <a:xfrm>
                <a:off x="3047048" y="4085569"/>
                <a:ext cx="6097904" cy="477888"/>
              </a:xfrm>
              <a:prstGeom prst="rect">
                <a:avLst/>
              </a:prstGeom>
              <a:blipFill>
                <a:blip r:embed="rId5"/>
                <a:stretch>
                  <a:fillRect b="-13924"/>
                </a:stretch>
              </a:blipFill>
            </p:spPr>
            <p:txBody>
              <a:bodyPr/>
              <a:lstStyle/>
              <a:p>
                <a:r>
                  <a:rPr lang="es-AR">
                    <a:noFill/>
                  </a:rPr>
                  <a:t> </a:t>
                </a:r>
              </a:p>
            </p:txBody>
          </p:sp>
        </mc:Fallback>
      </mc:AlternateContent>
      <mc:AlternateContent xmlns:mc="http://schemas.openxmlformats.org/markup-compatibility/2006">
        <mc:Choice xmlns:a14="http://schemas.microsoft.com/office/drawing/2010/main" Requires="a14">
          <p:sp>
            <p:nvSpPr>
              <p:cNvPr id="13" name="CuadroTexto 12">
                <a:extLst>
                  <a:ext uri="{FF2B5EF4-FFF2-40B4-BE49-F238E27FC236}">
                    <a16:creationId xmlns:a16="http://schemas.microsoft.com/office/drawing/2014/main" id="{401185A3-E9A8-C572-4999-94E6F04CDC43}"/>
                  </a:ext>
                </a:extLst>
              </p:cNvPr>
              <p:cNvSpPr txBox="1"/>
              <p:nvPr/>
            </p:nvSpPr>
            <p:spPr>
              <a:xfrm>
                <a:off x="3047048" y="4714219"/>
                <a:ext cx="6097904" cy="49590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s-AR" sz="2400" i="1">
                              <a:latin typeface="Cambria Math" panose="02040503050406030204" pitchFamily="18" charset="0"/>
                            </a:rPr>
                          </m:ctrlPr>
                        </m:sSubPr>
                        <m:e>
                          <m:r>
                            <a:rPr lang="es-AR" sz="2400" i="1">
                              <a:latin typeface="Cambria Math" panose="02040503050406030204" pitchFamily="18" charset="0"/>
                            </a:rPr>
                            <m:t>𝑓</m:t>
                          </m:r>
                        </m:e>
                        <m:sub>
                          <m:r>
                            <a:rPr lang="es-AR" sz="2400" b="0" i="1" smtClean="0">
                              <a:latin typeface="Cambria Math" panose="02040503050406030204" pitchFamily="18" charset="0"/>
                            </a:rPr>
                            <m:t>𝑡</m:t>
                          </m:r>
                          <m:r>
                            <a:rPr lang="es-AR" sz="2400" i="1">
                              <a:latin typeface="Cambria Math" panose="02040503050406030204" pitchFamily="18" charset="0"/>
                            </a:rPr>
                            <m:t>,</m:t>
                          </m:r>
                          <m:r>
                            <a:rPr lang="es-AR" sz="2400" b="0" i="1" smtClean="0">
                              <a:latin typeface="Cambria Math" panose="02040503050406030204" pitchFamily="18" charset="0"/>
                            </a:rPr>
                            <m:t>𝑗</m:t>
                          </m:r>
                        </m:sub>
                      </m:sSub>
                      <m:r>
                        <a:rPr lang="es-AR" sz="2400" b="0" i="1" smtClean="0">
                          <a:latin typeface="Cambria Math" panose="02040503050406030204" pitchFamily="18" charset="0"/>
                        </a:rPr>
                        <m:t>=</m:t>
                      </m:r>
                      <m:sSub>
                        <m:sSubPr>
                          <m:ctrlPr>
                            <a:rPr lang="es-AR" sz="2400" i="1">
                              <a:latin typeface="Cambria Math" panose="02040503050406030204" pitchFamily="18" charset="0"/>
                            </a:rPr>
                          </m:ctrlPr>
                        </m:sSubPr>
                        <m:e>
                          <m:r>
                            <a:rPr lang="es-AR" sz="2400" i="1">
                              <a:latin typeface="Cambria Math" panose="02040503050406030204" pitchFamily="18" charset="0"/>
                            </a:rPr>
                            <m:t>𝐸</m:t>
                          </m:r>
                          <m:r>
                            <a:rPr lang="es-AR" sz="2400" i="1">
                              <a:latin typeface="Cambria Math" panose="02040503050406030204" pitchFamily="18" charset="0"/>
                            </a:rPr>
                            <m:t>[</m:t>
                          </m:r>
                          <m:r>
                            <a:rPr lang="es-AR" sz="2400" i="1">
                              <a:latin typeface="Cambria Math" panose="02040503050406030204" pitchFamily="18" charset="0"/>
                            </a:rPr>
                            <m:t>𝑖</m:t>
                          </m:r>
                        </m:e>
                        <m:sub>
                          <m:r>
                            <a:rPr lang="es-AR" sz="2400" b="0" i="1" smtClean="0">
                              <a:latin typeface="Cambria Math" panose="02040503050406030204" pitchFamily="18" charset="0"/>
                            </a:rPr>
                            <m:t>𝑡</m:t>
                          </m:r>
                          <m:r>
                            <a:rPr lang="es-AR" sz="2400" i="1">
                              <a:latin typeface="Cambria Math" panose="02040503050406030204" pitchFamily="18" charset="0"/>
                            </a:rPr>
                            <m:t>,</m:t>
                          </m:r>
                          <m:r>
                            <a:rPr lang="es-AR" sz="2400" b="0" i="1" smtClean="0">
                              <a:latin typeface="Cambria Math" panose="02040503050406030204" pitchFamily="18" charset="0"/>
                            </a:rPr>
                            <m:t>𝑗</m:t>
                          </m:r>
                        </m:sub>
                      </m:sSub>
                      <m:r>
                        <a:rPr lang="es-AR" sz="2400" i="1">
                          <a:latin typeface="Cambria Math" panose="02040503050406030204" pitchFamily="18" charset="0"/>
                        </a:rPr>
                        <m:t>]</m:t>
                      </m:r>
                    </m:oMath>
                  </m:oMathPara>
                </a14:m>
                <a:endParaRPr lang="es-AR" sz="2400" i="1" dirty="0"/>
              </a:p>
            </p:txBody>
          </p:sp>
        </mc:Choice>
        <mc:Fallback>
          <p:sp>
            <p:nvSpPr>
              <p:cNvPr id="13" name="CuadroTexto 12">
                <a:extLst>
                  <a:ext uri="{FF2B5EF4-FFF2-40B4-BE49-F238E27FC236}">
                    <a16:creationId xmlns:a16="http://schemas.microsoft.com/office/drawing/2014/main" id="{401185A3-E9A8-C572-4999-94E6F04CDC43}"/>
                  </a:ext>
                </a:extLst>
              </p:cNvPr>
              <p:cNvSpPr txBox="1">
                <a:spLocks noRot="1" noChangeAspect="1" noMove="1" noResize="1" noEditPoints="1" noAdjustHandles="1" noChangeArrowheads="1" noChangeShapeType="1" noTextEdit="1"/>
              </p:cNvSpPr>
              <p:nvPr/>
            </p:nvSpPr>
            <p:spPr>
              <a:xfrm>
                <a:off x="3047048" y="4714219"/>
                <a:ext cx="6097904" cy="495905"/>
              </a:xfrm>
              <a:prstGeom prst="rect">
                <a:avLst/>
              </a:prstGeom>
              <a:blipFill>
                <a:blip r:embed="rId6"/>
                <a:stretch>
                  <a:fillRect b="-9756"/>
                </a:stretch>
              </a:blipFill>
            </p:spPr>
            <p:txBody>
              <a:bodyPr/>
              <a:lstStyle/>
              <a:p>
                <a:r>
                  <a:rPr lang="es-AR">
                    <a:noFill/>
                  </a:rPr>
                  <a:t> </a:t>
                </a:r>
              </a:p>
            </p:txBody>
          </p:sp>
        </mc:Fallback>
      </mc:AlternateContent>
    </p:spTree>
    <p:extLst>
      <p:ext uri="{BB962C8B-B14F-4D97-AF65-F5344CB8AC3E}">
        <p14:creationId xmlns:p14="http://schemas.microsoft.com/office/powerpoint/2010/main" val="13772259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4F1801-9DE5-08CC-B255-B4434C21E24B}"/>
            </a:ext>
          </a:extLst>
        </p:cNvPr>
        <p:cNvGrpSpPr/>
        <p:nvPr/>
      </p:nvGrpSpPr>
      <p:grpSpPr>
        <a:xfrm>
          <a:off x="0" y="0"/>
          <a:ext cx="0" cy="0"/>
          <a:chOff x="0" y="0"/>
          <a:chExt cx="0" cy="0"/>
        </a:xfrm>
      </p:grpSpPr>
      <p:grpSp>
        <p:nvGrpSpPr>
          <p:cNvPr id="2" name="Grupo 1">
            <a:extLst>
              <a:ext uri="{FF2B5EF4-FFF2-40B4-BE49-F238E27FC236}">
                <a16:creationId xmlns:a16="http://schemas.microsoft.com/office/drawing/2014/main" id="{7D1FE511-0305-7FD8-5614-4551AD146DAA}"/>
              </a:ext>
            </a:extLst>
          </p:cNvPr>
          <p:cNvGrpSpPr/>
          <p:nvPr/>
        </p:nvGrpSpPr>
        <p:grpSpPr>
          <a:xfrm>
            <a:off x="301478" y="101545"/>
            <a:ext cx="3965209" cy="584775"/>
            <a:chOff x="301478" y="101545"/>
            <a:chExt cx="3965209" cy="584775"/>
          </a:xfrm>
        </p:grpSpPr>
        <p:sp>
          <p:nvSpPr>
            <p:cNvPr id="3" name="CuadroTexto 2">
              <a:extLst>
                <a:ext uri="{FF2B5EF4-FFF2-40B4-BE49-F238E27FC236}">
                  <a16:creationId xmlns:a16="http://schemas.microsoft.com/office/drawing/2014/main" id="{9B223F2D-3BE5-8D1B-1FC2-9D85E03A9BC1}"/>
                </a:ext>
              </a:extLst>
            </p:cNvPr>
            <p:cNvSpPr txBox="1"/>
            <p:nvPr/>
          </p:nvSpPr>
          <p:spPr>
            <a:xfrm>
              <a:off x="404348" y="101545"/>
              <a:ext cx="3862339" cy="584775"/>
            </a:xfrm>
            <a:prstGeom prst="rect">
              <a:avLst/>
            </a:prstGeom>
            <a:noFill/>
          </p:spPr>
          <p:txBody>
            <a:bodyPr wrap="none" rtlCol="0">
              <a:spAutoFit/>
            </a:bodyPr>
            <a:lstStyle/>
            <a:p>
              <a:r>
                <a:rPr lang="es-AR" sz="3200" dirty="0">
                  <a:latin typeface="+mj-lt"/>
                  <a:cs typeface="Times New Roman" panose="02020603050405020304" pitchFamily="18" charset="0"/>
                </a:rPr>
                <a:t>Estructura de tasas</a:t>
              </a:r>
            </a:p>
          </p:txBody>
        </p:sp>
        <p:cxnSp>
          <p:nvCxnSpPr>
            <p:cNvPr id="4" name="Conector recto 3">
              <a:extLst>
                <a:ext uri="{FF2B5EF4-FFF2-40B4-BE49-F238E27FC236}">
                  <a16:creationId xmlns:a16="http://schemas.microsoft.com/office/drawing/2014/main" id="{03E4F04B-D8DE-4D59-EAB7-9C22BFAD8481}"/>
                </a:ext>
              </a:extLst>
            </p:cNvPr>
            <p:cNvCxnSpPr>
              <a:cxnSpLocks/>
            </p:cNvCxnSpPr>
            <p:nvPr/>
          </p:nvCxnSpPr>
          <p:spPr>
            <a:xfrm>
              <a:off x="301478" y="231932"/>
              <a:ext cx="0" cy="324000"/>
            </a:xfrm>
            <a:prstGeom prst="line">
              <a:avLst/>
            </a:prstGeom>
            <a:ln w="76200">
              <a:solidFill>
                <a:schemeClr val="tx1"/>
              </a:solidFill>
            </a:ln>
          </p:spPr>
          <p:style>
            <a:lnRef idx="2">
              <a:schemeClr val="accent1"/>
            </a:lnRef>
            <a:fillRef idx="0">
              <a:schemeClr val="accent1"/>
            </a:fillRef>
            <a:effectRef idx="1">
              <a:schemeClr val="accent1"/>
            </a:effectRef>
            <a:fontRef idx="minor">
              <a:schemeClr val="tx1"/>
            </a:fontRef>
          </p:style>
        </p:cxnSp>
      </p:grpSp>
      <mc:AlternateContent xmlns:mc="http://schemas.openxmlformats.org/markup-compatibility/2006">
        <mc:Choice xmlns:a14="http://schemas.microsoft.com/office/drawing/2010/main" Requires="a14">
          <p:sp>
            <p:nvSpPr>
              <p:cNvPr id="6" name="CuadroTexto 5">
                <a:extLst>
                  <a:ext uri="{FF2B5EF4-FFF2-40B4-BE49-F238E27FC236}">
                    <a16:creationId xmlns:a16="http://schemas.microsoft.com/office/drawing/2014/main" id="{06BCCAAB-EFA5-93F9-5D39-98099157FE11}"/>
                  </a:ext>
                </a:extLst>
              </p:cNvPr>
              <p:cNvSpPr txBox="1"/>
              <p:nvPr/>
            </p:nvSpPr>
            <p:spPr>
              <a:xfrm>
                <a:off x="708660" y="975103"/>
                <a:ext cx="10069830" cy="2397579"/>
              </a:xfrm>
              <a:prstGeom prst="rect">
                <a:avLst/>
              </a:prstGeom>
              <a:noFill/>
            </p:spPr>
            <p:txBody>
              <a:bodyPr wrap="square">
                <a:spAutoFit/>
              </a:bodyPr>
              <a:lstStyle/>
              <a:p>
                <a14:m>
                  <m:oMath xmlns:m="http://schemas.openxmlformats.org/officeDocument/2006/math">
                    <m:sSub>
                      <m:sSubPr>
                        <m:ctrlPr>
                          <a:rPr lang="es-AR" sz="2400" i="1" smtClean="0">
                            <a:latin typeface="Cambria Math" panose="02040503050406030204" pitchFamily="18" charset="0"/>
                          </a:rPr>
                        </m:ctrlPr>
                      </m:sSubPr>
                      <m:e>
                        <m:r>
                          <a:rPr lang="es-AR" sz="2400" b="0" i="1" smtClean="0">
                            <a:latin typeface="Cambria Math" panose="02040503050406030204" pitchFamily="18" charset="0"/>
                          </a:rPr>
                          <m:t>𝑓</m:t>
                        </m:r>
                      </m:e>
                      <m:sub>
                        <m:r>
                          <m:rPr>
                            <m:sty m:val="p"/>
                          </m:rPr>
                          <a:rPr lang="es-AR" sz="2400" b="0" i="1" smtClean="0">
                            <a:latin typeface="Cambria Math" panose="02040503050406030204" pitchFamily="18" charset="0"/>
                          </a:rPr>
                          <m:t>t</m:t>
                        </m:r>
                        <m:r>
                          <a:rPr lang="es-AR" sz="2400" b="0" i="1" smtClean="0">
                            <a:latin typeface="Cambria Math" panose="02040503050406030204" pitchFamily="18" charset="0"/>
                          </a:rPr>
                          <m:t>,</m:t>
                        </m:r>
                        <m:r>
                          <a:rPr lang="es-AR" sz="2400" b="0" i="1" smtClean="0">
                            <a:latin typeface="Cambria Math" panose="02040503050406030204" pitchFamily="18" charset="0"/>
                          </a:rPr>
                          <m:t>𝑗</m:t>
                        </m:r>
                      </m:sub>
                    </m:sSub>
                  </m:oMath>
                </a14:m>
                <a:r>
                  <a:rPr lang="es-AR" sz="2400" dirty="0"/>
                  <a:t>: Tasa de interés nominal futura (forward) en el momento </a:t>
                </a:r>
                <a14:m>
                  <m:oMath xmlns:m="http://schemas.openxmlformats.org/officeDocument/2006/math">
                    <m:r>
                      <a:rPr lang="es-AR" sz="2400" i="1" dirty="0" smtClean="0">
                        <a:latin typeface="Cambria Math" panose="02040503050406030204" pitchFamily="18" charset="0"/>
                      </a:rPr>
                      <m:t>𝑡</m:t>
                    </m:r>
                  </m:oMath>
                </a14:m>
                <a:r>
                  <a:rPr lang="es-AR" sz="2400" dirty="0"/>
                  <a:t> a </a:t>
                </a:r>
                <a14:m>
                  <m:oMath xmlns:m="http://schemas.openxmlformats.org/officeDocument/2006/math">
                    <m:r>
                      <a:rPr lang="es-AR" sz="2400" i="1" dirty="0" smtClean="0">
                        <a:latin typeface="Cambria Math" panose="02040503050406030204" pitchFamily="18" charset="0"/>
                      </a:rPr>
                      <m:t>𝑗</m:t>
                    </m:r>
                  </m:oMath>
                </a14:m>
                <a:r>
                  <a:rPr lang="es-AR" sz="2400" dirty="0"/>
                  <a:t> años.</a:t>
                </a:r>
              </a:p>
              <a:p>
                <a14:m>
                  <m:oMath xmlns:m="http://schemas.openxmlformats.org/officeDocument/2006/math">
                    <m:r>
                      <a:rPr lang="es-AR" sz="2400" b="0" i="1" smtClean="0">
                        <a:latin typeface="Cambria Math" panose="02040503050406030204" pitchFamily="18" charset="0"/>
                      </a:rPr>
                      <m:t>𝐸</m:t>
                    </m:r>
                    <m:r>
                      <a:rPr lang="es-AR" sz="2400" b="0" i="1" smtClean="0">
                        <a:latin typeface="Cambria Math" panose="02040503050406030204" pitchFamily="18" charset="0"/>
                      </a:rPr>
                      <m:t>[</m:t>
                    </m:r>
                    <m:sSub>
                      <m:sSubPr>
                        <m:ctrlPr>
                          <a:rPr lang="es-AR" sz="2400" i="1">
                            <a:latin typeface="Cambria Math" panose="02040503050406030204" pitchFamily="18" charset="0"/>
                          </a:rPr>
                        </m:ctrlPr>
                      </m:sSubPr>
                      <m:e>
                        <m:r>
                          <a:rPr lang="es-AR" sz="2400" b="0" i="1" smtClean="0">
                            <a:latin typeface="Cambria Math" panose="02040503050406030204" pitchFamily="18" charset="0"/>
                          </a:rPr>
                          <m:t>𝑖</m:t>
                        </m:r>
                      </m:e>
                      <m:sub>
                        <m:r>
                          <a:rPr lang="es-AR" sz="2400" i="1">
                            <a:latin typeface="Cambria Math" panose="02040503050406030204" pitchFamily="18" charset="0"/>
                          </a:rPr>
                          <m:t>𝑡</m:t>
                        </m:r>
                        <m:r>
                          <a:rPr lang="es-AR" sz="2400" i="1">
                            <a:latin typeface="Cambria Math" panose="02040503050406030204" pitchFamily="18" charset="0"/>
                          </a:rPr>
                          <m:t>,</m:t>
                        </m:r>
                        <m:r>
                          <a:rPr lang="es-AR" sz="2400" i="1">
                            <a:latin typeface="Cambria Math" panose="02040503050406030204" pitchFamily="18" charset="0"/>
                          </a:rPr>
                          <m:t>𝑗</m:t>
                        </m:r>
                      </m:sub>
                    </m:sSub>
                    <m:r>
                      <a:rPr lang="es-AR" sz="2400" b="0" i="1" smtClean="0">
                        <a:latin typeface="Cambria Math" panose="02040503050406030204" pitchFamily="18" charset="0"/>
                      </a:rPr>
                      <m:t>]</m:t>
                    </m:r>
                  </m:oMath>
                </a14:m>
                <a:r>
                  <a:rPr lang="es-AR" sz="2400" dirty="0"/>
                  <a:t>: Tasa de interés nominal esperada en el momento </a:t>
                </a:r>
                <a14:m>
                  <m:oMath xmlns:m="http://schemas.openxmlformats.org/officeDocument/2006/math">
                    <m:r>
                      <a:rPr lang="es-AR" sz="2400" i="1" dirty="0" smtClean="0">
                        <a:latin typeface="Cambria Math" panose="02040503050406030204" pitchFamily="18" charset="0"/>
                      </a:rPr>
                      <m:t>𝑡</m:t>
                    </m:r>
                  </m:oMath>
                </a14:m>
                <a:r>
                  <a:rPr lang="es-AR" sz="2400" dirty="0"/>
                  <a:t> a </a:t>
                </a:r>
                <a14:m>
                  <m:oMath xmlns:m="http://schemas.openxmlformats.org/officeDocument/2006/math">
                    <m:r>
                      <a:rPr lang="es-AR" sz="2400" i="1" dirty="0" smtClean="0">
                        <a:latin typeface="Cambria Math" panose="02040503050406030204" pitchFamily="18" charset="0"/>
                      </a:rPr>
                      <m:t>𝑗</m:t>
                    </m:r>
                  </m:oMath>
                </a14:m>
                <a:r>
                  <a:rPr lang="es-AR" sz="2400" dirty="0"/>
                  <a:t> años.</a:t>
                </a:r>
              </a:p>
              <a:p>
                <a14:m>
                  <m:oMath xmlns:m="http://schemas.openxmlformats.org/officeDocument/2006/math">
                    <m:sSub>
                      <m:sSubPr>
                        <m:ctrlPr>
                          <a:rPr lang="es-AR" sz="2400" i="1">
                            <a:latin typeface="Cambria Math" panose="02040503050406030204" pitchFamily="18" charset="0"/>
                          </a:rPr>
                        </m:ctrlPr>
                      </m:sSubPr>
                      <m:e>
                        <m:r>
                          <a:rPr lang="es-AR" sz="2400" i="1">
                            <a:latin typeface="Cambria Math" panose="02040503050406030204" pitchFamily="18" charset="0"/>
                          </a:rPr>
                          <m:t>𝑖</m:t>
                        </m:r>
                      </m:e>
                      <m:sub>
                        <m:r>
                          <a:rPr lang="es-AR" sz="2400" i="1">
                            <a:latin typeface="Cambria Math" panose="02040503050406030204" pitchFamily="18" charset="0"/>
                          </a:rPr>
                          <m:t>𝑗</m:t>
                        </m:r>
                      </m:sub>
                    </m:sSub>
                  </m:oMath>
                </a14:m>
                <a:r>
                  <a:rPr lang="es-AR" sz="2400" dirty="0"/>
                  <a:t>: Tasa de interés nominal actual (spot) a </a:t>
                </a:r>
                <a14:m>
                  <m:oMath xmlns:m="http://schemas.openxmlformats.org/officeDocument/2006/math">
                    <m:r>
                      <a:rPr lang="es-AR" sz="2400" i="1" dirty="0" smtClean="0">
                        <a:latin typeface="Cambria Math" panose="02040503050406030204" pitchFamily="18" charset="0"/>
                      </a:rPr>
                      <m:t>𝑗</m:t>
                    </m:r>
                  </m:oMath>
                </a14:m>
                <a:r>
                  <a:rPr lang="es-AR" sz="2400" dirty="0"/>
                  <a:t> años.</a:t>
                </a:r>
              </a:p>
              <a:p>
                <a:endParaRPr lang="es-AR" sz="2400" dirty="0"/>
              </a:p>
              <a:p>
                <a:r>
                  <a:rPr lang="es-AR" sz="2400" dirty="0"/>
                  <a:t>Tres alternativas:</a:t>
                </a:r>
              </a:p>
              <a:p>
                <a:r>
                  <a:rPr lang="es-AR" sz="2400" dirty="0"/>
                  <a:t>Alternativa 1 vs. alternativa 3.</a:t>
                </a:r>
              </a:p>
            </p:txBody>
          </p:sp>
        </mc:Choice>
        <mc:Fallback>
          <p:sp>
            <p:nvSpPr>
              <p:cNvPr id="6" name="CuadroTexto 5">
                <a:extLst>
                  <a:ext uri="{FF2B5EF4-FFF2-40B4-BE49-F238E27FC236}">
                    <a16:creationId xmlns:a16="http://schemas.microsoft.com/office/drawing/2014/main" id="{06BCCAAB-EFA5-93F9-5D39-98099157FE11}"/>
                  </a:ext>
                </a:extLst>
              </p:cNvPr>
              <p:cNvSpPr txBox="1">
                <a:spLocks noRot="1" noChangeAspect="1" noMove="1" noResize="1" noEditPoints="1" noAdjustHandles="1" noChangeArrowheads="1" noChangeShapeType="1" noTextEdit="1"/>
              </p:cNvSpPr>
              <p:nvPr/>
            </p:nvSpPr>
            <p:spPr>
              <a:xfrm>
                <a:off x="708660" y="975103"/>
                <a:ext cx="10069830" cy="2397579"/>
              </a:xfrm>
              <a:prstGeom prst="rect">
                <a:avLst/>
              </a:prstGeom>
              <a:blipFill>
                <a:blip r:embed="rId3"/>
                <a:stretch>
                  <a:fillRect l="-908" t="-1527" b="-5089"/>
                </a:stretch>
              </a:blipFill>
            </p:spPr>
            <p:txBody>
              <a:bodyPr/>
              <a:lstStyle/>
              <a:p>
                <a:r>
                  <a:rPr lang="es-AR">
                    <a:noFill/>
                  </a:rPr>
                  <a:t> </a:t>
                </a:r>
              </a:p>
            </p:txBody>
          </p:sp>
        </mc:Fallback>
      </mc:AlternateContent>
      <mc:AlternateContent xmlns:mc="http://schemas.openxmlformats.org/markup-compatibility/2006">
        <mc:Choice xmlns:a14="http://schemas.microsoft.com/office/drawing/2010/main" Requires="a14">
          <p:sp>
            <p:nvSpPr>
              <p:cNvPr id="5" name="CuadroTexto 4">
                <a:extLst>
                  <a:ext uri="{FF2B5EF4-FFF2-40B4-BE49-F238E27FC236}">
                    <a16:creationId xmlns:a16="http://schemas.microsoft.com/office/drawing/2014/main" id="{ED017E6C-8394-B5E7-7DC7-31F259003D68}"/>
                  </a:ext>
                </a:extLst>
              </p:cNvPr>
              <p:cNvSpPr txBox="1"/>
              <p:nvPr/>
            </p:nvSpPr>
            <p:spPr>
              <a:xfrm>
                <a:off x="2679700" y="3429000"/>
                <a:ext cx="6956969" cy="71288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d>
                        <m:dPr>
                          <m:ctrlPr>
                            <a:rPr lang="es-AR" sz="2400" i="1">
                              <a:latin typeface="Cambria Math" panose="02040503050406030204" pitchFamily="18" charset="0"/>
                            </a:rPr>
                          </m:ctrlPr>
                        </m:dPr>
                        <m:e>
                          <m:r>
                            <a:rPr lang="es-AR" sz="2400" i="1">
                              <a:latin typeface="Cambria Math" panose="02040503050406030204" pitchFamily="18" charset="0"/>
                            </a:rPr>
                            <m:t>1+</m:t>
                          </m:r>
                          <m:sSub>
                            <m:sSubPr>
                              <m:ctrlPr>
                                <a:rPr lang="es-AR" sz="2400" i="1">
                                  <a:latin typeface="Cambria Math" panose="02040503050406030204" pitchFamily="18" charset="0"/>
                                </a:rPr>
                              </m:ctrlPr>
                            </m:sSubPr>
                            <m:e>
                              <m:r>
                                <a:rPr lang="es-AR" sz="2400" i="1">
                                  <a:latin typeface="Cambria Math" panose="02040503050406030204" pitchFamily="18" charset="0"/>
                                </a:rPr>
                                <m:t>𝑖</m:t>
                              </m:r>
                            </m:e>
                            <m:sub>
                              <m:r>
                                <a:rPr lang="es-AR" sz="2400" i="1">
                                  <a:latin typeface="Cambria Math" panose="02040503050406030204" pitchFamily="18" charset="0"/>
                                </a:rPr>
                                <m:t>𝑇</m:t>
                              </m:r>
                            </m:sub>
                          </m:sSub>
                        </m:e>
                      </m:d>
                      <m:r>
                        <a:rPr lang="es-AR" sz="2400" b="0" i="1" smtClean="0">
                          <a:latin typeface="Cambria Math" panose="02040503050406030204" pitchFamily="18" charset="0"/>
                        </a:rPr>
                        <m:t>=</m:t>
                      </m:r>
                      <m:sSup>
                        <m:sSupPr>
                          <m:ctrlPr>
                            <a:rPr lang="es-AR" sz="2400" b="0" i="1" smtClean="0">
                              <a:latin typeface="Cambria Math" panose="02040503050406030204" pitchFamily="18" charset="0"/>
                            </a:rPr>
                          </m:ctrlPr>
                        </m:sSupPr>
                        <m:e>
                          <m:d>
                            <m:dPr>
                              <m:begChr m:val="["/>
                              <m:endChr m:val="]"/>
                              <m:ctrlPr>
                                <a:rPr lang="es-AR" sz="2400" b="0" i="1" smtClean="0">
                                  <a:latin typeface="Cambria Math" panose="02040503050406030204" pitchFamily="18" charset="0"/>
                                </a:rPr>
                              </m:ctrlPr>
                            </m:dPr>
                            <m:e>
                              <m:d>
                                <m:dPr>
                                  <m:ctrlPr>
                                    <a:rPr lang="es-AR" sz="2400" i="1">
                                      <a:latin typeface="Cambria Math" panose="02040503050406030204" pitchFamily="18" charset="0"/>
                                    </a:rPr>
                                  </m:ctrlPr>
                                </m:dPr>
                                <m:e>
                                  <m:r>
                                    <a:rPr lang="es-AR" sz="2400" i="1">
                                      <a:latin typeface="Cambria Math" panose="02040503050406030204" pitchFamily="18" charset="0"/>
                                    </a:rPr>
                                    <m:t>1+</m:t>
                                  </m:r>
                                  <m:sSub>
                                    <m:sSubPr>
                                      <m:ctrlPr>
                                        <a:rPr lang="es-AR" sz="2400" i="1">
                                          <a:latin typeface="Cambria Math" panose="02040503050406030204" pitchFamily="18" charset="0"/>
                                        </a:rPr>
                                      </m:ctrlPr>
                                    </m:sSubPr>
                                    <m:e>
                                      <m:r>
                                        <a:rPr lang="es-AR" sz="2400" b="0" i="1" smtClean="0">
                                          <a:latin typeface="Cambria Math" panose="02040503050406030204" pitchFamily="18" charset="0"/>
                                        </a:rPr>
                                        <m:t>𝑖</m:t>
                                      </m:r>
                                    </m:e>
                                    <m:sub>
                                      <m:r>
                                        <a:rPr lang="es-AR" sz="2400" b="0" i="1" smtClean="0">
                                          <a:latin typeface="Cambria Math" panose="02040503050406030204" pitchFamily="18" charset="0"/>
                                        </a:rPr>
                                        <m:t>1</m:t>
                                      </m:r>
                                    </m:sub>
                                  </m:sSub>
                                </m:e>
                              </m:d>
                              <m:d>
                                <m:dPr>
                                  <m:ctrlPr>
                                    <a:rPr lang="es-AR" sz="2400" i="1">
                                      <a:latin typeface="Cambria Math" panose="02040503050406030204" pitchFamily="18" charset="0"/>
                                    </a:rPr>
                                  </m:ctrlPr>
                                </m:dPr>
                                <m:e>
                                  <m:r>
                                    <a:rPr lang="es-AR" sz="2400" i="1">
                                      <a:latin typeface="Cambria Math" panose="02040503050406030204" pitchFamily="18" charset="0"/>
                                    </a:rPr>
                                    <m:t>1+</m:t>
                                  </m:r>
                                  <m:sSub>
                                    <m:sSubPr>
                                      <m:ctrlPr>
                                        <a:rPr lang="es-AR" sz="2400" i="1">
                                          <a:latin typeface="Cambria Math" panose="02040503050406030204" pitchFamily="18" charset="0"/>
                                        </a:rPr>
                                      </m:ctrlPr>
                                    </m:sSubPr>
                                    <m:e>
                                      <m:r>
                                        <a:rPr lang="es-AR" sz="2400" i="1">
                                          <a:latin typeface="Cambria Math" panose="02040503050406030204" pitchFamily="18" charset="0"/>
                                        </a:rPr>
                                        <m:t>𝐸</m:t>
                                      </m:r>
                                      <m:r>
                                        <a:rPr lang="es-AR" sz="2400" i="1">
                                          <a:latin typeface="Cambria Math" panose="02040503050406030204" pitchFamily="18" charset="0"/>
                                        </a:rPr>
                                        <m:t>[</m:t>
                                      </m:r>
                                      <m:r>
                                        <a:rPr lang="es-AR" sz="2400" i="1">
                                          <a:latin typeface="Cambria Math" panose="02040503050406030204" pitchFamily="18" charset="0"/>
                                        </a:rPr>
                                        <m:t>𝑖</m:t>
                                      </m:r>
                                    </m:e>
                                    <m:sub>
                                      <m:r>
                                        <a:rPr lang="es-AR" sz="2400" i="1">
                                          <a:latin typeface="Cambria Math" panose="02040503050406030204" pitchFamily="18" charset="0"/>
                                        </a:rPr>
                                        <m:t>1,1</m:t>
                                      </m:r>
                                    </m:sub>
                                  </m:sSub>
                                  <m:r>
                                    <a:rPr lang="es-AR" sz="2400" i="1">
                                      <a:latin typeface="Cambria Math" panose="02040503050406030204" pitchFamily="18" charset="0"/>
                                    </a:rPr>
                                    <m:t>]</m:t>
                                  </m:r>
                                </m:e>
                              </m:d>
                              <m:r>
                                <a:rPr lang="es-AR" sz="2400" i="1" smtClean="0">
                                  <a:latin typeface="Cambria Math" panose="02040503050406030204" pitchFamily="18" charset="0"/>
                                </a:rPr>
                                <m:t>…</m:t>
                              </m:r>
                              <m:d>
                                <m:dPr>
                                  <m:ctrlPr>
                                    <a:rPr lang="es-AR" sz="2400" i="1">
                                      <a:latin typeface="Cambria Math" panose="02040503050406030204" pitchFamily="18" charset="0"/>
                                    </a:rPr>
                                  </m:ctrlPr>
                                </m:dPr>
                                <m:e>
                                  <m:r>
                                    <a:rPr lang="es-AR" sz="2400" i="1">
                                      <a:latin typeface="Cambria Math" panose="02040503050406030204" pitchFamily="18" charset="0"/>
                                    </a:rPr>
                                    <m:t>1+</m:t>
                                  </m:r>
                                  <m:sSub>
                                    <m:sSubPr>
                                      <m:ctrlPr>
                                        <a:rPr lang="es-AR" sz="2400" i="1">
                                          <a:latin typeface="Cambria Math" panose="02040503050406030204" pitchFamily="18" charset="0"/>
                                        </a:rPr>
                                      </m:ctrlPr>
                                    </m:sSubPr>
                                    <m:e>
                                      <m:r>
                                        <a:rPr lang="es-AR" sz="2400" i="1">
                                          <a:latin typeface="Cambria Math" panose="02040503050406030204" pitchFamily="18" charset="0"/>
                                        </a:rPr>
                                        <m:t>𝐸</m:t>
                                      </m:r>
                                      <m:r>
                                        <a:rPr lang="es-AR" sz="2400" i="1">
                                          <a:latin typeface="Cambria Math" panose="02040503050406030204" pitchFamily="18" charset="0"/>
                                        </a:rPr>
                                        <m:t>[</m:t>
                                      </m:r>
                                      <m:r>
                                        <a:rPr lang="es-AR" sz="2400" i="1">
                                          <a:latin typeface="Cambria Math" panose="02040503050406030204" pitchFamily="18" charset="0"/>
                                        </a:rPr>
                                        <m:t>𝑖</m:t>
                                      </m:r>
                                    </m:e>
                                    <m:sub>
                                      <m:r>
                                        <a:rPr lang="es-AR" sz="2400" b="0" i="1" smtClean="0">
                                          <a:latin typeface="Cambria Math" panose="02040503050406030204" pitchFamily="18" charset="0"/>
                                        </a:rPr>
                                        <m:t>𝑇</m:t>
                                      </m:r>
                                      <m:r>
                                        <a:rPr lang="es-AR" sz="2400" b="0" i="1" smtClean="0">
                                          <a:latin typeface="Cambria Math" panose="02040503050406030204" pitchFamily="18" charset="0"/>
                                        </a:rPr>
                                        <m:t>-1,1</m:t>
                                      </m:r>
                                    </m:sub>
                                  </m:sSub>
                                  <m:r>
                                    <a:rPr lang="es-AR" sz="2400" i="1">
                                      <a:latin typeface="Cambria Math" panose="02040503050406030204" pitchFamily="18" charset="0"/>
                                    </a:rPr>
                                    <m:t>]</m:t>
                                  </m:r>
                                </m:e>
                              </m:d>
                            </m:e>
                          </m:d>
                        </m:e>
                        <m:sup>
                          <m:f>
                            <m:fPr>
                              <m:ctrlPr>
                                <a:rPr lang="es-AR" sz="2400" b="0" i="1" smtClean="0">
                                  <a:latin typeface="Cambria Math" panose="02040503050406030204" pitchFamily="18" charset="0"/>
                                </a:rPr>
                              </m:ctrlPr>
                            </m:fPr>
                            <m:num>
                              <m:r>
                                <a:rPr lang="es-AR" sz="2400" b="0" i="1" smtClean="0">
                                  <a:latin typeface="Cambria Math" panose="02040503050406030204" pitchFamily="18" charset="0"/>
                                </a:rPr>
                                <m:t>1</m:t>
                              </m:r>
                            </m:num>
                            <m:den>
                              <m:r>
                                <a:rPr lang="es-AR" sz="2400" b="0" i="1" smtClean="0">
                                  <a:latin typeface="Cambria Math" panose="02040503050406030204" pitchFamily="18" charset="0"/>
                                </a:rPr>
                                <m:t>𝑇</m:t>
                              </m:r>
                            </m:den>
                          </m:f>
                        </m:sup>
                      </m:sSup>
                    </m:oMath>
                  </m:oMathPara>
                </a14:m>
                <a:endParaRPr lang="es-AR" sz="2400" i="1" dirty="0"/>
              </a:p>
            </p:txBody>
          </p:sp>
        </mc:Choice>
        <mc:Fallback>
          <p:sp>
            <p:nvSpPr>
              <p:cNvPr id="5" name="CuadroTexto 4">
                <a:extLst>
                  <a:ext uri="{FF2B5EF4-FFF2-40B4-BE49-F238E27FC236}">
                    <a16:creationId xmlns:a16="http://schemas.microsoft.com/office/drawing/2014/main" id="{ED017E6C-8394-B5E7-7DC7-31F259003D68}"/>
                  </a:ext>
                </a:extLst>
              </p:cNvPr>
              <p:cNvSpPr txBox="1">
                <a:spLocks noRot="1" noChangeAspect="1" noMove="1" noResize="1" noEditPoints="1" noAdjustHandles="1" noChangeArrowheads="1" noChangeShapeType="1" noTextEdit="1"/>
              </p:cNvSpPr>
              <p:nvPr/>
            </p:nvSpPr>
            <p:spPr>
              <a:xfrm>
                <a:off x="2679700" y="3429000"/>
                <a:ext cx="6956969" cy="712887"/>
              </a:xfrm>
              <a:prstGeom prst="rect">
                <a:avLst/>
              </a:prstGeom>
              <a:blipFill>
                <a:blip r:embed="rId4"/>
                <a:stretch>
                  <a:fillRect/>
                </a:stretch>
              </a:blipFill>
            </p:spPr>
            <p:txBody>
              <a:bodyPr/>
              <a:lstStyle/>
              <a:p>
                <a:r>
                  <a:rPr lang="es-AR">
                    <a:noFill/>
                  </a:rPr>
                  <a:t> </a:t>
                </a:r>
              </a:p>
            </p:txBody>
          </p:sp>
        </mc:Fallback>
      </mc:AlternateContent>
      <mc:AlternateContent xmlns:mc="http://schemas.openxmlformats.org/markup-compatibility/2006">
        <mc:Choice xmlns:a14="http://schemas.microsoft.com/office/drawing/2010/main" Requires="a14">
          <p:sp>
            <p:nvSpPr>
              <p:cNvPr id="7" name="CuadroTexto 6">
                <a:extLst>
                  <a:ext uri="{FF2B5EF4-FFF2-40B4-BE49-F238E27FC236}">
                    <a16:creationId xmlns:a16="http://schemas.microsoft.com/office/drawing/2014/main" id="{6D51159A-10D2-0042-2F80-DEDA8C351D15}"/>
                  </a:ext>
                </a:extLst>
              </p:cNvPr>
              <p:cNvSpPr txBox="1"/>
              <p:nvPr/>
            </p:nvSpPr>
            <p:spPr>
              <a:xfrm>
                <a:off x="2423347" y="4198205"/>
                <a:ext cx="7469674" cy="71288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s-AR" sz="2400" b="0" i="1" smtClean="0">
                          <a:latin typeface="Cambria Math" panose="02040503050406030204" pitchFamily="18" charset="0"/>
                        </a:rPr>
                        <m:t>𝑙𝑛</m:t>
                      </m:r>
                      <m:d>
                        <m:dPr>
                          <m:ctrlPr>
                            <a:rPr lang="es-AR" sz="2400" i="1">
                              <a:latin typeface="Cambria Math" panose="02040503050406030204" pitchFamily="18" charset="0"/>
                            </a:rPr>
                          </m:ctrlPr>
                        </m:dPr>
                        <m:e>
                          <m:r>
                            <a:rPr lang="es-AR" sz="2400" i="1">
                              <a:latin typeface="Cambria Math" panose="02040503050406030204" pitchFamily="18" charset="0"/>
                            </a:rPr>
                            <m:t>1+</m:t>
                          </m:r>
                          <m:sSub>
                            <m:sSubPr>
                              <m:ctrlPr>
                                <a:rPr lang="es-AR" sz="2400" i="1">
                                  <a:latin typeface="Cambria Math" panose="02040503050406030204" pitchFamily="18" charset="0"/>
                                </a:rPr>
                              </m:ctrlPr>
                            </m:sSubPr>
                            <m:e>
                              <m:r>
                                <a:rPr lang="es-AR" sz="2400" i="1">
                                  <a:latin typeface="Cambria Math" panose="02040503050406030204" pitchFamily="18" charset="0"/>
                                </a:rPr>
                                <m:t>𝑖</m:t>
                              </m:r>
                            </m:e>
                            <m:sub>
                              <m:r>
                                <a:rPr lang="es-AR" sz="2400" i="1">
                                  <a:latin typeface="Cambria Math" panose="02040503050406030204" pitchFamily="18" charset="0"/>
                                </a:rPr>
                                <m:t>𝑇</m:t>
                              </m:r>
                            </m:sub>
                          </m:sSub>
                        </m:e>
                      </m:d>
                      <m:r>
                        <a:rPr lang="es-AR" sz="2400" b="0" i="1" smtClean="0">
                          <a:latin typeface="Cambria Math" panose="02040503050406030204" pitchFamily="18" charset="0"/>
                        </a:rPr>
                        <m:t>=</m:t>
                      </m:r>
                      <m:r>
                        <a:rPr lang="es-AR" sz="2400" b="0" i="1" smtClean="0">
                          <a:latin typeface="Cambria Math" panose="02040503050406030204" pitchFamily="18" charset="0"/>
                        </a:rPr>
                        <m:t>𝑙𝑛</m:t>
                      </m:r>
                      <m:sSup>
                        <m:sSupPr>
                          <m:ctrlPr>
                            <a:rPr lang="es-AR" sz="2400" b="0" i="1" smtClean="0">
                              <a:latin typeface="Cambria Math" panose="02040503050406030204" pitchFamily="18" charset="0"/>
                            </a:rPr>
                          </m:ctrlPr>
                        </m:sSupPr>
                        <m:e>
                          <m:d>
                            <m:dPr>
                              <m:begChr m:val="["/>
                              <m:endChr m:val="]"/>
                              <m:ctrlPr>
                                <a:rPr lang="es-AR" sz="2400" b="0" i="1" smtClean="0">
                                  <a:latin typeface="Cambria Math" panose="02040503050406030204" pitchFamily="18" charset="0"/>
                                </a:rPr>
                              </m:ctrlPr>
                            </m:dPr>
                            <m:e>
                              <m:d>
                                <m:dPr>
                                  <m:ctrlPr>
                                    <a:rPr lang="es-AR" sz="2400" i="1">
                                      <a:latin typeface="Cambria Math" panose="02040503050406030204" pitchFamily="18" charset="0"/>
                                    </a:rPr>
                                  </m:ctrlPr>
                                </m:dPr>
                                <m:e>
                                  <m:r>
                                    <a:rPr lang="es-AR" sz="2400" i="1">
                                      <a:latin typeface="Cambria Math" panose="02040503050406030204" pitchFamily="18" charset="0"/>
                                    </a:rPr>
                                    <m:t>1+</m:t>
                                  </m:r>
                                  <m:sSub>
                                    <m:sSubPr>
                                      <m:ctrlPr>
                                        <a:rPr lang="es-AR" sz="2400" i="1">
                                          <a:latin typeface="Cambria Math" panose="02040503050406030204" pitchFamily="18" charset="0"/>
                                        </a:rPr>
                                      </m:ctrlPr>
                                    </m:sSubPr>
                                    <m:e>
                                      <m:r>
                                        <a:rPr lang="es-AR" sz="2400" b="0" i="1" smtClean="0">
                                          <a:latin typeface="Cambria Math" panose="02040503050406030204" pitchFamily="18" charset="0"/>
                                        </a:rPr>
                                        <m:t>𝑖</m:t>
                                      </m:r>
                                    </m:e>
                                    <m:sub>
                                      <m:r>
                                        <a:rPr lang="es-AR" sz="2400" b="0" i="1" smtClean="0">
                                          <a:latin typeface="Cambria Math" panose="02040503050406030204" pitchFamily="18" charset="0"/>
                                        </a:rPr>
                                        <m:t>1</m:t>
                                      </m:r>
                                    </m:sub>
                                  </m:sSub>
                                </m:e>
                              </m:d>
                              <m:d>
                                <m:dPr>
                                  <m:ctrlPr>
                                    <a:rPr lang="es-AR" sz="2400" i="1">
                                      <a:latin typeface="Cambria Math" panose="02040503050406030204" pitchFamily="18" charset="0"/>
                                    </a:rPr>
                                  </m:ctrlPr>
                                </m:dPr>
                                <m:e>
                                  <m:r>
                                    <a:rPr lang="es-AR" sz="2400" i="1">
                                      <a:latin typeface="Cambria Math" panose="02040503050406030204" pitchFamily="18" charset="0"/>
                                    </a:rPr>
                                    <m:t>1+</m:t>
                                  </m:r>
                                  <m:sSub>
                                    <m:sSubPr>
                                      <m:ctrlPr>
                                        <a:rPr lang="es-AR" sz="2400" i="1">
                                          <a:latin typeface="Cambria Math" panose="02040503050406030204" pitchFamily="18" charset="0"/>
                                        </a:rPr>
                                      </m:ctrlPr>
                                    </m:sSubPr>
                                    <m:e>
                                      <m:r>
                                        <a:rPr lang="es-AR" sz="2400" i="1">
                                          <a:latin typeface="Cambria Math" panose="02040503050406030204" pitchFamily="18" charset="0"/>
                                        </a:rPr>
                                        <m:t>𝐸</m:t>
                                      </m:r>
                                      <m:r>
                                        <a:rPr lang="es-AR" sz="2400" i="1">
                                          <a:latin typeface="Cambria Math" panose="02040503050406030204" pitchFamily="18" charset="0"/>
                                        </a:rPr>
                                        <m:t>[</m:t>
                                      </m:r>
                                      <m:r>
                                        <a:rPr lang="es-AR" sz="2400" i="1">
                                          <a:latin typeface="Cambria Math" panose="02040503050406030204" pitchFamily="18" charset="0"/>
                                        </a:rPr>
                                        <m:t>𝑖</m:t>
                                      </m:r>
                                    </m:e>
                                    <m:sub>
                                      <m:r>
                                        <a:rPr lang="es-AR" sz="2400" i="1">
                                          <a:latin typeface="Cambria Math" panose="02040503050406030204" pitchFamily="18" charset="0"/>
                                        </a:rPr>
                                        <m:t>1,1</m:t>
                                      </m:r>
                                    </m:sub>
                                  </m:sSub>
                                  <m:r>
                                    <a:rPr lang="es-AR" sz="2400" i="1">
                                      <a:latin typeface="Cambria Math" panose="02040503050406030204" pitchFamily="18" charset="0"/>
                                    </a:rPr>
                                    <m:t>]</m:t>
                                  </m:r>
                                </m:e>
                              </m:d>
                              <m:r>
                                <a:rPr lang="es-AR" sz="2400" i="1" smtClean="0">
                                  <a:latin typeface="Cambria Math" panose="02040503050406030204" pitchFamily="18" charset="0"/>
                                </a:rPr>
                                <m:t>…</m:t>
                              </m:r>
                              <m:d>
                                <m:dPr>
                                  <m:ctrlPr>
                                    <a:rPr lang="es-AR" sz="2400" i="1">
                                      <a:latin typeface="Cambria Math" panose="02040503050406030204" pitchFamily="18" charset="0"/>
                                    </a:rPr>
                                  </m:ctrlPr>
                                </m:dPr>
                                <m:e>
                                  <m:r>
                                    <a:rPr lang="es-AR" sz="2400" i="1">
                                      <a:latin typeface="Cambria Math" panose="02040503050406030204" pitchFamily="18" charset="0"/>
                                    </a:rPr>
                                    <m:t>1+</m:t>
                                  </m:r>
                                  <m:sSub>
                                    <m:sSubPr>
                                      <m:ctrlPr>
                                        <a:rPr lang="es-AR" sz="2400" i="1">
                                          <a:latin typeface="Cambria Math" panose="02040503050406030204" pitchFamily="18" charset="0"/>
                                        </a:rPr>
                                      </m:ctrlPr>
                                    </m:sSubPr>
                                    <m:e>
                                      <m:r>
                                        <a:rPr lang="es-AR" sz="2400" i="1">
                                          <a:latin typeface="Cambria Math" panose="02040503050406030204" pitchFamily="18" charset="0"/>
                                        </a:rPr>
                                        <m:t>𝐸</m:t>
                                      </m:r>
                                      <m:r>
                                        <a:rPr lang="es-AR" sz="2400" i="1">
                                          <a:latin typeface="Cambria Math" panose="02040503050406030204" pitchFamily="18" charset="0"/>
                                        </a:rPr>
                                        <m:t>[</m:t>
                                      </m:r>
                                      <m:r>
                                        <a:rPr lang="es-AR" sz="2400" i="1">
                                          <a:latin typeface="Cambria Math" panose="02040503050406030204" pitchFamily="18" charset="0"/>
                                        </a:rPr>
                                        <m:t>𝑖</m:t>
                                      </m:r>
                                    </m:e>
                                    <m:sub>
                                      <m:r>
                                        <a:rPr lang="es-AR" sz="2400" b="0" i="1" smtClean="0">
                                          <a:latin typeface="Cambria Math" panose="02040503050406030204" pitchFamily="18" charset="0"/>
                                        </a:rPr>
                                        <m:t>𝑇</m:t>
                                      </m:r>
                                      <m:r>
                                        <a:rPr lang="es-AR" sz="2400" b="0" i="1" smtClean="0">
                                          <a:latin typeface="Cambria Math" panose="02040503050406030204" pitchFamily="18" charset="0"/>
                                        </a:rPr>
                                        <m:t>-1,1</m:t>
                                      </m:r>
                                    </m:sub>
                                  </m:sSub>
                                  <m:r>
                                    <a:rPr lang="es-AR" sz="2400" i="1">
                                      <a:latin typeface="Cambria Math" panose="02040503050406030204" pitchFamily="18" charset="0"/>
                                    </a:rPr>
                                    <m:t>]</m:t>
                                  </m:r>
                                </m:e>
                              </m:d>
                            </m:e>
                          </m:d>
                        </m:e>
                        <m:sup>
                          <m:f>
                            <m:fPr>
                              <m:ctrlPr>
                                <a:rPr lang="es-AR" sz="2400" b="0" i="1" smtClean="0">
                                  <a:latin typeface="Cambria Math" panose="02040503050406030204" pitchFamily="18" charset="0"/>
                                </a:rPr>
                              </m:ctrlPr>
                            </m:fPr>
                            <m:num>
                              <m:r>
                                <a:rPr lang="es-AR" sz="2400" b="0" i="1" smtClean="0">
                                  <a:latin typeface="Cambria Math" panose="02040503050406030204" pitchFamily="18" charset="0"/>
                                </a:rPr>
                                <m:t>1</m:t>
                              </m:r>
                            </m:num>
                            <m:den>
                              <m:r>
                                <a:rPr lang="es-AR" sz="2400" b="0" i="1" smtClean="0">
                                  <a:latin typeface="Cambria Math" panose="02040503050406030204" pitchFamily="18" charset="0"/>
                                </a:rPr>
                                <m:t>𝑇</m:t>
                              </m:r>
                            </m:den>
                          </m:f>
                        </m:sup>
                      </m:sSup>
                    </m:oMath>
                  </m:oMathPara>
                </a14:m>
                <a:endParaRPr lang="es-AR" sz="2400" i="1" dirty="0"/>
              </a:p>
            </p:txBody>
          </p:sp>
        </mc:Choice>
        <mc:Fallback>
          <p:sp>
            <p:nvSpPr>
              <p:cNvPr id="7" name="CuadroTexto 6">
                <a:extLst>
                  <a:ext uri="{FF2B5EF4-FFF2-40B4-BE49-F238E27FC236}">
                    <a16:creationId xmlns:a16="http://schemas.microsoft.com/office/drawing/2014/main" id="{6D51159A-10D2-0042-2F80-DEDA8C351D15}"/>
                  </a:ext>
                </a:extLst>
              </p:cNvPr>
              <p:cNvSpPr txBox="1">
                <a:spLocks noRot="1" noChangeAspect="1" noMove="1" noResize="1" noEditPoints="1" noAdjustHandles="1" noChangeArrowheads="1" noChangeShapeType="1" noTextEdit="1"/>
              </p:cNvSpPr>
              <p:nvPr/>
            </p:nvSpPr>
            <p:spPr>
              <a:xfrm>
                <a:off x="2423347" y="4198205"/>
                <a:ext cx="7469674" cy="712887"/>
              </a:xfrm>
              <a:prstGeom prst="rect">
                <a:avLst/>
              </a:prstGeom>
              <a:blipFill>
                <a:blip r:embed="rId5"/>
                <a:stretch>
                  <a:fillRect/>
                </a:stretch>
              </a:blipFill>
            </p:spPr>
            <p:txBody>
              <a:bodyPr/>
              <a:lstStyle/>
              <a:p>
                <a:r>
                  <a:rPr lang="es-AR">
                    <a:noFill/>
                  </a:rPr>
                  <a:t> </a:t>
                </a:r>
              </a:p>
            </p:txBody>
          </p:sp>
        </mc:Fallback>
      </mc:AlternateContent>
      <mc:AlternateContent xmlns:mc="http://schemas.openxmlformats.org/markup-compatibility/2006">
        <mc:Choice xmlns:a14="http://schemas.microsoft.com/office/drawing/2010/main" Requires="a14">
          <p:sp>
            <p:nvSpPr>
              <p:cNvPr id="8" name="CuadroTexto 7">
                <a:extLst>
                  <a:ext uri="{FF2B5EF4-FFF2-40B4-BE49-F238E27FC236}">
                    <a16:creationId xmlns:a16="http://schemas.microsoft.com/office/drawing/2014/main" id="{129804CA-4843-2C94-3C50-6A0B4D92172B}"/>
                  </a:ext>
                </a:extLst>
              </p:cNvPr>
              <p:cNvSpPr txBox="1"/>
              <p:nvPr/>
            </p:nvSpPr>
            <p:spPr>
              <a:xfrm>
                <a:off x="1525056" y="4967410"/>
                <a:ext cx="9266255" cy="78380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s-AR" sz="2400" b="0" i="1" smtClean="0">
                          <a:latin typeface="Cambria Math" panose="02040503050406030204" pitchFamily="18" charset="0"/>
                        </a:rPr>
                        <m:t>𝑙𝑛</m:t>
                      </m:r>
                      <m:d>
                        <m:dPr>
                          <m:ctrlPr>
                            <a:rPr lang="es-AR" sz="2400" i="1">
                              <a:latin typeface="Cambria Math" panose="02040503050406030204" pitchFamily="18" charset="0"/>
                            </a:rPr>
                          </m:ctrlPr>
                        </m:dPr>
                        <m:e>
                          <m:r>
                            <a:rPr lang="es-AR" sz="2400" i="1">
                              <a:latin typeface="Cambria Math" panose="02040503050406030204" pitchFamily="18" charset="0"/>
                            </a:rPr>
                            <m:t>1+</m:t>
                          </m:r>
                          <m:sSub>
                            <m:sSubPr>
                              <m:ctrlPr>
                                <a:rPr lang="es-AR" sz="2400" i="1">
                                  <a:latin typeface="Cambria Math" panose="02040503050406030204" pitchFamily="18" charset="0"/>
                                </a:rPr>
                              </m:ctrlPr>
                            </m:sSubPr>
                            <m:e>
                              <m:r>
                                <a:rPr lang="es-AR" sz="2400" i="1">
                                  <a:latin typeface="Cambria Math" panose="02040503050406030204" pitchFamily="18" charset="0"/>
                                </a:rPr>
                                <m:t>𝑖</m:t>
                              </m:r>
                            </m:e>
                            <m:sub>
                              <m:r>
                                <a:rPr lang="es-AR" sz="2400" i="1">
                                  <a:latin typeface="Cambria Math" panose="02040503050406030204" pitchFamily="18" charset="0"/>
                                </a:rPr>
                                <m:t>𝑇</m:t>
                              </m:r>
                            </m:sub>
                          </m:sSub>
                        </m:e>
                      </m:d>
                      <m:r>
                        <a:rPr lang="es-AR" sz="2400" b="0" i="1" smtClean="0">
                          <a:latin typeface="Cambria Math" panose="02040503050406030204" pitchFamily="18" charset="0"/>
                        </a:rPr>
                        <m:t>=</m:t>
                      </m:r>
                      <m:f>
                        <m:fPr>
                          <m:ctrlPr>
                            <a:rPr lang="es-AR" sz="2400" b="0" i="1" smtClean="0">
                              <a:latin typeface="Cambria Math" panose="02040503050406030204" pitchFamily="18" charset="0"/>
                            </a:rPr>
                          </m:ctrlPr>
                        </m:fPr>
                        <m:num>
                          <m:r>
                            <a:rPr lang="es-AR" sz="2400" b="0" i="1" smtClean="0">
                              <a:latin typeface="Cambria Math" panose="02040503050406030204" pitchFamily="18" charset="0"/>
                            </a:rPr>
                            <m:t>1</m:t>
                          </m:r>
                        </m:num>
                        <m:den>
                          <m:r>
                            <a:rPr lang="es-AR" sz="2400" b="0" i="1" smtClean="0">
                              <a:latin typeface="Cambria Math" panose="02040503050406030204" pitchFamily="18" charset="0"/>
                            </a:rPr>
                            <m:t>𝑇</m:t>
                          </m:r>
                        </m:den>
                      </m:f>
                      <m:d>
                        <m:dPr>
                          <m:begChr m:val="["/>
                          <m:endChr m:val="]"/>
                          <m:ctrlPr>
                            <a:rPr lang="es-AR" sz="2400" i="1" smtClean="0">
                              <a:latin typeface="Cambria Math" panose="02040503050406030204" pitchFamily="18" charset="0"/>
                            </a:rPr>
                          </m:ctrlPr>
                        </m:dPr>
                        <m:e>
                          <m:r>
                            <a:rPr lang="es-AR" sz="2400" i="1">
                              <a:latin typeface="Cambria Math" panose="02040503050406030204" pitchFamily="18" charset="0"/>
                            </a:rPr>
                            <m:t>𝑙𝑛</m:t>
                          </m:r>
                          <m:d>
                            <m:dPr>
                              <m:ctrlPr>
                                <a:rPr lang="es-AR" sz="2400" i="1">
                                  <a:latin typeface="Cambria Math" panose="02040503050406030204" pitchFamily="18" charset="0"/>
                                </a:rPr>
                              </m:ctrlPr>
                            </m:dPr>
                            <m:e>
                              <m:r>
                                <a:rPr lang="es-AR" sz="2400" i="1">
                                  <a:latin typeface="Cambria Math" panose="02040503050406030204" pitchFamily="18" charset="0"/>
                                </a:rPr>
                                <m:t>1+</m:t>
                              </m:r>
                              <m:sSub>
                                <m:sSubPr>
                                  <m:ctrlPr>
                                    <a:rPr lang="es-AR" sz="2400" i="1">
                                      <a:latin typeface="Cambria Math" panose="02040503050406030204" pitchFamily="18" charset="0"/>
                                    </a:rPr>
                                  </m:ctrlPr>
                                </m:sSubPr>
                                <m:e>
                                  <m:r>
                                    <a:rPr lang="es-AR" sz="2400" i="1">
                                      <a:latin typeface="Cambria Math" panose="02040503050406030204" pitchFamily="18" charset="0"/>
                                    </a:rPr>
                                    <m:t>𝑖</m:t>
                                  </m:r>
                                </m:e>
                                <m:sub>
                                  <m:r>
                                    <a:rPr lang="es-AR" sz="2400" i="1">
                                      <a:latin typeface="Cambria Math" panose="02040503050406030204" pitchFamily="18" charset="0"/>
                                    </a:rPr>
                                    <m:t>1</m:t>
                                  </m:r>
                                </m:sub>
                              </m:sSub>
                            </m:e>
                          </m:d>
                          <m:r>
                            <a:rPr lang="es-AR" sz="2400" i="1">
                              <a:latin typeface="Cambria Math" panose="02040503050406030204" pitchFamily="18" charset="0"/>
                            </a:rPr>
                            <m:t>+</m:t>
                          </m:r>
                          <m:r>
                            <a:rPr lang="es-AR" sz="2400" i="1">
                              <a:latin typeface="Cambria Math" panose="02040503050406030204" pitchFamily="18" charset="0"/>
                            </a:rPr>
                            <m:t>𝑙𝑛</m:t>
                          </m:r>
                          <m:d>
                            <m:dPr>
                              <m:ctrlPr>
                                <a:rPr lang="es-AR" sz="2400" i="1">
                                  <a:latin typeface="Cambria Math" panose="02040503050406030204" pitchFamily="18" charset="0"/>
                                </a:rPr>
                              </m:ctrlPr>
                            </m:dPr>
                            <m:e>
                              <m:r>
                                <a:rPr lang="es-AR" sz="2400" i="1">
                                  <a:latin typeface="Cambria Math" panose="02040503050406030204" pitchFamily="18" charset="0"/>
                                </a:rPr>
                                <m:t>1+</m:t>
                              </m:r>
                              <m:sSub>
                                <m:sSubPr>
                                  <m:ctrlPr>
                                    <a:rPr lang="es-AR" sz="2400" i="1">
                                      <a:latin typeface="Cambria Math" panose="02040503050406030204" pitchFamily="18" charset="0"/>
                                    </a:rPr>
                                  </m:ctrlPr>
                                </m:sSubPr>
                                <m:e>
                                  <m:r>
                                    <a:rPr lang="es-AR" sz="2400" i="1">
                                      <a:latin typeface="Cambria Math" panose="02040503050406030204" pitchFamily="18" charset="0"/>
                                    </a:rPr>
                                    <m:t>𝐸</m:t>
                                  </m:r>
                                  <m:r>
                                    <a:rPr lang="es-AR" sz="2400" i="1">
                                      <a:latin typeface="Cambria Math" panose="02040503050406030204" pitchFamily="18" charset="0"/>
                                    </a:rPr>
                                    <m:t>[</m:t>
                                  </m:r>
                                  <m:r>
                                    <a:rPr lang="es-AR" sz="2400" i="1">
                                      <a:latin typeface="Cambria Math" panose="02040503050406030204" pitchFamily="18" charset="0"/>
                                    </a:rPr>
                                    <m:t>𝑖</m:t>
                                  </m:r>
                                </m:e>
                                <m:sub>
                                  <m:r>
                                    <a:rPr lang="es-AR" sz="2400" i="1">
                                      <a:latin typeface="Cambria Math" panose="02040503050406030204" pitchFamily="18" charset="0"/>
                                    </a:rPr>
                                    <m:t>1,1</m:t>
                                  </m:r>
                                </m:sub>
                              </m:sSub>
                              <m:r>
                                <a:rPr lang="es-AR" sz="2400" i="1">
                                  <a:latin typeface="Cambria Math" panose="02040503050406030204" pitchFamily="18" charset="0"/>
                                </a:rPr>
                                <m:t>]</m:t>
                              </m:r>
                            </m:e>
                          </m:d>
                          <m:r>
                            <a:rPr lang="es-AR" sz="2400" i="1">
                              <a:latin typeface="Cambria Math" panose="02040503050406030204" pitchFamily="18" charset="0"/>
                            </a:rPr>
                            <m:t>+</m:t>
                          </m:r>
                          <m:r>
                            <a:rPr lang="es-AR" sz="2400" i="1">
                              <a:latin typeface="Cambria Math" panose="02040503050406030204" pitchFamily="18" charset="0"/>
                            </a:rPr>
                            <m:t>…</m:t>
                          </m:r>
                          <m:r>
                            <a:rPr lang="es-AR" sz="2400" i="1">
                              <a:latin typeface="Cambria Math" panose="02040503050406030204" pitchFamily="18" charset="0"/>
                            </a:rPr>
                            <m:t>+</m:t>
                          </m:r>
                          <m:r>
                            <a:rPr lang="es-AR" sz="2400" i="1">
                              <a:latin typeface="Cambria Math" panose="02040503050406030204" pitchFamily="18" charset="0"/>
                            </a:rPr>
                            <m:t>𝑙𝑛</m:t>
                          </m:r>
                          <m:d>
                            <m:dPr>
                              <m:ctrlPr>
                                <a:rPr lang="es-AR" sz="2400" i="1">
                                  <a:latin typeface="Cambria Math" panose="02040503050406030204" pitchFamily="18" charset="0"/>
                                </a:rPr>
                              </m:ctrlPr>
                            </m:dPr>
                            <m:e>
                              <m:r>
                                <a:rPr lang="es-AR" sz="2400" i="1">
                                  <a:latin typeface="Cambria Math" panose="02040503050406030204" pitchFamily="18" charset="0"/>
                                </a:rPr>
                                <m:t>1+</m:t>
                              </m:r>
                              <m:sSub>
                                <m:sSubPr>
                                  <m:ctrlPr>
                                    <a:rPr lang="es-AR" sz="2400" i="1">
                                      <a:latin typeface="Cambria Math" panose="02040503050406030204" pitchFamily="18" charset="0"/>
                                    </a:rPr>
                                  </m:ctrlPr>
                                </m:sSubPr>
                                <m:e>
                                  <m:r>
                                    <a:rPr lang="es-AR" sz="2400" i="1">
                                      <a:latin typeface="Cambria Math" panose="02040503050406030204" pitchFamily="18" charset="0"/>
                                    </a:rPr>
                                    <m:t>𝐸</m:t>
                                  </m:r>
                                  <m:r>
                                    <a:rPr lang="es-AR" sz="2400" i="1">
                                      <a:latin typeface="Cambria Math" panose="02040503050406030204" pitchFamily="18" charset="0"/>
                                    </a:rPr>
                                    <m:t>[</m:t>
                                  </m:r>
                                  <m:r>
                                    <a:rPr lang="es-AR" sz="2400" i="1">
                                      <a:latin typeface="Cambria Math" panose="02040503050406030204" pitchFamily="18" charset="0"/>
                                    </a:rPr>
                                    <m:t>𝑖</m:t>
                                  </m:r>
                                </m:e>
                                <m:sub>
                                  <m:r>
                                    <a:rPr lang="es-AR" sz="2400" i="1">
                                      <a:latin typeface="Cambria Math" panose="02040503050406030204" pitchFamily="18" charset="0"/>
                                    </a:rPr>
                                    <m:t>𝑇</m:t>
                                  </m:r>
                                  <m:r>
                                    <a:rPr lang="es-AR" sz="2400" i="1">
                                      <a:latin typeface="Cambria Math" panose="02040503050406030204" pitchFamily="18" charset="0"/>
                                    </a:rPr>
                                    <m:t>−1,1</m:t>
                                  </m:r>
                                </m:sub>
                              </m:sSub>
                              <m:r>
                                <a:rPr lang="es-AR" sz="2400" i="1">
                                  <a:latin typeface="Cambria Math" panose="02040503050406030204" pitchFamily="18" charset="0"/>
                                </a:rPr>
                                <m:t>]</m:t>
                              </m:r>
                            </m:e>
                          </m:d>
                        </m:e>
                      </m:d>
                    </m:oMath>
                  </m:oMathPara>
                </a14:m>
                <a:endParaRPr lang="es-AR" sz="2400" i="1" dirty="0"/>
              </a:p>
            </p:txBody>
          </p:sp>
        </mc:Choice>
        <mc:Fallback>
          <p:sp>
            <p:nvSpPr>
              <p:cNvPr id="8" name="CuadroTexto 7">
                <a:extLst>
                  <a:ext uri="{FF2B5EF4-FFF2-40B4-BE49-F238E27FC236}">
                    <a16:creationId xmlns:a16="http://schemas.microsoft.com/office/drawing/2014/main" id="{129804CA-4843-2C94-3C50-6A0B4D92172B}"/>
                  </a:ext>
                </a:extLst>
              </p:cNvPr>
              <p:cNvSpPr txBox="1">
                <a:spLocks noRot="1" noChangeAspect="1" noMove="1" noResize="1" noEditPoints="1" noAdjustHandles="1" noChangeArrowheads="1" noChangeShapeType="1" noTextEdit="1"/>
              </p:cNvSpPr>
              <p:nvPr/>
            </p:nvSpPr>
            <p:spPr>
              <a:xfrm>
                <a:off x="1525056" y="4967410"/>
                <a:ext cx="9266255" cy="783804"/>
              </a:xfrm>
              <a:prstGeom prst="rect">
                <a:avLst/>
              </a:prstGeom>
              <a:blipFill>
                <a:blip r:embed="rId6"/>
                <a:stretch>
                  <a:fillRect/>
                </a:stretch>
              </a:blipFill>
            </p:spPr>
            <p:txBody>
              <a:bodyPr/>
              <a:lstStyle/>
              <a:p>
                <a:r>
                  <a:rPr lang="es-AR">
                    <a:noFill/>
                  </a:rPr>
                  <a:t> </a:t>
                </a:r>
              </a:p>
            </p:txBody>
          </p:sp>
        </mc:Fallback>
      </mc:AlternateContent>
      <mc:AlternateContent xmlns:mc="http://schemas.openxmlformats.org/markup-compatibility/2006">
        <mc:Choice xmlns:a14="http://schemas.microsoft.com/office/drawing/2010/main" Requires="a14">
          <p:sp>
            <p:nvSpPr>
              <p:cNvPr id="9" name="CuadroTexto 8">
                <a:extLst>
                  <a:ext uri="{FF2B5EF4-FFF2-40B4-BE49-F238E27FC236}">
                    <a16:creationId xmlns:a16="http://schemas.microsoft.com/office/drawing/2014/main" id="{CB08FF59-8CEE-5891-645C-635ED72150E9}"/>
                  </a:ext>
                </a:extLst>
              </p:cNvPr>
              <p:cNvSpPr txBox="1"/>
              <p:nvPr/>
            </p:nvSpPr>
            <p:spPr>
              <a:xfrm>
                <a:off x="3503057" y="5882897"/>
                <a:ext cx="4481035" cy="79400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s-AR" sz="2400" i="1">
                              <a:latin typeface="Cambria Math" panose="02040503050406030204" pitchFamily="18" charset="0"/>
                            </a:rPr>
                          </m:ctrlPr>
                        </m:sSubPr>
                        <m:e>
                          <m:r>
                            <a:rPr lang="es-AR" sz="2400" i="1">
                              <a:latin typeface="Cambria Math" panose="02040503050406030204" pitchFamily="18" charset="0"/>
                            </a:rPr>
                            <m:t>𝑖</m:t>
                          </m:r>
                        </m:e>
                        <m:sub>
                          <m:r>
                            <a:rPr lang="es-AR" sz="2400" i="1">
                              <a:latin typeface="Cambria Math" panose="02040503050406030204" pitchFamily="18" charset="0"/>
                            </a:rPr>
                            <m:t>𝑇</m:t>
                          </m:r>
                        </m:sub>
                      </m:sSub>
                      <m:r>
                        <a:rPr lang="es-AR" sz="2400" b="0" i="1" smtClean="0">
                          <a:latin typeface="Cambria Math" panose="02040503050406030204" pitchFamily="18" charset="0"/>
                        </a:rPr>
                        <m:t>=</m:t>
                      </m:r>
                      <m:f>
                        <m:fPr>
                          <m:ctrlPr>
                            <a:rPr lang="es-AR" sz="2400" b="0" i="1" smtClean="0">
                              <a:latin typeface="Cambria Math" panose="02040503050406030204" pitchFamily="18" charset="0"/>
                            </a:rPr>
                          </m:ctrlPr>
                        </m:fPr>
                        <m:num>
                          <m:sSub>
                            <m:sSubPr>
                              <m:ctrlPr>
                                <a:rPr lang="es-AR" sz="2400" i="1">
                                  <a:latin typeface="Cambria Math" panose="02040503050406030204" pitchFamily="18" charset="0"/>
                                </a:rPr>
                              </m:ctrlPr>
                            </m:sSubPr>
                            <m:e>
                              <m:r>
                                <a:rPr lang="es-AR" sz="2400" i="1">
                                  <a:latin typeface="Cambria Math" panose="02040503050406030204" pitchFamily="18" charset="0"/>
                                </a:rPr>
                                <m:t>𝑖</m:t>
                              </m:r>
                            </m:e>
                            <m:sub>
                              <m:r>
                                <a:rPr lang="es-AR" sz="2400" i="1">
                                  <a:latin typeface="Cambria Math" panose="02040503050406030204" pitchFamily="18" charset="0"/>
                                </a:rPr>
                                <m:t>1</m:t>
                              </m:r>
                            </m:sub>
                          </m:sSub>
                          <m:r>
                            <a:rPr lang="es-AR" sz="2400" b="0" i="1" smtClean="0">
                              <a:latin typeface="Cambria Math" panose="02040503050406030204" pitchFamily="18" charset="0"/>
                            </a:rPr>
                            <m:t>+</m:t>
                          </m:r>
                          <m:sSub>
                            <m:sSubPr>
                              <m:ctrlPr>
                                <a:rPr lang="es-AR" sz="2400" i="1">
                                  <a:latin typeface="Cambria Math" panose="02040503050406030204" pitchFamily="18" charset="0"/>
                                </a:rPr>
                              </m:ctrlPr>
                            </m:sSubPr>
                            <m:e>
                              <m:r>
                                <a:rPr lang="es-AR" sz="2400" i="1">
                                  <a:latin typeface="Cambria Math" panose="02040503050406030204" pitchFamily="18" charset="0"/>
                                </a:rPr>
                                <m:t>𝐸</m:t>
                              </m:r>
                              <m:r>
                                <a:rPr lang="es-AR" sz="2400" i="1">
                                  <a:latin typeface="Cambria Math" panose="02040503050406030204" pitchFamily="18" charset="0"/>
                                </a:rPr>
                                <m:t>[</m:t>
                              </m:r>
                              <m:r>
                                <a:rPr lang="es-AR" sz="2400" i="1">
                                  <a:latin typeface="Cambria Math" panose="02040503050406030204" pitchFamily="18" charset="0"/>
                                </a:rPr>
                                <m:t>𝑖</m:t>
                              </m:r>
                            </m:e>
                            <m:sub>
                              <m:r>
                                <a:rPr lang="es-AR" sz="2400" i="1">
                                  <a:latin typeface="Cambria Math" panose="02040503050406030204" pitchFamily="18" charset="0"/>
                                </a:rPr>
                                <m:t>1,1</m:t>
                              </m:r>
                            </m:sub>
                          </m:sSub>
                          <m:r>
                            <a:rPr lang="es-AR" sz="2400" i="1">
                              <a:latin typeface="Cambria Math" panose="02040503050406030204" pitchFamily="18" charset="0"/>
                            </a:rPr>
                            <m:t>]</m:t>
                          </m:r>
                          <m:r>
                            <a:rPr lang="es-AR" sz="2400" i="1">
                              <a:latin typeface="Cambria Math" panose="02040503050406030204" pitchFamily="18" charset="0"/>
                            </a:rPr>
                            <m:t>+…+</m:t>
                          </m:r>
                          <m:sSub>
                            <m:sSubPr>
                              <m:ctrlPr>
                                <a:rPr lang="es-AR" sz="2400" i="1">
                                  <a:latin typeface="Cambria Math" panose="02040503050406030204" pitchFamily="18" charset="0"/>
                                </a:rPr>
                              </m:ctrlPr>
                            </m:sSubPr>
                            <m:e>
                              <m:r>
                                <a:rPr lang="es-AR" sz="2400" i="1">
                                  <a:latin typeface="Cambria Math" panose="02040503050406030204" pitchFamily="18" charset="0"/>
                                </a:rPr>
                                <m:t>𝐸</m:t>
                              </m:r>
                              <m:r>
                                <a:rPr lang="es-AR" sz="2400" i="1">
                                  <a:latin typeface="Cambria Math" panose="02040503050406030204" pitchFamily="18" charset="0"/>
                                </a:rPr>
                                <m:t>[</m:t>
                              </m:r>
                              <m:r>
                                <a:rPr lang="es-AR" sz="2400" i="1">
                                  <a:latin typeface="Cambria Math" panose="02040503050406030204" pitchFamily="18" charset="0"/>
                                </a:rPr>
                                <m:t>𝑖</m:t>
                              </m:r>
                            </m:e>
                            <m:sub>
                              <m:r>
                                <a:rPr lang="es-AR" sz="2400" i="1">
                                  <a:latin typeface="Cambria Math" panose="02040503050406030204" pitchFamily="18" charset="0"/>
                                </a:rPr>
                                <m:t>𝑇</m:t>
                              </m:r>
                              <m:r>
                                <a:rPr lang="es-AR" sz="2400" i="1">
                                  <a:latin typeface="Cambria Math" panose="02040503050406030204" pitchFamily="18" charset="0"/>
                                </a:rPr>
                                <m:t>−1,1</m:t>
                              </m:r>
                            </m:sub>
                          </m:sSub>
                          <m:r>
                            <a:rPr lang="es-AR" sz="2400" i="1">
                              <a:latin typeface="Cambria Math" panose="02040503050406030204" pitchFamily="18" charset="0"/>
                            </a:rPr>
                            <m:t>]</m:t>
                          </m:r>
                        </m:num>
                        <m:den>
                          <m:r>
                            <a:rPr lang="es-AR" sz="2400" b="0" i="1" smtClean="0">
                              <a:latin typeface="Cambria Math" panose="02040503050406030204" pitchFamily="18" charset="0"/>
                            </a:rPr>
                            <m:t>𝑇</m:t>
                          </m:r>
                        </m:den>
                      </m:f>
                    </m:oMath>
                  </m:oMathPara>
                </a14:m>
                <a:endParaRPr lang="es-AR" sz="2400" i="1" dirty="0"/>
              </a:p>
            </p:txBody>
          </p:sp>
        </mc:Choice>
        <mc:Fallback>
          <p:sp>
            <p:nvSpPr>
              <p:cNvPr id="9" name="CuadroTexto 8">
                <a:extLst>
                  <a:ext uri="{FF2B5EF4-FFF2-40B4-BE49-F238E27FC236}">
                    <a16:creationId xmlns:a16="http://schemas.microsoft.com/office/drawing/2014/main" id="{CB08FF59-8CEE-5891-645C-635ED72150E9}"/>
                  </a:ext>
                </a:extLst>
              </p:cNvPr>
              <p:cNvSpPr txBox="1">
                <a:spLocks noRot="1" noChangeAspect="1" noMove="1" noResize="1" noEditPoints="1" noAdjustHandles="1" noChangeArrowheads="1" noChangeShapeType="1" noTextEdit="1"/>
              </p:cNvSpPr>
              <p:nvPr/>
            </p:nvSpPr>
            <p:spPr>
              <a:xfrm>
                <a:off x="3503057" y="5882897"/>
                <a:ext cx="4481035" cy="794000"/>
              </a:xfrm>
              <a:prstGeom prst="rect">
                <a:avLst/>
              </a:prstGeom>
              <a:blipFill>
                <a:blip r:embed="rId7"/>
                <a:stretch>
                  <a:fillRect/>
                </a:stretch>
              </a:blipFill>
            </p:spPr>
            <p:txBody>
              <a:bodyPr/>
              <a:lstStyle/>
              <a:p>
                <a:r>
                  <a:rPr lang="es-AR">
                    <a:noFill/>
                  </a:rPr>
                  <a:t> </a:t>
                </a:r>
              </a:p>
            </p:txBody>
          </p:sp>
        </mc:Fallback>
      </mc:AlternateContent>
    </p:spTree>
    <p:extLst>
      <p:ext uri="{BB962C8B-B14F-4D97-AF65-F5344CB8AC3E}">
        <p14:creationId xmlns:p14="http://schemas.microsoft.com/office/powerpoint/2010/main" val="420910578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32620F-80C5-D615-2D7A-1D83290B8406}"/>
            </a:ext>
          </a:extLst>
        </p:cNvPr>
        <p:cNvGrpSpPr/>
        <p:nvPr/>
      </p:nvGrpSpPr>
      <p:grpSpPr>
        <a:xfrm>
          <a:off x="0" y="0"/>
          <a:ext cx="0" cy="0"/>
          <a:chOff x="0" y="0"/>
          <a:chExt cx="0" cy="0"/>
        </a:xfrm>
      </p:grpSpPr>
      <p:sp>
        <p:nvSpPr>
          <p:cNvPr id="28" name="CuadroTexto 27">
            <a:extLst>
              <a:ext uri="{FF2B5EF4-FFF2-40B4-BE49-F238E27FC236}">
                <a16:creationId xmlns:a16="http://schemas.microsoft.com/office/drawing/2014/main" id="{ECC077FB-7C59-5EA7-5B11-8642A2C3618D}"/>
              </a:ext>
            </a:extLst>
          </p:cNvPr>
          <p:cNvSpPr txBox="1"/>
          <p:nvPr/>
        </p:nvSpPr>
        <p:spPr>
          <a:xfrm>
            <a:off x="404348" y="1362937"/>
            <a:ext cx="11105662" cy="2954655"/>
          </a:xfrm>
          <a:prstGeom prst="rect">
            <a:avLst/>
          </a:prstGeom>
          <a:noFill/>
        </p:spPr>
        <p:txBody>
          <a:bodyPr wrap="square" lIns="0" tIns="0" rIns="0" bIns="0" rtlCol="0">
            <a:spAutoFit/>
          </a:bodyPr>
          <a:lstStyle/>
          <a:p>
            <a:pPr marL="342900" indent="-342900">
              <a:buAutoNum type="arabicPeriod"/>
            </a:pPr>
            <a:r>
              <a:rPr lang="es-AR" sz="2400" dirty="0"/>
              <a:t>La mayoría de los bancos centrales fijan tasas de interés y pueden influir en la creación/destrucción endógena (tasas más largas).</a:t>
            </a:r>
          </a:p>
          <a:p>
            <a:pPr marL="342900" indent="-342900">
              <a:buAutoNum type="arabicPeriod"/>
            </a:pPr>
            <a:endParaRPr lang="es-AR" sz="2400" dirty="0"/>
          </a:p>
          <a:p>
            <a:pPr marL="342900" indent="-342900">
              <a:buAutoNum type="arabicPeriod"/>
            </a:pPr>
            <a:r>
              <a:rPr lang="es-AR" sz="2400" b="0" dirty="0"/>
              <a:t>Los proyectos de la economía real pueden influir en las tasas de interés de corto y de largo plazo.</a:t>
            </a:r>
          </a:p>
          <a:p>
            <a:pPr marL="342900" indent="-342900">
              <a:buAutoNum type="arabicPeriod"/>
            </a:pPr>
            <a:endParaRPr lang="es-AR" sz="2400" b="0" dirty="0"/>
          </a:p>
          <a:p>
            <a:pPr marL="342900" indent="-342900">
              <a:buAutoNum type="arabicPeriod"/>
            </a:pPr>
            <a:r>
              <a:rPr lang="es-AR" sz="2400" b="0" dirty="0"/>
              <a:t>Una estructura de tasas con una form</a:t>
            </a:r>
            <a:r>
              <a:rPr lang="es-AR" sz="2400" dirty="0"/>
              <a:t>a inesperada puede ser indicativa en algún sentido.</a:t>
            </a:r>
            <a:endParaRPr lang="es-AR" sz="2400" b="0" dirty="0"/>
          </a:p>
        </p:txBody>
      </p:sp>
      <p:grpSp>
        <p:nvGrpSpPr>
          <p:cNvPr id="2" name="Grupo 1">
            <a:extLst>
              <a:ext uri="{FF2B5EF4-FFF2-40B4-BE49-F238E27FC236}">
                <a16:creationId xmlns:a16="http://schemas.microsoft.com/office/drawing/2014/main" id="{834466D6-966E-9169-2867-10C29FA3A569}"/>
              </a:ext>
            </a:extLst>
          </p:cNvPr>
          <p:cNvGrpSpPr/>
          <p:nvPr/>
        </p:nvGrpSpPr>
        <p:grpSpPr>
          <a:xfrm>
            <a:off x="301478" y="101545"/>
            <a:ext cx="3965209" cy="584775"/>
            <a:chOff x="301478" y="101545"/>
            <a:chExt cx="3965209" cy="584775"/>
          </a:xfrm>
        </p:grpSpPr>
        <p:sp>
          <p:nvSpPr>
            <p:cNvPr id="3" name="CuadroTexto 2">
              <a:extLst>
                <a:ext uri="{FF2B5EF4-FFF2-40B4-BE49-F238E27FC236}">
                  <a16:creationId xmlns:a16="http://schemas.microsoft.com/office/drawing/2014/main" id="{65A93E4D-BE92-6430-01DD-740D910924BC}"/>
                </a:ext>
              </a:extLst>
            </p:cNvPr>
            <p:cNvSpPr txBox="1"/>
            <p:nvPr/>
          </p:nvSpPr>
          <p:spPr>
            <a:xfrm>
              <a:off x="404348" y="101545"/>
              <a:ext cx="3862339" cy="584775"/>
            </a:xfrm>
            <a:prstGeom prst="rect">
              <a:avLst/>
            </a:prstGeom>
            <a:noFill/>
          </p:spPr>
          <p:txBody>
            <a:bodyPr wrap="none" rtlCol="0">
              <a:spAutoFit/>
            </a:bodyPr>
            <a:lstStyle/>
            <a:p>
              <a:r>
                <a:rPr lang="es-AR" sz="3200" dirty="0">
                  <a:latin typeface="+mj-lt"/>
                  <a:cs typeface="Times New Roman" panose="02020603050405020304" pitchFamily="18" charset="0"/>
                </a:rPr>
                <a:t>Estructura de tasas</a:t>
              </a:r>
            </a:p>
          </p:txBody>
        </p:sp>
        <p:cxnSp>
          <p:nvCxnSpPr>
            <p:cNvPr id="4" name="Conector recto 3">
              <a:extLst>
                <a:ext uri="{FF2B5EF4-FFF2-40B4-BE49-F238E27FC236}">
                  <a16:creationId xmlns:a16="http://schemas.microsoft.com/office/drawing/2014/main" id="{2CE9B6A2-49B8-7B81-B79E-33140B00959C}"/>
                </a:ext>
              </a:extLst>
            </p:cNvPr>
            <p:cNvCxnSpPr>
              <a:cxnSpLocks/>
            </p:cNvCxnSpPr>
            <p:nvPr/>
          </p:nvCxnSpPr>
          <p:spPr>
            <a:xfrm>
              <a:off x="301478" y="231932"/>
              <a:ext cx="0" cy="324000"/>
            </a:xfrm>
            <a:prstGeom prst="line">
              <a:avLst/>
            </a:prstGeom>
            <a:ln w="76200">
              <a:solidFill>
                <a:schemeClr val="tx1"/>
              </a:solidFill>
            </a:ln>
          </p:spPr>
          <p:style>
            <a:lnRef idx="2">
              <a:schemeClr val="accent1"/>
            </a:lnRef>
            <a:fillRef idx="0">
              <a:schemeClr val="accent1"/>
            </a:fillRef>
            <a:effectRef idx="1">
              <a:schemeClr val="accent1"/>
            </a:effectRef>
            <a:fontRef idx="minor">
              <a:schemeClr val="tx1"/>
            </a:fontRef>
          </p:style>
        </p:cxnSp>
      </p:grpSp>
      <mc:AlternateContent xmlns:mc="http://schemas.openxmlformats.org/markup-compatibility/2006">
        <mc:Choice xmlns:a14="http://schemas.microsoft.com/office/drawing/2010/main" Requires="a14">
          <p:sp>
            <p:nvSpPr>
              <p:cNvPr id="5" name="CuadroTexto 4">
                <a:extLst>
                  <a:ext uri="{FF2B5EF4-FFF2-40B4-BE49-F238E27FC236}">
                    <a16:creationId xmlns:a16="http://schemas.microsoft.com/office/drawing/2014/main" id="{D8D66BC9-6B2A-6A8F-8CAE-7404B8657BD2}"/>
                  </a:ext>
                </a:extLst>
              </p:cNvPr>
              <p:cNvSpPr txBox="1"/>
              <p:nvPr/>
            </p:nvSpPr>
            <p:spPr>
              <a:xfrm>
                <a:off x="3377327" y="4899917"/>
                <a:ext cx="4481035" cy="79400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s-AR" sz="2400" i="1">
                              <a:latin typeface="Cambria Math" panose="02040503050406030204" pitchFamily="18" charset="0"/>
                            </a:rPr>
                          </m:ctrlPr>
                        </m:sSubPr>
                        <m:e>
                          <m:r>
                            <a:rPr lang="es-AR" sz="2400" i="1">
                              <a:latin typeface="Cambria Math" panose="02040503050406030204" pitchFamily="18" charset="0"/>
                            </a:rPr>
                            <m:t>𝑖</m:t>
                          </m:r>
                        </m:e>
                        <m:sub>
                          <m:r>
                            <a:rPr lang="es-AR" sz="2400" i="1">
                              <a:latin typeface="Cambria Math" panose="02040503050406030204" pitchFamily="18" charset="0"/>
                            </a:rPr>
                            <m:t>𝑇</m:t>
                          </m:r>
                        </m:sub>
                      </m:sSub>
                      <m:r>
                        <a:rPr lang="es-AR" sz="2400" b="0" i="1" smtClean="0">
                          <a:latin typeface="Cambria Math" panose="02040503050406030204" pitchFamily="18" charset="0"/>
                        </a:rPr>
                        <m:t>=</m:t>
                      </m:r>
                      <m:f>
                        <m:fPr>
                          <m:ctrlPr>
                            <a:rPr lang="es-AR" sz="2400" b="0" i="1" smtClean="0">
                              <a:latin typeface="Cambria Math" panose="02040503050406030204" pitchFamily="18" charset="0"/>
                            </a:rPr>
                          </m:ctrlPr>
                        </m:fPr>
                        <m:num>
                          <m:sSub>
                            <m:sSubPr>
                              <m:ctrlPr>
                                <a:rPr lang="es-AR" sz="2400" i="1">
                                  <a:latin typeface="Cambria Math" panose="02040503050406030204" pitchFamily="18" charset="0"/>
                                </a:rPr>
                              </m:ctrlPr>
                            </m:sSubPr>
                            <m:e>
                              <m:r>
                                <a:rPr lang="es-AR" sz="2400" i="1">
                                  <a:latin typeface="Cambria Math" panose="02040503050406030204" pitchFamily="18" charset="0"/>
                                </a:rPr>
                                <m:t>𝑖</m:t>
                              </m:r>
                            </m:e>
                            <m:sub>
                              <m:r>
                                <a:rPr lang="es-AR" sz="2400" i="1">
                                  <a:latin typeface="Cambria Math" panose="02040503050406030204" pitchFamily="18" charset="0"/>
                                </a:rPr>
                                <m:t>1</m:t>
                              </m:r>
                            </m:sub>
                          </m:sSub>
                          <m:r>
                            <a:rPr lang="es-AR" sz="2400" b="0" i="1" smtClean="0">
                              <a:latin typeface="Cambria Math" panose="02040503050406030204" pitchFamily="18" charset="0"/>
                            </a:rPr>
                            <m:t>+</m:t>
                          </m:r>
                          <m:sSub>
                            <m:sSubPr>
                              <m:ctrlPr>
                                <a:rPr lang="es-AR" sz="2400" i="1">
                                  <a:latin typeface="Cambria Math" panose="02040503050406030204" pitchFamily="18" charset="0"/>
                                </a:rPr>
                              </m:ctrlPr>
                            </m:sSubPr>
                            <m:e>
                              <m:r>
                                <a:rPr lang="es-AR" sz="2400" i="1">
                                  <a:latin typeface="Cambria Math" panose="02040503050406030204" pitchFamily="18" charset="0"/>
                                </a:rPr>
                                <m:t>𝐸</m:t>
                              </m:r>
                              <m:r>
                                <a:rPr lang="es-AR" sz="2400" i="1">
                                  <a:latin typeface="Cambria Math" panose="02040503050406030204" pitchFamily="18" charset="0"/>
                                </a:rPr>
                                <m:t>[</m:t>
                              </m:r>
                              <m:r>
                                <a:rPr lang="es-AR" sz="2400" i="1">
                                  <a:latin typeface="Cambria Math" panose="02040503050406030204" pitchFamily="18" charset="0"/>
                                </a:rPr>
                                <m:t>𝑖</m:t>
                              </m:r>
                            </m:e>
                            <m:sub>
                              <m:r>
                                <a:rPr lang="es-AR" sz="2400" i="1">
                                  <a:latin typeface="Cambria Math" panose="02040503050406030204" pitchFamily="18" charset="0"/>
                                </a:rPr>
                                <m:t>1,1</m:t>
                              </m:r>
                            </m:sub>
                          </m:sSub>
                          <m:r>
                            <a:rPr lang="es-AR" sz="2400" i="1">
                              <a:latin typeface="Cambria Math" panose="02040503050406030204" pitchFamily="18" charset="0"/>
                            </a:rPr>
                            <m:t>]</m:t>
                          </m:r>
                          <m:r>
                            <a:rPr lang="es-AR" sz="2400" i="1">
                              <a:latin typeface="Cambria Math" panose="02040503050406030204" pitchFamily="18" charset="0"/>
                            </a:rPr>
                            <m:t>+…+</m:t>
                          </m:r>
                          <m:sSub>
                            <m:sSubPr>
                              <m:ctrlPr>
                                <a:rPr lang="es-AR" sz="2400" i="1">
                                  <a:latin typeface="Cambria Math" panose="02040503050406030204" pitchFamily="18" charset="0"/>
                                </a:rPr>
                              </m:ctrlPr>
                            </m:sSubPr>
                            <m:e>
                              <m:r>
                                <a:rPr lang="es-AR" sz="2400" i="1">
                                  <a:latin typeface="Cambria Math" panose="02040503050406030204" pitchFamily="18" charset="0"/>
                                </a:rPr>
                                <m:t>𝐸</m:t>
                              </m:r>
                              <m:r>
                                <a:rPr lang="es-AR" sz="2400" i="1">
                                  <a:latin typeface="Cambria Math" panose="02040503050406030204" pitchFamily="18" charset="0"/>
                                </a:rPr>
                                <m:t>[</m:t>
                              </m:r>
                              <m:r>
                                <a:rPr lang="es-AR" sz="2400" i="1">
                                  <a:latin typeface="Cambria Math" panose="02040503050406030204" pitchFamily="18" charset="0"/>
                                </a:rPr>
                                <m:t>𝑖</m:t>
                              </m:r>
                            </m:e>
                            <m:sub>
                              <m:r>
                                <a:rPr lang="es-AR" sz="2400" i="1">
                                  <a:latin typeface="Cambria Math" panose="02040503050406030204" pitchFamily="18" charset="0"/>
                                </a:rPr>
                                <m:t>𝑇</m:t>
                              </m:r>
                              <m:r>
                                <a:rPr lang="es-AR" sz="2400" i="1">
                                  <a:latin typeface="Cambria Math" panose="02040503050406030204" pitchFamily="18" charset="0"/>
                                </a:rPr>
                                <m:t>−1,1</m:t>
                              </m:r>
                            </m:sub>
                          </m:sSub>
                          <m:r>
                            <a:rPr lang="es-AR" sz="2400" i="1">
                              <a:latin typeface="Cambria Math" panose="02040503050406030204" pitchFamily="18" charset="0"/>
                            </a:rPr>
                            <m:t>]</m:t>
                          </m:r>
                        </m:num>
                        <m:den>
                          <m:r>
                            <a:rPr lang="es-AR" sz="2400" b="0" i="1" smtClean="0">
                              <a:latin typeface="Cambria Math" panose="02040503050406030204" pitchFamily="18" charset="0"/>
                            </a:rPr>
                            <m:t>𝑇</m:t>
                          </m:r>
                        </m:den>
                      </m:f>
                    </m:oMath>
                  </m:oMathPara>
                </a14:m>
                <a:endParaRPr lang="es-AR" sz="2400" i="1" dirty="0"/>
              </a:p>
            </p:txBody>
          </p:sp>
        </mc:Choice>
        <mc:Fallback>
          <p:sp>
            <p:nvSpPr>
              <p:cNvPr id="5" name="CuadroTexto 4">
                <a:extLst>
                  <a:ext uri="{FF2B5EF4-FFF2-40B4-BE49-F238E27FC236}">
                    <a16:creationId xmlns:a16="http://schemas.microsoft.com/office/drawing/2014/main" id="{D8D66BC9-6B2A-6A8F-8CAE-7404B8657BD2}"/>
                  </a:ext>
                </a:extLst>
              </p:cNvPr>
              <p:cNvSpPr txBox="1">
                <a:spLocks noRot="1" noChangeAspect="1" noMove="1" noResize="1" noEditPoints="1" noAdjustHandles="1" noChangeArrowheads="1" noChangeShapeType="1" noTextEdit="1"/>
              </p:cNvSpPr>
              <p:nvPr/>
            </p:nvSpPr>
            <p:spPr>
              <a:xfrm>
                <a:off x="3377327" y="4899917"/>
                <a:ext cx="4481035" cy="794000"/>
              </a:xfrm>
              <a:prstGeom prst="rect">
                <a:avLst/>
              </a:prstGeom>
              <a:blipFill>
                <a:blip r:embed="rId3"/>
                <a:stretch>
                  <a:fillRect/>
                </a:stretch>
              </a:blipFill>
            </p:spPr>
            <p:txBody>
              <a:bodyPr/>
              <a:lstStyle/>
              <a:p>
                <a:r>
                  <a:rPr lang="es-AR">
                    <a:noFill/>
                  </a:rPr>
                  <a:t> </a:t>
                </a:r>
              </a:p>
            </p:txBody>
          </p:sp>
        </mc:Fallback>
      </mc:AlternateContent>
    </p:spTree>
    <p:extLst>
      <p:ext uri="{BB962C8B-B14F-4D97-AF65-F5344CB8AC3E}">
        <p14:creationId xmlns:p14="http://schemas.microsoft.com/office/powerpoint/2010/main" val="261368604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0FFCAA-18F8-B546-AB68-964937D342CA}"/>
            </a:ext>
          </a:extLst>
        </p:cNvPr>
        <p:cNvGrpSpPr/>
        <p:nvPr/>
      </p:nvGrpSpPr>
      <p:grpSpPr>
        <a:xfrm>
          <a:off x="0" y="0"/>
          <a:ext cx="0" cy="0"/>
          <a:chOff x="0" y="0"/>
          <a:chExt cx="0" cy="0"/>
        </a:xfrm>
      </p:grpSpPr>
      <p:sp>
        <p:nvSpPr>
          <p:cNvPr id="2" name="CuadroTexto 1">
            <a:extLst>
              <a:ext uri="{FF2B5EF4-FFF2-40B4-BE49-F238E27FC236}">
                <a16:creationId xmlns:a16="http://schemas.microsoft.com/office/drawing/2014/main" id="{C0177B14-4B22-FB34-A605-5A3765FB9726}"/>
              </a:ext>
            </a:extLst>
          </p:cNvPr>
          <p:cNvSpPr txBox="1"/>
          <p:nvPr/>
        </p:nvSpPr>
        <p:spPr>
          <a:xfrm>
            <a:off x="404347" y="1152051"/>
            <a:ext cx="11391413" cy="3785652"/>
          </a:xfrm>
          <a:prstGeom prst="rect">
            <a:avLst/>
          </a:prstGeom>
          <a:noFill/>
        </p:spPr>
        <p:txBody>
          <a:bodyPr wrap="square" rtlCol="0">
            <a:spAutoFit/>
          </a:bodyPr>
          <a:lstStyle/>
          <a:p>
            <a:r>
              <a:rPr lang="es-AR" sz="2400" dirty="0"/>
              <a:t>Tres restricciones a la creación endógena</a:t>
            </a:r>
          </a:p>
          <a:p>
            <a:endParaRPr lang="es-AR" sz="2400" dirty="0"/>
          </a:p>
          <a:p>
            <a:pPr marL="457200" indent="-457200">
              <a:buFont typeface="+mj-lt"/>
              <a:buAutoNum type="arabicPeriod"/>
            </a:pPr>
            <a:r>
              <a:rPr lang="es-AR" sz="2400" dirty="0"/>
              <a:t>Restricciones del sistema financiero</a:t>
            </a:r>
          </a:p>
          <a:p>
            <a:pPr marL="914400" lvl="1" indent="-457200">
              <a:buFont typeface="Arial" panose="020B0604020202020204" pitchFamily="34" charset="0"/>
              <a:buChar char="•"/>
            </a:pPr>
            <a:r>
              <a:rPr lang="es-AR" sz="2400" dirty="0"/>
              <a:t>Estructura del mercado financiero</a:t>
            </a:r>
          </a:p>
          <a:p>
            <a:pPr marL="914400" lvl="1" indent="-457200">
              <a:buFont typeface="Arial" panose="020B0604020202020204" pitchFamily="34" charset="0"/>
              <a:buChar char="•"/>
            </a:pPr>
            <a:r>
              <a:rPr lang="es-AR" sz="2400" dirty="0"/>
              <a:t>Manejo del riesgo</a:t>
            </a:r>
          </a:p>
          <a:p>
            <a:pPr marL="914400" lvl="1" indent="-457200">
              <a:buFont typeface="Arial" panose="020B0604020202020204" pitchFamily="34" charset="0"/>
              <a:buChar char="•"/>
            </a:pPr>
            <a:r>
              <a:rPr lang="es-AR" sz="2400" dirty="0"/>
              <a:t>Restricciones </a:t>
            </a:r>
            <a:r>
              <a:rPr lang="es-AR" sz="2400" dirty="0" err="1"/>
              <a:t>microprudenciales</a:t>
            </a:r>
            <a:endParaRPr lang="es-AR" sz="2400" dirty="0"/>
          </a:p>
          <a:p>
            <a:pPr marL="457200" indent="-457200">
              <a:buFont typeface="+mj-lt"/>
              <a:buAutoNum type="arabicPeriod"/>
            </a:pPr>
            <a:endParaRPr lang="es-AR" sz="2400" dirty="0"/>
          </a:p>
          <a:p>
            <a:pPr marL="457200" indent="-457200">
              <a:buFont typeface="+mj-lt"/>
              <a:buAutoNum type="arabicPeriod"/>
            </a:pPr>
            <a:r>
              <a:rPr lang="es-AR" sz="2400" dirty="0"/>
              <a:t>Comportamiento de los depositantes.</a:t>
            </a:r>
          </a:p>
          <a:p>
            <a:pPr marL="457200" indent="-457200">
              <a:buFont typeface="+mj-lt"/>
              <a:buAutoNum type="arabicPeriod"/>
            </a:pPr>
            <a:endParaRPr lang="es-AR" sz="2400" dirty="0"/>
          </a:p>
          <a:p>
            <a:pPr marL="457200" indent="-457200">
              <a:buFont typeface="+mj-lt"/>
              <a:buAutoNum type="arabicPeriod"/>
            </a:pPr>
            <a:r>
              <a:rPr lang="es-AR" sz="2400" dirty="0"/>
              <a:t>Política monetaria.</a:t>
            </a:r>
          </a:p>
        </p:txBody>
      </p:sp>
      <p:grpSp>
        <p:nvGrpSpPr>
          <p:cNvPr id="12" name="Grupo 11">
            <a:extLst>
              <a:ext uri="{FF2B5EF4-FFF2-40B4-BE49-F238E27FC236}">
                <a16:creationId xmlns:a16="http://schemas.microsoft.com/office/drawing/2014/main" id="{39E5934F-C7B3-CFB6-88BA-FE82DF6B7A34}"/>
              </a:ext>
            </a:extLst>
          </p:cNvPr>
          <p:cNvGrpSpPr/>
          <p:nvPr/>
        </p:nvGrpSpPr>
        <p:grpSpPr>
          <a:xfrm>
            <a:off x="301478" y="101545"/>
            <a:ext cx="5970567" cy="584775"/>
            <a:chOff x="301478" y="101545"/>
            <a:chExt cx="5970567" cy="584775"/>
          </a:xfrm>
        </p:grpSpPr>
        <p:sp>
          <p:nvSpPr>
            <p:cNvPr id="13" name="CuadroTexto 12">
              <a:extLst>
                <a:ext uri="{FF2B5EF4-FFF2-40B4-BE49-F238E27FC236}">
                  <a16:creationId xmlns:a16="http://schemas.microsoft.com/office/drawing/2014/main" id="{5982BCFB-8D28-2E9E-EB8E-69AB1628A329}"/>
                </a:ext>
              </a:extLst>
            </p:cNvPr>
            <p:cNvSpPr txBox="1"/>
            <p:nvPr/>
          </p:nvSpPr>
          <p:spPr>
            <a:xfrm>
              <a:off x="404348" y="101545"/>
              <a:ext cx="5867697" cy="584775"/>
            </a:xfrm>
            <a:prstGeom prst="rect">
              <a:avLst/>
            </a:prstGeom>
            <a:noFill/>
          </p:spPr>
          <p:txBody>
            <a:bodyPr wrap="none" rtlCol="0">
              <a:spAutoFit/>
            </a:bodyPr>
            <a:lstStyle/>
            <a:p>
              <a:r>
                <a:rPr lang="es-AR" sz="3200" dirty="0">
                  <a:cs typeface="Times New Roman" panose="02020603050405020304" pitchFamily="18" charset="0"/>
                </a:rPr>
                <a:t>Límites a la creación endógena</a:t>
              </a:r>
              <a:endParaRPr lang="es-AR" sz="3200" dirty="0">
                <a:latin typeface="+mj-lt"/>
                <a:cs typeface="Times New Roman" panose="02020603050405020304" pitchFamily="18" charset="0"/>
              </a:endParaRPr>
            </a:p>
          </p:txBody>
        </p:sp>
        <p:cxnSp>
          <p:nvCxnSpPr>
            <p:cNvPr id="16" name="Conector recto 15">
              <a:extLst>
                <a:ext uri="{FF2B5EF4-FFF2-40B4-BE49-F238E27FC236}">
                  <a16:creationId xmlns:a16="http://schemas.microsoft.com/office/drawing/2014/main" id="{180869DC-A456-99E4-DED1-FF8710FF7326}"/>
                </a:ext>
              </a:extLst>
            </p:cNvPr>
            <p:cNvCxnSpPr>
              <a:cxnSpLocks/>
            </p:cNvCxnSpPr>
            <p:nvPr/>
          </p:nvCxnSpPr>
          <p:spPr>
            <a:xfrm>
              <a:off x="301478" y="231932"/>
              <a:ext cx="0" cy="324000"/>
            </a:xfrm>
            <a:prstGeom prst="line">
              <a:avLst/>
            </a:prstGeom>
            <a:ln w="76200">
              <a:solidFill>
                <a:schemeClr val="tx1"/>
              </a:solidFill>
            </a:ln>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234847291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C354A4-CC74-F674-B236-B7F8BC81DF44}"/>
            </a:ext>
          </a:extLst>
        </p:cNvPr>
        <p:cNvGrpSpPr/>
        <p:nvPr/>
      </p:nvGrpSpPr>
      <p:grpSpPr>
        <a:xfrm>
          <a:off x="0" y="0"/>
          <a:ext cx="0" cy="0"/>
          <a:chOff x="0" y="0"/>
          <a:chExt cx="0" cy="0"/>
        </a:xfrm>
      </p:grpSpPr>
      <p:sp>
        <p:nvSpPr>
          <p:cNvPr id="2" name="CuadroTexto 1">
            <a:extLst>
              <a:ext uri="{FF2B5EF4-FFF2-40B4-BE49-F238E27FC236}">
                <a16:creationId xmlns:a16="http://schemas.microsoft.com/office/drawing/2014/main" id="{68A68380-4B2A-4D9C-B847-CB3C7C109A60}"/>
              </a:ext>
            </a:extLst>
          </p:cNvPr>
          <p:cNvSpPr txBox="1"/>
          <p:nvPr/>
        </p:nvSpPr>
        <p:spPr>
          <a:xfrm>
            <a:off x="404347" y="1152051"/>
            <a:ext cx="11391413" cy="3785652"/>
          </a:xfrm>
          <a:prstGeom prst="rect">
            <a:avLst/>
          </a:prstGeom>
          <a:noFill/>
        </p:spPr>
        <p:txBody>
          <a:bodyPr wrap="square" rtlCol="0">
            <a:spAutoFit/>
          </a:bodyPr>
          <a:lstStyle/>
          <a:p>
            <a:r>
              <a:rPr lang="es-AR" sz="2400" dirty="0"/>
              <a:t>Restricciones del sistema financiero</a:t>
            </a:r>
          </a:p>
          <a:p>
            <a:endParaRPr lang="es-AR" sz="2400" dirty="0"/>
          </a:p>
          <a:p>
            <a:pPr marL="457200" indent="-457200">
              <a:buFont typeface="Arial" panose="020B0604020202020204" pitchFamily="34" charset="0"/>
              <a:buChar char="•"/>
            </a:pPr>
            <a:r>
              <a:rPr lang="es-AR" sz="2400" dirty="0"/>
              <a:t>Estructura del mercado financiero: crear préstamos tiene que ser rentable.</a:t>
            </a:r>
          </a:p>
          <a:p>
            <a:pPr marL="457200" indent="-457200">
              <a:buFont typeface="Arial" panose="020B0604020202020204" pitchFamily="34" charset="0"/>
              <a:buChar char="•"/>
            </a:pPr>
            <a:r>
              <a:rPr lang="es-AR" sz="2400" dirty="0"/>
              <a:t>Manejo del riesgo: Si presto “demás” me puedo quedar sin fondos para operaciones cotidianas. Además,</a:t>
            </a:r>
          </a:p>
          <a:p>
            <a:pPr marL="914400" lvl="1" indent="-457200">
              <a:buFont typeface="Arial" panose="020B0604020202020204" pitchFamily="34" charset="0"/>
              <a:buChar char="•"/>
            </a:pPr>
            <a:endParaRPr lang="es-AR" sz="2400" dirty="0"/>
          </a:p>
          <a:p>
            <a:pPr marL="914400" lvl="1" indent="-457200">
              <a:buFont typeface="Arial" panose="020B0604020202020204" pitchFamily="34" charset="0"/>
              <a:buChar char="•"/>
            </a:pPr>
            <a:endParaRPr lang="es-AR" sz="2400" dirty="0"/>
          </a:p>
          <a:p>
            <a:pPr marL="914400" lvl="1" indent="-457200">
              <a:buFont typeface="Arial" panose="020B0604020202020204" pitchFamily="34" charset="0"/>
              <a:buChar char="•"/>
            </a:pPr>
            <a:endParaRPr lang="es-AR" sz="2400" dirty="0"/>
          </a:p>
          <a:p>
            <a:pPr lvl="1"/>
            <a:endParaRPr lang="es-AR" sz="2400" dirty="0"/>
          </a:p>
          <a:p>
            <a:pPr marL="342900" indent="-342900">
              <a:buFont typeface="Arial" panose="020B0604020202020204" pitchFamily="34" charset="0"/>
              <a:buChar char="•"/>
            </a:pPr>
            <a:r>
              <a:rPr lang="es-AR" sz="2400" dirty="0"/>
              <a:t>Regulaciones </a:t>
            </a:r>
            <a:r>
              <a:rPr lang="es-AR" sz="2400" dirty="0" err="1"/>
              <a:t>microprudenciales</a:t>
            </a:r>
            <a:endParaRPr lang="es-AR" sz="2400" dirty="0"/>
          </a:p>
        </p:txBody>
      </p:sp>
      <p:grpSp>
        <p:nvGrpSpPr>
          <p:cNvPr id="12" name="Grupo 11">
            <a:extLst>
              <a:ext uri="{FF2B5EF4-FFF2-40B4-BE49-F238E27FC236}">
                <a16:creationId xmlns:a16="http://schemas.microsoft.com/office/drawing/2014/main" id="{238C2D0A-5BBF-193E-83E1-8749E04BFB09}"/>
              </a:ext>
            </a:extLst>
          </p:cNvPr>
          <p:cNvGrpSpPr/>
          <p:nvPr/>
        </p:nvGrpSpPr>
        <p:grpSpPr>
          <a:xfrm>
            <a:off x="301478" y="101545"/>
            <a:ext cx="5970567" cy="584775"/>
            <a:chOff x="301478" y="101545"/>
            <a:chExt cx="5970567" cy="584775"/>
          </a:xfrm>
        </p:grpSpPr>
        <p:sp>
          <p:nvSpPr>
            <p:cNvPr id="13" name="CuadroTexto 12">
              <a:extLst>
                <a:ext uri="{FF2B5EF4-FFF2-40B4-BE49-F238E27FC236}">
                  <a16:creationId xmlns:a16="http://schemas.microsoft.com/office/drawing/2014/main" id="{EF88050F-C837-4860-B531-CEC214969D29}"/>
                </a:ext>
              </a:extLst>
            </p:cNvPr>
            <p:cNvSpPr txBox="1"/>
            <p:nvPr/>
          </p:nvSpPr>
          <p:spPr>
            <a:xfrm>
              <a:off x="404348" y="101545"/>
              <a:ext cx="5867697" cy="584775"/>
            </a:xfrm>
            <a:prstGeom prst="rect">
              <a:avLst/>
            </a:prstGeom>
            <a:noFill/>
          </p:spPr>
          <p:txBody>
            <a:bodyPr wrap="none" rtlCol="0">
              <a:spAutoFit/>
            </a:bodyPr>
            <a:lstStyle/>
            <a:p>
              <a:r>
                <a:rPr lang="es-AR" sz="3200" dirty="0">
                  <a:cs typeface="Times New Roman" panose="02020603050405020304" pitchFamily="18" charset="0"/>
                </a:rPr>
                <a:t>Límites a la creación endógena</a:t>
              </a:r>
              <a:endParaRPr lang="es-AR" sz="3200" dirty="0">
                <a:latin typeface="+mj-lt"/>
                <a:cs typeface="Times New Roman" panose="02020603050405020304" pitchFamily="18" charset="0"/>
              </a:endParaRPr>
            </a:p>
          </p:txBody>
        </p:sp>
        <p:cxnSp>
          <p:nvCxnSpPr>
            <p:cNvPr id="16" name="Conector recto 15">
              <a:extLst>
                <a:ext uri="{FF2B5EF4-FFF2-40B4-BE49-F238E27FC236}">
                  <a16:creationId xmlns:a16="http://schemas.microsoft.com/office/drawing/2014/main" id="{1FBAAC76-4253-5D17-596F-794FDA3B85C0}"/>
                </a:ext>
              </a:extLst>
            </p:cNvPr>
            <p:cNvCxnSpPr>
              <a:cxnSpLocks/>
            </p:cNvCxnSpPr>
            <p:nvPr/>
          </p:nvCxnSpPr>
          <p:spPr>
            <a:xfrm>
              <a:off x="301478" y="231932"/>
              <a:ext cx="0" cy="324000"/>
            </a:xfrm>
            <a:prstGeom prst="line">
              <a:avLst/>
            </a:prstGeom>
            <a:ln w="76200">
              <a:solidFill>
                <a:schemeClr val="tx1"/>
              </a:solidFill>
            </a:ln>
          </p:spPr>
          <p:style>
            <a:lnRef idx="2">
              <a:schemeClr val="accent1"/>
            </a:lnRef>
            <a:fillRef idx="0">
              <a:schemeClr val="accent1"/>
            </a:fillRef>
            <a:effectRef idx="1">
              <a:schemeClr val="accent1"/>
            </a:effectRef>
            <a:fontRef idx="minor">
              <a:schemeClr val="tx1"/>
            </a:fontRef>
          </p:style>
        </p:cxnSp>
      </p:grpSp>
      <mc:AlternateContent xmlns:mc="http://schemas.openxmlformats.org/markup-compatibility/2006">
        <mc:Choice xmlns:a14="http://schemas.microsoft.com/office/drawing/2010/main" Requires="a14">
          <p:sp>
            <p:nvSpPr>
              <p:cNvPr id="4" name="CuadroTexto 3">
                <a:extLst>
                  <a:ext uri="{FF2B5EF4-FFF2-40B4-BE49-F238E27FC236}">
                    <a16:creationId xmlns:a16="http://schemas.microsoft.com/office/drawing/2014/main" id="{7A57B6FD-EC95-CC3C-40DB-3BA903D3216B}"/>
                  </a:ext>
                </a:extLst>
              </p:cNvPr>
              <p:cNvSpPr txBox="1"/>
              <p:nvPr/>
            </p:nvSpPr>
            <p:spPr>
              <a:xfrm>
                <a:off x="3855482" y="3429000"/>
                <a:ext cx="4481035" cy="79400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s-AR" sz="2400" i="1">
                              <a:latin typeface="Cambria Math" panose="02040503050406030204" pitchFamily="18" charset="0"/>
                            </a:rPr>
                          </m:ctrlPr>
                        </m:sSubPr>
                        <m:e>
                          <m:r>
                            <a:rPr lang="es-AR" sz="2400" i="1">
                              <a:latin typeface="Cambria Math" panose="02040503050406030204" pitchFamily="18" charset="0"/>
                            </a:rPr>
                            <m:t>𝑖</m:t>
                          </m:r>
                        </m:e>
                        <m:sub>
                          <m:r>
                            <a:rPr lang="es-AR" sz="2400" i="1">
                              <a:latin typeface="Cambria Math" panose="02040503050406030204" pitchFamily="18" charset="0"/>
                            </a:rPr>
                            <m:t>𝑇</m:t>
                          </m:r>
                        </m:sub>
                      </m:sSub>
                      <m:r>
                        <a:rPr lang="es-AR" sz="2400" b="0" i="1" smtClean="0">
                          <a:latin typeface="Cambria Math" panose="02040503050406030204" pitchFamily="18" charset="0"/>
                        </a:rPr>
                        <m:t>=</m:t>
                      </m:r>
                      <m:f>
                        <m:fPr>
                          <m:ctrlPr>
                            <a:rPr lang="es-AR" sz="2400" b="0" i="1" smtClean="0">
                              <a:latin typeface="Cambria Math" panose="02040503050406030204" pitchFamily="18" charset="0"/>
                            </a:rPr>
                          </m:ctrlPr>
                        </m:fPr>
                        <m:num>
                          <m:sSub>
                            <m:sSubPr>
                              <m:ctrlPr>
                                <a:rPr lang="es-AR" sz="2400" i="1">
                                  <a:latin typeface="Cambria Math" panose="02040503050406030204" pitchFamily="18" charset="0"/>
                                </a:rPr>
                              </m:ctrlPr>
                            </m:sSubPr>
                            <m:e>
                              <m:r>
                                <a:rPr lang="es-AR" sz="2400" i="1">
                                  <a:latin typeface="Cambria Math" panose="02040503050406030204" pitchFamily="18" charset="0"/>
                                </a:rPr>
                                <m:t>𝑖</m:t>
                              </m:r>
                            </m:e>
                            <m:sub>
                              <m:r>
                                <a:rPr lang="es-AR" sz="2400" i="1">
                                  <a:latin typeface="Cambria Math" panose="02040503050406030204" pitchFamily="18" charset="0"/>
                                </a:rPr>
                                <m:t>1</m:t>
                              </m:r>
                            </m:sub>
                          </m:sSub>
                          <m:r>
                            <a:rPr lang="es-AR" sz="2400" b="0" i="1" smtClean="0">
                              <a:latin typeface="Cambria Math" panose="02040503050406030204" pitchFamily="18" charset="0"/>
                            </a:rPr>
                            <m:t>+</m:t>
                          </m:r>
                          <m:sSub>
                            <m:sSubPr>
                              <m:ctrlPr>
                                <a:rPr lang="es-AR" sz="2400" i="1">
                                  <a:latin typeface="Cambria Math" panose="02040503050406030204" pitchFamily="18" charset="0"/>
                                </a:rPr>
                              </m:ctrlPr>
                            </m:sSubPr>
                            <m:e>
                              <m:r>
                                <a:rPr lang="es-AR" sz="2400" i="1">
                                  <a:latin typeface="Cambria Math" panose="02040503050406030204" pitchFamily="18" charset="0"/>
                                </a:rPr>
                                <m:t>𝐸</m:t>
                              </m:r>
                              <m:r>
                                <a:rPr lang="es-AR" sz="2400" i="1">
                                  <a:latin typeface="Cambria Math" panose="02040503050406030204" pitchFamily="18" charset="0"/>
                                </a:rPr>
                                <m:t>[</m:t>
                              </m:r>
                              <m:r>
                                <a:rPr lang="es-AR" sz="2400" i="1">
                                  <a:latin typeface="Cambria Math" panose="02040503050406030204" pitchFamily="18" charset="0"/>
                                </a:rPr>
                                <m:t>𝑖</m:t>
                              </m:r>
                            </m:e>
                            <m:sub>
                              <m:r>
                                <a:rPr lang="es-AR" sz="2400" i="1">
                                  <a:latin typeface="Cambria Math" panose="02040503050406030204" pitchFamily="18" charset="0"/>
                                </a:rPr>
                                <m:t>1,1</m:t>
                              </m:r>
                            </m:sub>
                          </m:sSub>
                          <m:r>
                            <a:rPr lang="es-AR" sz="2400" i="1">
                              <a:latin typeface="Cambria Math" panose="02040503050406030204" pitchFamily="18" charset="0"/>
                            </a:rPr>
                            <m:t>]</m:t>
                          </m:r>
                          <m:r>
                            <a:rPr lang="es-AR" sz="2400" i="1">
                              <a:latin typeface="Cambria Math" panose="02040503050406030204" pitchFamily="18" charset="0"/>
                            </a:rPr>
                            <m:t>+…+</m:t>
                          </m:r>
                          <m:sSub>
                            <m:sSubPr>
                              <m:ctrlPr>
                                <a:rPr lang="es-AR" sz="2400" i="1">
                                  <a:latin typeface="Cambria Math" panose="02040503050406030204" pitchFamily="18" charset="0"/>
                                </a:rPr>
                              </m:ctrlPr>
                            </m:sSubPr>
                            <m:e>
                              <m:r>
                                <a:rPr lang="es-AR" sz="2400" i="1">
                                  <a:latin typeface="Cambria Math" panose="02040503050406030204" pitchFamily="18" charset="0"/>
                                </a:rPr>
                                <m:t>𝐸</m:t>
                              </m:r>
                              <m:r>
                                <a:rPr lang="es-AR" sz="2400" i="1">
                                  <a:latin typeface="Cambria Math" panose="02040503050406030204" pitchFamily="18" charset="0"/>
                                </a:rPr>
                                <m:t>[</m:t>
                              </m:r>
                              <m:r>
                                <a:rPr lang="es-AR" sz="2400" i="1">
                                  <a:latin typeface="Cambria Math" panose="02040503050406030204" pitchFamily="18" charset="0"/>
                                </a:rPr>
                                <m:t>𝑖</m:t>
                              </m:r>
                            </m:e>
                            <m:sub>
                              <m:r>
                                <a:rPr lang="es-AR" sz="2400" i="1">
                                  <a:latin typeface="Cambria Math" panose="02040503050406030204" pitchFamily="18" charset="0"/>
                                </a:rPr>
                                <m:t>𝑇</m:t>
                              </m:r>
                              <m:r>
                                <a:rPr lang="es-AR" sz="2400" i="1">
                                  <a:latin typeface="Cambria Math" panose="02040503050406030204" pitchFamily="18" charset="0"/>
                                </a:rPr>
                                <m:t>−1,1</m:t>
                              </m:r>
                            </m:sub>
                          </m:sSub>
                          <m:r>
                            <a:rPr lang="es-AR" sz="2400" i="1">
                              <a:latin typeface="Cambria Math" panose="02040503050406030204" pitchFamily="18" charset="0"/>
                            </a:rPr>
                            <m:t>]</m:t>
                          </m:r>
                        </m:num>
                        <m:den>
                          <m:r>
                            <a:rPr lang="es-AR" sz="2400" b="0" i="1" smtClean="0">
                              <a:latin typeface="Cambria Math" panose="02040503050406030204" pitchFamily="18" charset="0"/>
                            </a:rPr>
                            <m:t>𝑇</m:t>
                          </m:r>
                        </m:den>
                      </m:f>
                    </m:oMath>
                  </m:oMathPara>
                </a14:m>
                <a:endParaRPr lang="es-AR" sz="2400" i="1" dirty="0"/>
              </a:p>
            </p:txBody>
          </p:sp>
        </mc:Choice>
        <mc:Fallback>
          <p:sp>
            <p:nvSpPr>
              <p:cNvPr id="4" name="CuadroTexto 3">
                <a:extLst>
                  <a:ext uri="{FF2B5EF4-FFF2-40B4-BE49-F238E27FC236}">
                    <a16:creationId xmlns:a16="http://schemas.microsoft.com/office/drawing/2014/main" id="{7A57B6FD-EC95-CC3C-40DB-3BA903D3216B}"/>
                  </a:ext>
                </a:extLst>
              </p:cNvPr>
              <p:cNvSpPr txBox="1">
                <a:spLocks noRot="1" noChangeAspect="1" noMove="1" noResize="1" noEditPoints="1" noAdjustHandles="1" noChangeArrowheads="1" noChangeShapeType="1" noTextEdit="1"/>
              </p:cNvSpPr>
              <p:nvPr/>
            </p:nvSpPr>
            <p:spPr>
              <a:xfrm>
                <a:off x="3855482" y="3429000"/>
                <a:ext cx="4481035" cy="794000"/>
              </a:xfrm>
              <a:prstGeom prst="rect">
                <a:avLst/>
              </a:prstGeom>
              <a:blipFill>
                <a:blip r:embed="rId3"/>
                <a:stretch>
                  <a:fillRect/>
                </a:stretch>
              </a:blipFill>
            </p:spPr>
            <p:txBody>
              <a:bodyPr/>
              <a:lstStyle/>
              <a:p>
                <a:r>
                  <a:rPr lang="es-AR">
                    <a:noFill/>
                  </a:rPr>
                  <a:t> </a:t>
                </a:r>
              </a:p>
            </p:txBody>
          </p:sp>
        </mc:Fallback>
      </mc:AlternateContent>
    </p:spTree>
    <p:extLst>
      <p:ext uri="{BB962C8B-B14F-4D97-AF65-F5344CB8AC3E}">
        <p14:creationId xmlns:p14="http://schemas.microsoft.com/office/powerpoint/2010/main" val="412930545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C08EFD-31F9-BC79-598B-F64464FFDCA0}"/>
            </a:ext>
          </a:extLst>
        </p:cNvPr>
        <p:cNvGrpSpPr/>
        <p:nvPr/>
      </p:nvGrpSpPr>
      <p:grpSpPr>
        <a:xfrm>
          <a:off x="0" y="0"/>
          <a:ext cx="0" cy="0"/>
          <a:chOff x="0" y="0"/>
          <a:chExt cx="0" cy="0"/>
        </a:xfrm>
      </p:grpSpPr>
      <p:sp>
        <p:nvSpPr>
          <p:cNvPr id="2" name="CuadroTexto 1">
            <a:extLst>
              <a:ext uri="{FF2B5EF4-FFF2-40B4-BE49-F238E27FC236}">
                <a16:creationId xmlns:a16="http://schemas.microsoft.com/office/drawing/2014/main" id="{5FEDF607-3095-5013-7EA2-B634F22C2031}"/>
              </a:ext>
            </a:extLst>
          </p:cNvPr>
          <p:cNvSpPr txBox="1"/>
          <p:nvPr/>
        </p:nvSpPr>
        <p:spPr>
          <a:xfrm>
            <a:off x="400293" y="754812"/>
            <a:ext cx="11391413" cy="6001643"/>
          </a:xfrm>
          <a:prstGeom prst="rect">
            <a:avLst/>
          </a:prstGeom>
          <a:noFill/>
        </p:spPr>
        <p:txBody>
          <a:bodyPr wrap="square" rtlCol="0">
            <a:spAutoFit/>
          </a:bodyPr>
          <a:lstStyle/>
          <a:p>
            <a:r>
              <a:rPr lang="es-AR" sz="2400" dirty="0"/>
              <a:t>Restricciones del sistema financiero</a:t>
            </a:r>
          </a:p>
          <a:p>
            <a:r>
              <a:rPr lang="es-AR" sz="2400" dirty="0"/>
              <a:t>Los BC surgen como una respuesta a corridas bancarias.</a:t>
            </a:r>
          </a:p>
          <a:p>
            <a:endParaRPr lang="es-AR" sz="2400" dirty="0"/>
          </a:p>
          <a:p>
            <a:pPr marL="342900" indent="-342900">
              <a:buFont typeface="Arial" panose="020B0604020202020204" pitchFamily="34" charset="0"/>
              <a:buChar char="•"/>
            </a:pPr>
            <a:r>
              <a:rPr lang="es-AR" sz="2400" dirty="0"/>
              <a:t>Riesgo moral: la existencia de un seguro, te lleva a emprender actividades más riesgosas.</a:t>
            </a:r>
          </a:p>
          <a:p>
            <a:pPr marL="342900" indent="-342900">
              <a:buFont typeface="Arial" panose="020B0604020202020204" pitchFamily="34" charset="0"/>
              <a:buChar char="•"/>
            </a:pPr>
            <a:r>
              <a:rPr lang="es-AR" sz="2400" dirty="0"/>
              <a:t>Selección adversa: la existencia de un seguro hace que los más riesgosos pidan prestado.</a:t>
            </a:r>
          </a:p>
          <a:p>
            <a:pPr marL="342900" indent="-342900">
              <a:buFont typeface="Arial" panose="020B0604020202020204" pitchFamily="34" charset="0"/>
              <a:buChar char="•"/>
            </a:pPr>
            <a:endParaRPr lang="es-AR" sz="2400" dirty="0"/>
          </a:p>
          <a:p>
            <a:pPr marL="342900" indent="-342900">
              <a:buFont typeface="Arial" panose="020B0604020202020204" pitchFamily="34" charset="0"/>
              <a:buChar char="•"/>
            </a:pPr>
            <a:r>
              <a:rPr lang="es-AR" sz="2400" dirty="0"/>
              <a:t>Restricciones:</a:t>
            </a:r>
          </a:p>
          <a:p>
            <a:pPr marL="800100" lvl="1" indent="-342900">
              <a:buFont typeface="Arial" panose="020B0604020202020204" pitchFamily="34" charset="0"/>
              <a:buChar char="•"/>
            </a:pPr>
            <a:r>
              <a:rPr lang="es-AR" sz="2400" dirty="0"/>
              <a:t>Sobre activos</a:t>
            </a:r>
          </a:p>
          <a:p>
            <a:pPr marL="800100" lvl="1" indent="-342900">
              <a:buFont typeface="Arial" panose="020B0604020202020204" pitchFamily="34" charset="0"/>
              <a:buChar char="•"/>
            </a:pPr>
            <a:r>
              <a:rPr lang="es-AR" sz="2400" dirty="0"/>
              <a:t>Requerimientos de capital</a:t>
            </a:r>
          </a:p>
          <a:p>
            <a:pPr marL="800100" lvl="1" indent="-342900">
              <a:buFont typeface="Arial" panose="020B0604020202020204" pitchFamily="34" charset="0"/>
              <a:buChar char="•"/>
            </a:pPr>
            <a:r>
              <a:rPr lang="es-AR" sz="2400" dirty="0"/>
              <a:t>Imposición de acciones correctivas (intervención directa del BC)</a:t>
            </a:r>
          </a:p>
          <a:p>
            <a:pPr marL="800100" lvl="1" indent="-342900">
              <a:buFont typeface="Arial" panose="020B0604020202020204" pitchFamily="34" charset="0"/>
              <a:buChar char="•"/>
            </a:pPr>
            <a:r>
              <a:rPr lang="es-AR" sz="2400" dirty="0"/>
              <a:t>Supervisión financiera (balances de los bancos)</a:t>
            </a:r>
          </a:p>
          <a:p>
            <a:pPr marL="800100" lvl="1" indent="-342900">
              <a:buFont typeface="Arial" panose="020B0604020202020204" pitchFamily="34" charset="0"/>
              <a:buChar char="•"/>
            </a:pPr>
            <a:r>
              <a:rPr lang="es-AR" sz="2400" dirty="0"/>
              <a:t>Evaluación del riesgo</a:t>
            </a:r>
          </a:p>
          <a:p>
            <a:pPr marL="800100" lvl="1" indent="-342900">
              <a:buFont typeface="Arial" panose="020B0604020202020204" pitchFamily="34" charset="0"/>
              <a:buChar char="•"/>
            </a:pPr>
            <a:r>
              <a:rPr lang="es-AR" sz="2400" dirty="0"/>
              <a:t>Protección al consumidor y Requisitos de divulgación.</a:t>
            </a:r>
          </a:p>
          <a:p>
            <a:pPr marL="800100" lvl="1" indent="-342900">
              <a:buFont typeface="Arial" panose="020B0604020202020204" pitchFamily="34" charset="0"/>
              <a:buChar char="•"/>
            </a:pPr>
            <a:r>
              <a:rPr lang="es-AR" sz="2400" dirty="0"/>
              <a:t>Protección a la competencia.</a:t>
            </a:r>
          </a:p>
        </p:txBody>
      </p:sp>
      <p:grpSp>
        <p:nvGrpSpPr>
          <p:cNvPr id="12" name="Grupo 11">
            <a:extLst>
              <a:ext uri="{FF2B5EF4-FFF2-40B4-BE49-F238E27FC236}">
                <a16:creationId xmlns:a16="http://schemas.microsoft.com/office/drawing/2014/main" id="{01D6B9E5-8320-4CF8-60C7-9C4B59B45777}"/>
              </a:ext>
            </a:extLst>
          </p:cNvPr>
          <p:cNvGrpSpPr/>
          <p:nvPr/>
        </p:nvGrpSpPr>
        <p:grpSpPr>
          <a:xfrm>
            <a:off x="301478" y="101545"/>
            <a:ext cx="5970567" cy="584775"/>
            <a:chOff x="301478" y="101545"/>
            <a:chExt cx="5970567" cy="584775"/>
          </a:xfrm>
        </p:grpSpPr>
        <p:sp>
          <p:nvSpPr>
            <p:cNvPr id="13" name="CuadroTexto 12">
              <a:extLst>
                <a:ext uri="{FF2B5EF4-FFF2-40B4-BE49-F238E27FC236}">
                  <a16:creationId xmlns:a16="http://schemas.microsoft.com/office/drawing/2014/main" id="{6ECD88F9-75CB-4E7E-8B4B-BF30AFFCFBC4}"/>
                </a:ext>
              </a:extLst>
            </p:cNvPr>
            <p:cNvSpPr txBox="1"/>
            <p:nvPr/>
          </p:nvSpPr>
          <p:spPr>
            <a:xfrm>
              <a:off x="404348" y="101545"/>
              <a:ext cx="5867697" cy="584775"/>
            </a:xfrm>
            <a:prstGeom prst="rect">
              <a:avLst/>
            </a:prstGeom>
            <a:noFill/>
          </p:spPr>
          <p:txBody>
            <a:bodyPr wrap="none" rtlCol="0">
              <a:spAutoFit/>
            </a:bodyPr>
            <a:lstStyle/>
            <a:p>
              <a:r>
                <a:rPr lang="es-AR" sz="3200" dirty="0">
                  <a:cs typeface="Times New Roman" panose="02020603050405020304" pitchFamily="18" charset="0"/>
                </a:rPr>
                <a:t>Límites a la creación endógena</a:t>
              </a:r>
              <a:endParaRPr lang="es-AR" sz="3200" dirty="0">
                <a:latin typeface="+mj-lt"/>
                <a:cs typeface="Times New Roman" panose="02020603050405020304" pitchFamily="18" charset="0"/>
              </a:endParaRPr>
            </a:p>
          </p:txBody>
        </p:sp>
        <p:cxnSp>
          <p:nvCxnSpPr>
            <p:cNvPr id="16" name="Conector recto 15">
              <a:extLst>
                <a:ext uri="{FF2B5EF4-FFF2-40B4-BE49-F238E27FC236}">
                  <a16:creationId xmlns:a16="http://schemas.microsoft.com/office/drawing/2014/main" id="{DD3FD63F-1C1D-05D4-4789-73861A3E422B}"/>
                </a:ext>
              </a:extLst>
            </p:cNvPr>
            <p:cNvCxnSpPr>
              <a:cxnSpLocks/>
            </p:cNvCxnSpPr>
            <p:nvPr/>
          </p:nvCxnSpPr>
          <p:spPr>
            <a:xfrm>
              <a:off x="301478" y="231932"/>
              <a:ext cx="0" cy="324000"/>
            </a:xfrm>
            <a:prstGeom prst="line">
              <a:avLst/>
            </a:prstGeom>
            <a:ln w="76200">
              <a:solidFill>
                <a:schemeClr val="tx1"/>
              </a:solidFill>
            </a:ln>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33096788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B9171F-B02E-074E-A93F-C56FF23BF67D}"/>
            </a:ext>
          </a:extLst>
        </p:cNvPr>
        <p:cNvGrpSpPr/>
        <p:nvPr/>
      </p:nvGrpSpPr>
      <p:grpSpPr>
        <a:xfrm>
          <a:off x="0" y="0"/>
          <a:ext cx="0" cy="0"/>
          <a:chOff x="0" y="0"/>
          <a:chExt cx="0" cy="0"/>
        </a:xfrm>
      </p:grpSpPr>
      <p:grpSp>
        <p:nvGrpSpPr>
          <p:cNvPr id="2" name="Grupo 1">
            <a:extLst>
              <a:ext uri="{FF2B5EF4-FFF2-40B4-BE49-F238E27FC236}">
                <a16:creationId xmlns:a16="http://schemas.microsoft.com/office/drawing/2014/main" id="{FD82B3A6-3C5E-5DD2-4AA6-3F6A84B9A901}"/>
              </a:ext>
            </a:extLst>
          </p:cNvPr>
          <p:cNvGrpSpPr/>
          <p:nvPr/>
        </p:nvGrpSpPr>
        <p:grpSpPr>
          <a:xfrm>
            <a:off x="301478" y="101545"/>
            <a:ext cx="5970567" cy="584775"/>
            <a:chOff x="301478" y="101545"/>
            <a:chExt cx="5970567" cy="584775"/>
          </a:xfrm>
        </p:grpSpPr>
        <p:sp>
          <p:nvSpPr>
            <p:cNvPr id="3" name="CuadroTexto 2">
              <a:extLst>
                <a:ext uri="{FF2B5EF4-FFF2-40B4-BE49-F238E27FC236}">
                  <a16:creationId xmlns:a16="http://schemas.microsoft.com/office/drawing/2014/main" id="{B2C3C1D7-5173-A84F-1123-5FB4AA203D46}"/>
                </a:ext>
              </a:extLst>
            </p:cNvPr>
            <p:cNvSpPr txBox="1"/>
            <p:nvPr/>
          </p:nvSpPr>
          <p:spPr>
            <a:xfrm>
              <a:off x="404348" y="101545"/>
              <a:ext cx="5867697" cy="584775"/>
            </a:xfrm>
            <a:prstGeom prst="rect">
              <a:avLst/>
            </a:prstGeom>
            <a:noFill/>
          </p:spPr>
          <p:txBody>
            <a:bodyPr wrap="none" rtlCol="0">
              <a:spAutoFit/>
            </a:bodyPr>
            <a:lstStyle/>
            <a:p>
              <a:r>
                <a:rPr lang="es-AR" sz="3200" dirty="0">
                  <a:latin typeface="+mj-lt"/>
                  <a:cs typeface="Times New Roman" panose="02020603050405020304" pitchFamily="18" charset="0"/>
                </a:rPr>
                <a:t>Límites a la creación endógena</a:t>
              </a:r>
            </a:p>
          </p:txBody>
        </p:sp>
        <p:cxnSp>
          <p:nvCxnSpPr>
            <p:cNvPr id="4" name="Conector recto 3">
              <a:extLst>
                <a:ext uri="{FF2B5EF4-FFF2-40B4-BE49-F238E27FC236}">
                  <a16:creationId xmlns:a16="http://schemas.microsoft.com/office/drawing/2014/main" id="{E72C64A1-2469-66C8-C9E3-5F635D550127}"/>
                </a:ext>
              </a:extLst>
            </p:cNvPr>
            <p:cNvCxnSpPr>
              <a:cxnSpLocks/>
            </p:cNvCxnSpPr>
            <p:nvPr/>
          </p:nvCxnSpPr>
          <p:spPr>
            <a:xfrm>
              <a:off x="301478" y="231932"/>
              <a:ext cx="0" cy="324000"/>
            </a:xfrm>
            <a:prstGeom prst="line">
              <a:avLst/>
            </a:prstGeom>
            <a:ln w="76200">
              <a:solidFill>
                <a:schemeClr val="tx1"/>
              </a:solidFill>
            </a:ln>
          </p:spPr>
          <p:style>
            <a:lnRef idx="2">
              <a:schemeClr val="accent1"/>
            </a:lnRef>
            <a:fillRef idx="0">
              <a:schemeClr val="accent1"/>
            </a:fillRef>
            <a:effectRef idx="1">
              <a:schemeClr val="accent1"/>
            </a:effectRef>
            <a:fontRef idx="minor">
              <a:schemeClr val="tx1"/>
            </a:fontRef>
          </p:style>
        </p:cxnSp>
      </p:grpSp>
      <p:sp>
        <p:nvSpPr>
          <p:cNvPr id="5" name="CuadroTexto 4">
            <a:extLst>
              <a:ext uri="{FF2B5EF4-FFF2-40B4-BE49-F238E27FC236}">
                <a16:creationId xmlns:a16="http://schemas.microsoft.com/office/drawing/2014/main" id="{73424A5E-7C03-0732-19D6-418B6DABA206}"/>
              </a:ext>
            </a:extLst>
          </p:cNvPr>
          <p:cNvSpPr txBox="1"/>
          <p:nvPr/>
        </p:nvSpPr>
        <p:spPr>
          <a:xfrm>
            <a:off x="404347" y="1152051"/>
            <a:ext cx="11391413" cy="2677656"/>
          </a:xfrm>
          <a:prstGeom prst="rect">
            <a:avLst/>
          </a:prstGeom>
          <a:noFill/>
        </p:spPr>
        <p:txBody>
          <a:bodyPr wrap="square" rtlCol="0">
            <a:spAutoFit/>
          </a:bodyPr>
          <a:lstStyle/>
          <a:p>
            <a:pPr marL="457200" indent="-457200">
              <a:buFont typeface="+mj-lt"/>
              <a:buAutoNum type="arabicPeriod" startAt="2"/>
            </a:pPr>
            <a:r>
              <a:rPr lang="es-AR" sz="2400" dirty="0"/>
              <a:t>Comportamiento de los depositantes.</a:t>
            </a:r>
          </a:p>
          <a:p>
            <a:endParaRPr lang="es-AR" sz="2400" dirty="0"/>
          </a:p>
          <a:p>
            <a:pPr marL="800100" lvl="1" indent="-342900">
              <a:buFont typeface="Arial" panose="020B0604020202020204" pitchFamily="34" charset="0"/>
              <a:buChar char="•"/>
            </a:pPr>
            <a:r>
              <a:rPr lang="es-AR" sz="2400" dirty="0"/>
              <a:t>Si los préstamos se usan para repagar deudas, el dinero creado se destruye rápidamente.</a:t>
            </a:r>
          </a:p>
          <a:p>
            <a:pPr marL="800100" lvl="1" indent="-342900">
              <a:buFont typeface="Arial" panose="020B0604020202020204" pitchFamily="34" charset="0"/>
              <a:buChar char="•"/>
            </a:pPr>
            <a:endParaRPr lang="es-AR" sz="2400" dirty="0"/>
          </a:p>
          <a:p>
            <a:pPr marL="800100" lvl="1" indent="-342900">
              <a:buFont typeface="Arial" panose="020B0604020202020204" pitchFamily="34" charset="0"/>
              <a:buChar char="•"/>
            </a:pPr>
            <a:r>
              <a:rPr lang="es-AR" sz="2400" dirty="0"/>
              <a:t>Por otro lado, si la velocidad de circulación sube (cae la demanda de dinero) pueden generarse presiones inflacionarias (profecía autocumplida).</a:t>
            </a:r>
          </a:p>
        </p:txBody>
      </p:sp>
    </p:spTree>
    <p:extLst>
      <p:ext uri="{BB962C8B-B14F-4D97-AF65-F5344CB8AC3E}">
        <p14:creationId xmlns:p14="http://schemas.microsoft.com/office/powerpoint/2010/main" val="357009037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1CDBED-E998-0807-6B40-3F5903F04E84}"/>
            </a:ext>
          </a:extLst>
        </p:cNvPr>
        <p:cNvGrpSpPr/>
        <p:nvPr/>
      </p:nvGrpSpPr>
      <p:grpSpPr>
        <a:xfrm>
          <a:off x="0" y="0"/>
          <a:ext cx="0" cy="0"/>
          <a:chOff x="0" y="0"/>
          <a:chExt cx="0" cy="0"/>
        </a:xfrm>
      </p:grpSpPr>
      <p:grpSp>
        <p:nvGrpSpPr>
          <p:cNvPr id="2" name="Grupo 1">
            <a:extLst>
              <a:ext uri="{FF2B5EF4-FFF2-40B4-BE49-F238E27FC236}">
                <a16:creationId xmlns:a16="http://schemas.microsoft.com/office/drawing/2014/main" id="{A6452267-27FB-274D-90BC-06F041C4AD56}"/>
              </a:ext>
            </a:extLst>
          </p:cNvPr>
          <p:cNvGrpSpPr/>
          <p:nvPr/>
        </p:nvGrpSpPr>
        <p:grpSpPr>
          <a:xfrm>
            <a:off x="301478" y="101545"/>
            <a:ext cx="5970567" cy="584775"/>
            <a:chOff x="301478" y="101545"/>
            <a:chExt cx="5970567" cy="584775"/>
          </a:xfrm>
        </p:grpSpPr>
        <p:sp>
          <p:nvSpPr>
            <p:cNvPr id="3" name="CuadroTexto 2">
              <a:extLst>
                <a:ext uri="{FF2B5EF4-FFF2-40B4-BE49-F238E27FC236}">
                  <a16:creationId xmlns:a16="http://schemas.microsoft.com/office/drawing/2014/main" id="{621E030C-D193-F13E-252C-AA8431623E0D}"/>
                </a:ext>
              </a:extLst>
            </p:cNvPr>
            <p:cNvSpPr txBox="1"/>
            <p:nvPr/>
          </p:nvSpPr>
          <p:spPr>
            <a:xfrm>
              <a:off x="404348" y="101545"/>
              <a:ext cx="5867697" cy="584775"/>
            </a:xfrm>
            <a:prstGeom prst="rect">
              <a:avLst/>
            </a:prstGeom>
            <a:noFill/>
          </p:spPr>
          <p:txBody>
            <a:bodyPr wrap="none" rtlCol="0">
              <a:spAutoFit/>
            </a:bodyPr>
            <a:lstStyle/>
            <a:p>
              <a:r>
                <a:rPr lang="es-AR" sz="3200" dirty="0">
                  <a:latin typeface="+mj-lt"/>
                  <a:cs typeface="Times New Roman" panose="02020603050405020304" pitchFamily="18" charset="0"/>
                </a:rPr>
                <a:t>Límites a la creación endógena</a:t>
              </a:r>
            </a:p>
          </p:txBody>
        </p:sp>
        <p:cxnSp>
          <p:nvCxnSpPr>
            <p:cNvPr id="4" name="Conector recto 3">
              <a:extLst>
                <a:ext uri="{FF2B5EF4-FFF2-40B4-BE49-F238E27FC236}">
                  <a16:creationId xmlns:a16="http://schemas.microsoft.com/office/drawing/2014/main" id="{BE43DC8D-BE39-0DE1-831E-B8A1337135CE}"/>
                </a:ext>
              </a:extLst>
            </p:cNvPr>
            <p:cNvCxnSpPr>
              <a:cxnSpLocks/>
            </p:cNvCxnSpPr>
            <p:nvPr/>
          </p:nvCxnSpPr>
          <p:spPr>
            <a:xfrm>
              <a:off x="301478" y="231932"/>
              <a:ext cx="0" cy="324000"/>
            </a:xfrm>
            <a:prstGeom prst="line">
              <a:avLst/>
            </a:prstGeom>
            <a:ln w="76200">
              <a:solidFill>
                <a:schemeClr val="tx1"/>
              </a:solidFill>
            </a:ln>
          </p:spPr>
          <p:style>
            <a:lnRef idx="2">
              <a:schemeClr val="accent1"/>
            </a:lnRef>
            <a:fillRef idx="0">
              <a:schemeClr val="accent1"/>
            </a:fillRef>
            <a:effectRef idx="1">
              <a:schemeClr val="accent1"/>
            </a:effectRef>
            <a:fontRef idx="minor">
              <a:schemeClr val="tx1"/>
            </a:fontRef>
          </p:style>
        </p:cxnSp>
      </p:grpSp>
      <p:sp>
        <p:nvSpPr>
          <p:cNvPr id="5" name="CuadroTexto 4">
            <a:extLst>
              <a:ext uri="{FF2B5EF4-FFF2-40B4-BE49-F238E27FC236}">
                <a16:creationId xmlns:a16="http://schemas.microsoft.com/office/drawing/2014/main" id="{6776E5C0-2A61-5DA2-2B02-2B436390AAF3}"/>
              </a:ext>
            </a:extLst>
          </p:cNvPr>
          <p:cNvSpPr txBox="1"/>
          <p:nvPr/>
        </p:nvSpPr>
        <p:spPr>
          <a:xfrm>
            <a:off x="404347" y="1152051"/>
            <a:ext cx="11391413" cy="2308324"/>
          </a:xfrm>
          <a:prstGeom prst="rect">
            <a:avLst/>
          </a:prstGeom>
          <a:noFill/>
        </p:spPr>
        <p:txBody>
          <a:bodyPr wrap="square" rtlCol="0">
            <a:spAutoFit/>
          </a:bodyPr>
          <a:lstStyle/>
          <a:p>
            <a:pPr marL="457200" indent="-457200">
              <a:buFont typeface="+mj-lt"/>
              <a:buAutoNum type="arabicPeriod" startAt="3"/>
            </a:pPr>
            <a:r>
              <a:rPr lang="es-AR" sz="2400" dirty="0"/>
              <a:t>Política monetaria</a:t>
            </a:r>
          </a:p>
          <a:p>
            <a:endParaRPr lang="es-AR" sz="2400" dirty="0"/>
          </a:p>
          <a:p>
            <a:pPr marL="800100" lvl="1" indent="-342900">
              <a:buFont typeface="Arial" panose="020B0604020202020204" pitchFamily="34" charset="0"/>
              <a:buChar char="•"/>
            </a:pPr>
            <a:r>
              <a:rPr lang="es-AR" sz="2400" dirty="0"/>
              <a:t>La mayoría de los bancos centrales fijan tasas de interés de corto plazo.</a:t>
            </a:r>
          </a:p>
          <a:p>
            <a:pPr marL="800100" lvl="1" indent="-342900">
              <a:buFont typeface="Arial" panose="020B0604020202020204" pitchFamily="34" charset="0"/>
              <a:buChar char="•"/>
            </a:pPr>
            <a:endParaRPr lang="es-AR" sz="2400" dirty="0"/>
          </a:p>
          <a:p>
            <a:pPr marL="800100" lvl="1" indent="-342900">
              <a:buFont typeface="Arial" panose="020B0604020202020204" pitchFamily="34" charset="0"/>
              <a:buChar char="•"/>
            </a:pPr>
            <a:r>
              <a:rPr lang="es-AR" sz="2400" dirty="0"/>
              <a:t>Estas tasas representan un límite a lo que los bancos prestan o toman prestado.</a:t>
            </a:r>
          </a:p>
        </p:txBody>
      </p:sp>
      <mc:AlternateContent xmlns:mc="http://schemas.openxmlformats.org/markup-compatibility/2006">
        <mc:Choice xmlns:a14="http://schemas.microsoft.com/office/drawing/2010/main" Requires="a14">
          <p:sp>
            <p:nvSpPr>
              <p:cNvPr id="6" name="CuadroTexto 5">
                <a:extLst>
                  <a:ext uri="{FF2B5EF4-FFF2-40B4-BE49-F238E27FC236}">
                    <a16:creationId xmlns:a16="http://schemas.microsoft.com/office/drawing/2014/main" id="{666993E8-007C-0620-892E-60B9791FD1DA}"/>
                  </a:ext>
                </a:extLst>
              </p:cNvPr>
              <p:cNvSpPr txBox="1"/>
              <p:nvPr/>
            </p:nvSpPr>
            <p:spPr>
              <a:xfrm>
                <a:off x="3855482" y="3691890"/>
                <a:ext cx="4481035" cy="79400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s-AR" sz="2400" i="1">
                              <a:latin typeface="Cambria Math" panose="02040503050406030204" pitchFamily="18" charset="0"/>
                            </a:rPr>
                          </m:ctrlPr>
                        </m:sSubPr>
                        <m:e>
                          <m:r>
                            <a:rPr lang="es-AR" sz="2400" i="1">
                              <a:latin typeface="Cambria Math" panose="02040503050406030204" pitchFamily="18" charset="0"/>
                            </a:rPr>
                            <m:t>𝑖</m:t>
                          </m:r>
                        </m:e>
                        <m:sub>
                          <m:r>
                            <a:rPr lang="es-AR" sz="2400" i="1">
                              <a:latin typeface="Cambria Math" panose="02040503050406030204" pitchFamily="18" charset="0"/>
                            </a:rPr>
                            <m:t>𝑇</m:t>
                          </m:r>
                        </m:sub>
                      </m:sSub>
                      <m:r>
                        <a:rPr lang="es-AR" sz="2400" b="0" i="1" smtClean="0">
                          <a:latin typeface="Cambria Math" panose="02040503050406030204" pitchFamily="18" charset="0"/>
                        </a:rPr>
                        <m:t>=</m:t>
                      </m:r>
                      <m:f>
                        <m:fPr>
                          <m:ctrlPr>
                            <a:rPr lang="es-AR" sz="2400" b="0" i="1" smtClean="0">
                              <a:latin typeface="Cambria Math" panose="02040503050406030204" pitchFamily="18" charset="0"/>
                            </a:rPr>
                          </m:ctrlPr>
                        </m:fPr>
                        <m:num>
                          <m:sSub>
                            <m:sSubPr>
                              <m:ctrlPr>
                                <a:rPr lang="es-AR" sz="2400" i="1">
                                  <a:latin typeface="Cambria Math" panose="02040503050406030204" pitchFamily="18" charset="0"/>
                                </a:rPr>
                              </m:ctrlPr>
                            </m:sSubPr>
                            <m:e>
                              <m:r>
                                <a:rPr lang="es-AR" sz="2400" i="1">
                                  <a:latin typeface="Cambria Math" panose="02040503050406030204" pitchFamily="18" charset="0"/>
                                </a:rPr>
                                <m:t>𝑖</m:t>
                              </m:r>
                            </m:e>
                            <m:sub>
                              <m:r>
                                <a:rPr lang="es-AR" sz="2400" i="1">
                                  <a:latin typeface="Cambria Math" panose="02040503050406030204" pitchFamily="18" charset="0"/>
                                </a:rPr>
                                <m:t>1</m:t>
                              </m:r>
                            </m:sub>
                          </m:sSub>
                          <m:r>
                            <a:rPr lang="es-AR" sz="2400" b="0" i="1" smtClean="0">
                              <a:latin typeface="Cambria Math" panose="02040503050406030204" pitchFamily="18" charset="0"/>
                            </a:rPr>
                            <m:t>+</m:t>
                          </m:r>
                          <m:sSub>
                            <m:sSubPr>
                              <m:ctrlPr>
                                <a:rPr lang="es-AR" sz="2400" i="1">
                                  <a:latin typeface="Cambria Math" panose="02040503050406030204" pitchFamily="18" charset="0"/>
                                </a:rPr>
                              </m:ctrlPr>
                            </m:sSubPr>
                            <m:e>
                              <m:r>
                                <a:rPr lang="es-AR" sz="2400" i="1">
                                  <a:latin typeface="Cambria Math" panose="02040503050406030204" pitchFamily="18" charset="0"/>
                                </a:rPr>
                                <m:t>𝐸</m:t>
                              </m:r>
                              <m:r>
                                <a:rPr lang="es-AR" sz="2400" i="1">
                                  <a:latin typeface="Cambria Math" panose="02040503050406030204" pitchFamily="18" charset="0"/>
                                </a:rPr>
                                <m:t>[</m:t>
                              </m:r>
                              <m:r>
                                <a:rPr lang="es-AR" sz="2400" i="1">
                                  <a:latin typeface="Cambria Math" panose="02040503050406030204" pitchFamily="18" charset="0"/>
                                </a:rPr>
                                <m:t>𝑖</m:t>
                              </m:r>
                            </m:e>
                            <m:sub>
                              <m:r>
                                <a:rPr lang="es-AR" sz="2400" i="1">
                                  <a:latin typeface="Cambria Math" panose="02040503050406030204" pitchFamily="18" charset="0"/>
                                </a:rPr>
                                <m:t>1,1</m:t>
                              </m:r>
                            </m:sub>
                          </m:sSub>
                          <m:r>
                            <a:rPr lang="es-AR" sz="2400" i="1">
                              <a:latin typeface="Cambria Math" panose="02040503050406030204" pitchFamily="18" charset="0"/>
                            </a:rPr>
                            <m:t>]</m:t>
                          </m:r>
                          <m:r>
                            <a:rPr lang="es-AR" sz="2400" i="1">
                              <a:latin typeface="Cambria Math" panose="02040503050406030204" pitchFamily="18" charset="0"/>
                            </a:rPr>
                            <m:t>+…+</m:t>
                          </m:r>
                          <m:sSub>
                            <m:sSubPr>
                              <m:ctrlPr>
                                <a:rPr lang="es-AR" sz="2400" i="1">
                                  <a:latin typeface="Cambria Math" panose="02040503050406030204" pitchFamily="18" charset="0"/>
                                </a:rPr>
                              </m:ctrlPr>
                            </m:sSubPr>
                            <m:e>
                              <m:r>
                                <a:rPr lang="es-AR" sz="2400" i="1">
                                  <a:latin typeface="Cambria Math" panose="02040503050406030204" pitchFamily="18" charset="0"/>
                                </a:rPr>
                                <m:t>𝐸</m:t>
                              </m:r>
                              <m:r>
                                <a:rPr lang="es-AR" sz="2400" i="1">
                                  <a:latin typeface="Cambria Math" panose="02040503050406030204" pitchFamily="18" charset="0"/>
                                </a:rPr>
                                <m:t>[</m:t>
                              </m:r>
                              <m:r>
                                <a:rPr lang="es-AR" sz="2400" i="1">
                                  <a:latin typeface="Cambria Math" panose="02040503050406030204" pitchFamily="18" charset="0"/>
                                </a:rPr>
                                <m:t>𝑖</m:t>
                              </m:r>
                            </m:e>
                            <m:sub>
                              <m:r>
                                <a:rPr lang="es-AR" sz="2400" i="1">
                                  <a:latin typeface="Cambria Math" panose="02040503050406030204" pitchFamily="18" charset="0"/>
                                </a:rPr>
                                <m:t>𝑇</m:t>
                              </m:r>
                              <m:r>
                                <a:rPr lang="es-AR" sz="2400" i="1">
                                  <a:latin typeface="Cambria Math" panose="02040503050406030204" pitchFamily="18" charset="0"/>
                                </a:rPr>
                                <m:t>−1,1</m:t>
                              </m:r>
                            </m:sub>
                          </m:sSub>
                          <m:r>
                            <a:rPr lang="es-AR" sz="2400" i="1">
                              <a:latin typeface="Cambria Math" panose="02040503050406030204" pitchFamily="18" charset="0"/>
                            </a:rPr>
                            <m:t>]</m:t>
                          </m:r>
                        </m:num>
                        <m:den>
                          <m:r>
                            <a:rPr lang="es-AR" sz="2400" b="0" i="1" smtClean="0">
                              <a:latin typeface="Cambria Math" panose="02040503050406030204" pitchFamily="18" charset="0"/>
                            </a:rPr>
                            <m:t>𝑇</m:t>
                          </m:r>
                        </m:den>
                      </m:f>
                    </m:oMath>
                  </m:oMathPara>
                </a14:m>
                <a:endParaRPr lang="es-AR" sz="2400" i="1" dirty="0"/>
              </a:p>
            </p:txBody>
          </p:sp>
        </mc:Choice>
        <mc:Fallback>
          <p:sp>
            <p:nvSpPr>
              <p:cNvPr id="6" name="CuadroTexto 5">
                <a:extLst>
                  <a:ext uri="{FF2B5EF4-FFF2-40B4-BE49-F238E27FC236}">
                    <a16:creationId xmlns:a16="http://schemas.microsoft.com/office/drawing/2014/main" id="{666993E8-007C-0620-892E-60B9791FD1DA}"/>
                  </a:ext>
                </a:extLst>
              </p:cNvPr>
              <p:cNvSpPr txBox="1">
                <a:spLocks noRot="1" noChangeAspect="1" noMove="1" noResize="1" noEditPoints="1" noAdjustHandles="1" noChangeArrowheads="1" noChangeShapeType="1" noTextEdit="1"/>
              </p:cNvSpPr>
              <p:nvPr/>
            </p:nvSpPr>
            <p:spPr>
              <a:xfrm>
                <a:off x="3855482" y="3691890"/>
                <a:ext cx="4481035" cy="794000"/>
              </a:xfrm>
              <a:prstGeom prst="rect">
                <a:avLst/>
              </a:prstGeom>
              <a:blipFill>
                <a:blip r:embed="rId3"/>
                <a:stretch>
                  <a:fillRect/>
                </a:stretch>
              </a:blipFill>
            </p:spPr>
            <p:txBody>
              <a:bodyPr/>
              <a:lstStyle/>
              <a:p>
                <a:r>
                  <a:rPr lang="es-AR">
                    <a:noFill/>
                  </a:rPr>
                  <a:t> </a:t>
                </a:r>
              </a:p>
            </p:txBody>
          </p:sp>
        </mc:Fallback>
      </mc:AlternateContent>
    </p:spTree>
    <p:extLst>
      <p:ext uri="{BB962C8B-B14F-4D97-AF65-F5344CB8AC3E}">
        <p14:creationId xmlns:p14="http://schemas.microsoft.com/office/powerpoint/2010/main" val="207361171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CDB92A-4B42-EB66-0E36-B37B21B662AC}"/>
            </a:ext>
          </a:extLst>
        </p:cNvPr>
        <p:cNvGrpSpPr/>
        <p:nvPr/>
      </p:nvGrpSpPr>
      <p:grpSpPr>
        <a:xfrm>
          <a:off x="0" y="0"/>
          <a:ext cx="0" cy="0"/>
          <a:chOff x="0" y="0"/>
          <a:chExt cx="0" cy="0"/>
        </a:xfrm>
      </p:grpSpPr>
      <p:grpSp>
        <p:nvGrpSpPr>
          <p:cNvPr id="2" name="Grupo 1">
            <a:extLst>
              <a:ext uri="{FF2B5EF4-FFF2-40B4-BE49-F238E27FC236}">
                <a16:creationId xmlns:a16="http://schemas.microsoft.com/office/drawing/2014/main" id="{CA88112B-5089-68D5-ABA9-E5E1E6AF4688}"/>
              </a:ext>
            </a:extLst>
          </p:cNvPr>
          <p:cNvGrpSpPr/>
          <p:nvPr/>
        </p:nvGrpSpPr>
        <p:grpSpPr>
          <a:xfrm>
            <a:off x="301478" y="101545"/>
            <a:ext cx="5970567" cy="584775"/>
            <a:chOff x="301478" y="101545"/>
            <a:chExt cx="5970567" cy="584775"/>
          </a:xfrm>
        </p:grpSpPr>
        <p:sp>
          <p:nvSpPr>
            <p:cNvPr id="3" name="CuadroTexto 2">
              <a:extLst>
                <a:ext uri="{FF2B5EF4-FFF2-40B4-BE49-F238E27FC236}">
                  <a16:creationId xmlns:a16="http://schemas.microsoft.com/office/drawing/2014/main" id="{BEECDE38-CC54-5599-FDB5-0C6BE57AE368}"/>
                </a:ext>
              </a:extLst>
            </p:cNvPr>
            <p:cNvSpPr txBox="1"/>
            <p:nvPr/>
          </p:nvSpPr>
          <p:spPr>
            <a:xfrm>
              <a:off x="404348" y="101545"/>
              <a:ext cx="5867697" cy="584775"/>
            </a:xfrm>
            <a:prstGeom prst="rect">
              <a:avLst/>
            </a:prstGeom>
            <a:noFill/>
          </p:spPr>
          <p:txBody>
            <a:bodyPr wrap="none" rtlCol="0">
              <a:spAutoFit/>
            </a:bodyPr>
            <a:lstStyle/>
            <a:p>
              <a:r>
                <a:rPr lang="es-AR" sz="3200" dirty="0">
                  <a:latin typeface="+mj-lt"/>
                  <a:cs typeface="Times New Roman" panose="02020603050405020304" pitchFamily="18" charset="0"/>
                </a:rPr>
                <a:t>Límites a la creación endógena</a:t>
              </a:r>
            </a:p>
          </p:txBody>
        </p:sp>
        <p:cxnSp>
          <p:nvCxnSpPr>
            <p:cNvPr id="4" name="Conector recto 3">
              <a:extLst>
                <a:ext uri="{FF2B5EF4-FFF2-40B4-BE49-F238E27FC236}">
                  <a16:creationId xmlns:a16="http://schemas.microsoft.com/office/drawing/2014/main" id="{E2BCCFB3-65F1-C850-2101-AD35448DD442}"/>
                </a:ext>
              </a:extLst>
            </p:cNvPr>
            <p:cNvCxnSpPr>
              <a:cxnSpLocks/>
            </p:cNvCxnSpPr>
            <p:nvPr/>
          </p:nvCxnSpPr>
          <p:spPr>
            <a:xfrm>
              <a:off x="301478" y="231932"/>
              <a:ext cx="0" cy="324000"/>
            </a:xfrm>
            <a:prstGeom prst="line">
              <a:avLst/>
            </a:prstGeom>
            <a:ln w="76200">
              <a:solidFill>
                <a:schemeClr val="tx1"/>
              </a:solidFill>
            </a:ln>
          </p:spPr>
          <p:style>
            <a:lnRef idx="2">
              <a:schemeClr val="accent1"/>
            </a:lnRef>
            <a:fillRef idx="0">
              <a:schemeClr val="accent1"/>
            </a:fillRef>
            <a:effectRef idx="1">
              <a:schemeClr val="accent1"/>
            </a:effectRef>
            <a:fontRef idx="minor">
              <a:schemeClr val="tx1"/>
            </a:fontRef>
          </p:style>
        </p:cxnSp>
      </p:grpSp>
      <p:sp>
        <p:nvSpPr>
          <p:cNvPr id="5" name="CuadroTexto 4">
            <a:extLst>
              <a:ext uri="{FF2B5EF4-FFF2-40B4-BE49-F238E27FC236}">
                <a16:creationId xmlns:a16="http://schemas.microsoft.com/office/drawing/2014/main" id="{15712C1D-ECC4-3565-A7BF-7502C92EF9AA}"/>
              </a:ext>
            </a:extLst>
          </p:cNvPr>
          <p:cNvSpPr txBox="1"/>
          <p:nvPr/>
        </p:nvSpPr>
        <p:spPr>
          <a:xfrm>
            <a:off x="404347" y="1152051"/>
            <a:ext cx="11391413" cy="461665"/>
          </a:xfrm>
          <a:prstGeom prst="rect">
            <a:avLst/>
          </a:prstGeom>
          <a:noFill/>
        </p:spPr>
        <p:txBody>
          <a:bodyPr wrap="square" rtlCol="0">
            <a:spAutoFit/>
          </a:bodyPr>
          <a:lstStyle/>
          <a:p>
            <a:r>
              <a:rPr lang="es-AR" sz="2400" dirty="0"/>
              <a:t>Política monetaria</a:t>
            </a:r>
          </a:p>
        </p:txBody>
      </p:sp>
      <mc:AlternateContent xmlns:mc="http://schemas.openxmlformats.org/markup-compatibility/2006">
        <mc:Choice xmlns:a14="http://schemas.microsoft.com/office/drawing/2010/main" Requires="a14">
          <p:sp>
            <p:nvSpPr>
              <p:cNvPr id="6" name="CuadroTexto 5">
                <a:extLst>
                  <a:ext uri="{FF2B5EF4-FFF2-40B4-BE49-F238E27FC236}">
                    <a16:creationId xmlns:a16="http://schemas.microsoft.com/office/drawing/2014/main" id="{F30367AD-1EAC-E42B-FDBC-427B3088193D}"/>
                  </a:ext>
                </a:extLst>
              </p:cNvPr>
              <p:cNvSpPr txBox="1"/>
              <p:nvPr/>
            </p:nvSpPr>
            <p:spPr>
              <a:xfrm>
                <a:off x="3855482" y="3691890"/>
                <a:ext cx="4481035" cy="79400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s-AR" sz="2400" i="1">
                              <a:latin typeface="Cambria Math" panose="02040503050406030204" pitchFamily="18" charset="0"/>
                            </a:rPr>
                          </m:ctrlPr>
                        </m:sSubPr>
                        <m:e>
                          <m:r>
                            <a:rPr lang="es-AR" sz="2400" i="1">
                              <a:latin typeface="Cambria Math" panose="02040503050406030204" pitchFamily="18" charset="0"/>
                            </a:rPr>
                            <m:t>𝑖</m:t>
                          </m:r>
                        </m:e>
                        <m:sub>
                          <m:r>
                            <a:rPr lang="es-AR" sz="2400" i="1">
                              <a:latin typeface="Cambria Math" panose="02040503050406030204" pitchFamily="18" charset="0"/>
                            </a:rPr>
                            <m:t>𝑇</m:t>
                          </m:r>
                        </m:sub>
                      </m:sSub>
                      <m:r>
                        <a:rPr lang="es-AR" sz="2400" b="0" i="1" smtClean="0">
                          <a:latin typeface="Cambria Math" panose="02040503050406030204" pitchFamily="18" charset="0"/>
                        </a:rPr>
                        <m:t>=</m:t>
                      </m:r>
                      <m:f>
                        <m:fPr>
                          <m:ctrlPr>
                            <a:rPr lang="es-AR" sz="2400" b="0" i="1" smtClean="0">
                              <a:latin typeface="Cambria Math" panose="02040503050406030204" pitchFamily="18" charset="0"/>
                            </a:rPr>
                          </m:ctrlPr>
                        </m:fPr>
                        <m:num>
                          <m:sSub>
                            <m:sSubPr>
                              <m:ctrlPr>
                                <a:rPr lang="es-AR" sz="2400" i="1">
                                  <a:latin typeface="Cambria Math" panose="02040503050406030204" pitchFamily="18" charset="0"/>
                                </a:rPr>
                              </m:ctrlPr>
                            </m:sSubPr>
                            <m:e>
                              <m:r>
                                <a:rPr lang="es-AR" sz="2400" i="1">
                                  <a:latin typeface="Cambria Math" panose="02040503050406030204" pitchFamily="18" charset="0"/>
                                </a:rPr>
                                <m:t>𝑖</m:t>
                              </m:r>
                            </m:e>
                            <m:sub>
                              <m:r>
                                <a:rPr lang="es-AR" sz="2400" i="1">
                                  <a:latin typeface="Cambria Math" panose="02040503050406030204" pitchFamily="18" charset="0"/>
                                </a:rPr>
                                <m:t>1</m:t>
                              </m:r>
                            </m:sub>
                          </m:sSub>
                          <m:r>
                            <a:rPr lang="es-AR" sz="2400" b="0" i="1" smtClean="0">
                              <a:latin typeface="Cambria Math" panose="02040503050406030204" pitchFamily="18" charset="0"/>
                            </a:rPr>
                            <m:t>+</m:t>
                          </m:r>
                          <m:sSub>
                            <m:sSubPr>
                              <m:ctrlPr>
                                <a:rPr lang="es-AR" sz="2400" i="1">
                                  <a:latin typeface="Cambria Math" panose="02040503050406030204" pitchFamily="18" charset="0"/>
                                </a:rPr>
                              </m:ctrlPr>
                            </m:sSubPr>
                            <m:e>
                              <m:r>
                                <a:rPr lang="es-AR" sz="2400" i="1">
                                  <a:latin typeface="Cambria Math" panose="02040503050406030204" pitchFamily="18" charset="0"/>
                                </a:rPr>
                                <m:t>𝐸</m:t>
                              </m:r>
                              <m:r>
                                <a:rPr lang="es-AR" sz="2400" i="1">
                                  <a:latin typeface="Cambria Math" panose="02040503050406030204" pitchFamily="18" charset="0"/>
                                </a:rPr>
                                <m:t>[</m:t>
                              </m:r>
                              <m:r>
                                <a:rPr lang="es-AR" sz="2400" i="1">
                                  <a:latin typeface="Cambria Math" panose="02040503050406030204" pitchFamily="18" charset="0"/>
                                </a:rPr>
                                <m:t>𝑖</m:t>
                              </m:r>
                            </m:e>
                            <m:sub>
                              <m:r>
                                <a:rPr lang="es-AR" sz="2400" i="1">
                                  <a:latin typeface="Cambria Math" panose="02040503050406030204" pitchFamily="18" charset="0"/>
                                </a:rPr>
                                <m:t>1,1</m:t>
                              </m:r>
                            </m:sub>
                          </m:sSub>
                          <m:r>
                            <a:rPr lang="es-AR" sz="2400" i="1">
                              <a:latin typeface="Cambria Math" panose="02040503050406030204" pitchFamily="18" charset="0"/>
                            </a:rPr>
                            <m:t>]+…+</m:t>
                          </m:r>
                          <m:sSub>
                            <m:sSubPr>
                              <m:ctrlPr>
                                <a:rPr lang="es-AR" sz="2400" i="1">
                                  <a:latin typeface="Cambria Math" panose="02040503050406030204" pitchFamily="18" charset="0"/>
                                </a:rPr>
                              </m:ctrlPr>
                            </m:sSubPr>
                            <m:e>
                              <m:r>
                                <a:rPr lang="es-AR" sz="2400" i="1">
                                  <a:latin typeface="Cambria Math" panose="02040503050406030204" pitchFamily="18" charset="0"/>
                                </a:rPr>
                                <m:t>𝐸</m:t>
                              </m:r>
                              <m:r>
                                <a:rPr lang="es-AR" sz="2400" i="1">
                                  <a:latin typeface="Cambria Math" panose="02040503050406030204" pitchFamily="18" charset="0"/>
                                </a:rPr>
                                <m:t>[</m:t>
                              </m:r>
                              <m:r>
                                <a:rPr lang="es-AR" sz="2400" i="1">
                                  <a:latin typeface="Cambria Math" panose="02040503050406030204" pitchFamily="18" charset="0"/>
                                </a:rPr>
                                <m:t>𝑖</m:t>
                              </m:r>
                            </m:e>
                            <m:sub>
                              <m:r>
                                <a:rPr lang="es-AR" sz="2400" i="1">
                                  <a:latin typeface="Cambria Math" panose="02040503050406030204" pitchFamily="18" charset="0"/>
                                </a:rPr>
                                <m:t>𝑇</m:t>
                              </m:r>
                              <m:r>
                                <a:rPr lang="es-AR" sz="2400" i="1">
                                  <a:latin typeface="Cambria Math" panose="02040503050406030204" pitchFamily="18" charset="0"/>
                                </a:rPr>
                                <m:t>−1,1</m:t>
                              </m:r>
                            </m:sub>
                          </m:sSub>
                          <m:r>
                            <a:rPr lang="es-AR" sz="2400" i="1">
                              <a:latin typeface="Cambria Math" panose="02040503050406030204" pitchFamily="18" charset="0"/>
                            </a:rPr>
                            <m:t>]</m:t>
                          </m:r>
                        </m:num>
                        <m:den>
                          <m:r>
                            <a:rPr lang="es-AR" sz="2400" b="0" i="1" smtClean="0">
                              <a:latin typeface="Cambria Math" panose="02040503050406030204" pitchFamily="18" charset="0"/>
                            </a:rPr>
                            <m:t>𝑇</m:t>
                          </m:r>
                        </m:den>
                      </m:f>
                    </m:oMath>
                  </m:oMathPara>
                </a14:m>
                <a:endParaRPr lang="es-AR" sz="2400" i="1" dirty="0"/>
              </a:p>
            </p:txBody>
          </p:sp>
        </mc:Choice>
        <mc:Fallback>
          <p:sp>
            <p:nvSpPr>
              <p:cNvPr id="6" name="CuadroTexto 5">
                <a:extLst>
                  <a:ext uri="{FF2B5EF4-FFF2-40B4-BE49-F238E27FC236}">
                    <a16:creationId xmlns:a16="http://schemas.microsoft.com/office/drawing/2014/main" id="{F30367AD-1EAC-E42B-FDBC-427B3088193D}"/>
                  </a:ext>
                </a:extLst>
              </p:cNvPr>
              <p:cNvSpPr txBox="1">
                <a:spLocks noRot="1" noChangeAspect="1" noMove="1" noResize="1" noEditPoints="1" noAdjustHandles="1" noChangeArrowheads="1" noChangeShapeType="1" noTextEdit="1"/>
              </p:cNvSpPr>
              <p:nvPr/>
            </p:nvSpPr>
            <p:spPr>
              <a:xfrm>
                <a:off x="3855482" y="3691890"/>
                <a:ext cx="4481035" cy="794000"/>
              </a:xfrm>
              <a:prstGeom prst="rect">
                <a:avLst/>
              </a:prstGeom>
              <a:blipFill>
                <a:blip r:embed="rId3"/>
                <a:stretch>
                  <a:fillRect/>
                </a:stretch>
              </a:blipFill>
            </p:spPr>
            <p:txBody>
              <a:bodyPr/>
              <a:lstStyle/>
              <a:p>
                <a:r>
                  <a:rPr lang="es-AR">
                    <a:noFill/>
                  </a:rPr>
                  <a:t> </a:t>
                </a:r>
              </a:p>
            </p:txBody>
          </p:sp>
        </mc:Fallback>
      </mc:AlternateContent>
      <p:pic>
        <p:nvPicPr>
          <p:cNvPr id="7" name="Imagen 6">
            <a:extLst>
              <a:ext uri="{FF2B5EF4-FFF2-40B4-BE49-F238E27FC236}">
                <a16:creationId xmlns:a16="http://schemas.microsoft.com/office/drawing/2014/main" id="{A2A0B1BF-9168-3CF0-A4C9-DDB7F252C419}"/>
              </a:ext>
            </a:extLst>
          </p:cNvPr>
          <p:cNvPicPr>
            <a:picLocks noChangeAspect="1"/>
          </p:cNvPicPr>
          <p:nvPr/>
        </p:nvPicPr>
        <p:blipFill>
          <a:blip r:embed="rId4"/>
          <a:stretch>
            <a:fillRect/>
          </a:stretch>
        </p:blipFill>
        <p:spPr>
          <a:xfrm>
            <a:off x="727913" y="1882798"/>
            <a:ext cx="8736127" cy="4751771"/>
          </a:xfrm>
          <a:prstGeom prst="rect">
            <a:avLst/>
          </a:prstGeom>
        </p:spPr>
      </p:pic>
    </p:spTree>
    <p:extLst>
      <p:ext uri="{BB962C8B-B14F-4D97-AF65-F5344CB8AC3E}">
        <p14:creationId xmlns:p14="http://schemas.microsoft.com/office/powerpoint/2010/main" val="297523438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12C34C-C779-EC56-32FF-01EA9671D2B0}"/>
            </a:ext>
          </a:extLst>
        </p:cNvPr>
        <p:cNvGrpSpPr/>
        <p:nvPr/>
      </p:nvGrpSpPr>
      <p:grpSpPr>
        <a:xfrm>
          <a:off x="0" y="0"/>
          <a:ext cx="0" cy="0"/>
          <a:chOff x="0" y="0"/>
          <a:chExt cx="0" cy="0"/>
        </a:xfrm>
      </p:grpSpPr>
      <p:grpSp>
        <p:nvGrpSpPr>
          <p:cNvPr id="2" name="Grupo 1">
            <a:extLst>
              <a:ext uri="{FF2B5EF4-FFF2-40B4-BE49-F238E27FC236}">
                <a16:creationId xmlns:a16="http://schemas.microsoft.com/office/drawing/2014/main" id="{C02744BC-B189-96EA-AD9D-4B6D8E9D5132}"/>
              </a:ext>
            </a:extLst>
          </p:cNvPr>
          <p:cNvGrpSpPr/>
          <p:nvPr/>
        </p:nvGrpSpPr>
        <p:grpSpPr>
          <a:xfrm>
            <a:off x="301478" y="101545"/>
            <a:ext cx="4763890" cy="584775"/>
            <a:chOff x="301478" y="101545"/>
            <a:chExt cx="4763890" cy="584775"/>
          </a:xfrm>
        </p:grpSpPr>
        <p:sp>
          <p:nvSpPr>
            <p:cNvPr id="3" name="CuadroTexto 2">
              <a:extLst>
                <a:ext uri="{FF2B5EF4-FFF2-40B4-BE49-F238E27FC236}">
                  <a16:creationId xmlns:a16="http://schemas.microsoft.com/office/drawing/2014/main" id="{22E38EB5-033C-938F-D7BC-1263FB8FBFEA}"/>
                </a:ext>
              </a:extLst>
            </p:cNvPr>
            <p:cNvSpPr txBox="1"/>
            <p:nvPr/>
          </p:nvSpPr>
          <p:spPr>
            <a:xfrm>
              <a:off x="404348" y="101545"/>
              <a:ext cx="4661020" cy="584775"/>
            </a:xfrm>
            <a:prstGeom prst="rect">
              <a:avLst/>
            </a:prstGeom>
            <a:noFill/>
          </p:spPr>
          <p:txBody>
            <a:bodyPr wrap="none" rtlCol="0">
              <a:spAutoFit/>
            </a:bodyPr>
            <a:lstStyle/>
            <a:p>
              <a:r>
                <a:rPr lang="es-AR" sz="3200" dirty="0" err="1">
                  <a:latin typeface="+mj-lt"/>
                  <a:cs typeface="Times New Roman" panose="02020603050405020304" pitchFamily="18" charset="0"/>
                </a:rPr>
                <a:t>Quantitative</a:t>
              </a:r>
              <a:r>
                <a:rPr lang="es-AR" sz="3200" dirty="0">
                  <a:latin typeface="+mj-lt"/>
                  <a:cs typeface="Times New Roman" panose="02020603050405020304" pitchFamily="18" charset="0"/>
                </a:rPr>
                <a:t> </a:t>
              </a:r>
              <a:r>
                <a:rPr lang="es-AR" sz="3200" dirty="0" err="1">
                  <a:latin typeface="+mj-lt"/>
                  <a:cs typeface="Times New Roman" panose="02020603050405020304" pitchFamily="18" charset="0"/>
                </a:rPr>
                <a:t>Easing</a:t>
              </a:r>
              <a:r>
                <a:rPr lang="es-AR" sz="3200" dirty="0">
                  <a:latin typeface="+mj-lt"/>
                  <a:cs typeface="Times New Roman" panose="02020603050405020304" pitchFamily="18" charset="0"/>
                </a:rPr>
                <a:t> (QE)</a:t>
              </a:r>
            </a:p>
          </p:txBody>
        </p:sp>
        <p:cxnSp>
          <p:nvCxnSpPr>
            <p:cNvPr id="4" name="Conector recto 3">
              <a:extLst>
                <a:ext uri="{FF2B5EF4-FFF2-40B4-BE49-F238E27FC236}">
                  <a16:creationId xmlns:a16="http://schemas.microsoft.com/office/drawing/2014/main" id="{635C44D0-CBB0-BAAB-EFF4-7858A9BBC879}"/>
                </a:ext>
              </a:extLst>
            </p:cNvPr>
            <p:cNvCxnSpPr>
              <a:cxnSpLocks/>
            </p:cNvCxnSpPr>
            <p:nvPr/>
          </p:nvCxnSpPr>
          <p:spPr>
            <a:xfrm>
              <a:off x="301478" y="231932"/>
              <a:ext cx="0" cy="324000"/>
            </a:xfrm>
            <a:prstGeom prst="line">
              <a:avLst/>
            </a:prstGeom>
            <a:ln w="76200">
              <a:solidFill>
                <a:schemeClr val="tx1"/>
              </a:solidFill>
            </a:ln>
          </p:spPr>
          <p:style>
            <a:lnRef idx="2">
              <a:schemeClr val="accent1"/>
            </a:lnRef>
            <a:fillRef idx="0">
              <a:schemeClr val="accent1"/>
            </a:fillRef>
            <a:effectRef idx="1">
              <a:schemeClr val="accent1"/>
            </a:effectRef>
            <a:fontRef idx="minor">
              <a:schemeClr val="tx1"/>
            </a:fontRef>
          </p:style>
        </p:cxnSp>
      </p:grpSp>
      <p:sp>
        <p:nvSpPr>
          <p:cNvPr id="5" name="CuadroTexto 4">
            <a:extLst>
              <a:ext uri="{FF2B5EF4-FFF2-40B4-BE49-F238E27FC236}">
                <a16:creationId xmlns:a16="http://schemas.microsoft.com/office/drawing/2014/main" id="{322173CA-5A43-04A0-4241-B9B68DA722FA}"/>
              </a:ext>
            </a:extLst>
          </p:cNvPr>
          <p:cNvSpPr txBox="1"/>
          <p:nvPr/>
        </p:nvSpPr>
        <p:spPr>
          <a:xfrm>
            <a:off x="404347" y="1152051"/>
            <a:ext cx="11391413" cy="3785652"/>
          </a:xfrm>
          <a:prstGeom prst="rect">
            <a:avLst/>
          </a:prstGeom>
          <a:noFill/>
        </p:spPr>
        <p:txBody>
          <a:bodyPr wrap="square" rtlCol="0">
            <a:spAutoFit/>
          </a:bodyPr>
          <a:lstStyle/>
          <a:p>
            <a:pPr marL="342900" indent="-342900">
              <a:buFont typeface="Arial" panose="020B0604020202020204" pitchFamily="34" charset="0"/>
              <a:buChar char="•"/>
            </a:pPr>
            <a:r>
              <a:rPr lang="es-AR" sz="2400" dirty="0"/>
              <a:t>Otro límite puede ser el QE.</a:t>
            </a:r>
          </a:p>
          <a:p>
            <a:pPr marL="342900" indent="-342900">
              <a:buFont typeface="Arial" panose="020B0604020202020204" pitchFamily="34" charset="0"/>
              <a:buChar char="•"/>
            </a:pPr>
            <a:endParaRPr lang="es-AR" sz="2400" dirty="0"/>
          </a:p>
          <a:p>
            <a:pPr marL="342900" indent="-342900">
              <a:buFont typeface="Arial" panose="020B0604020202020204" pitchFamily="34" charset="0"/>
              <a:buChar char="•"/>
            </a:pPr>
            <a:r>
              <a:rPr lang="es-AR" sz="2400" dirty="0"/>
              <a:t>Consiste en operaciones de mercado abierto con bonos del gobierno a largo plazo.</a:t>
            </a:r>
          </a:p>
          <a:p>
            <a:pPr marL="342900" indent="-342900">
              <a:buFont typeface="Arial" panose="020B0604020202020204" pitchFamily="34" charset="0"/>
              <a:buChar char="•"/>
            </a:pPr>
            <a:endParaRPr lang="es-AR" sz="2400" dirty="0"/>
          </a:p>
          <a:p>
            <a:pPr marL="342900" indent="-342900">
              <a:buFont typeface="Arial" panose="020B0604020202020204" pitchFamily="34" charset="0"/>
              <a:buChar char="•"/>
            </a:pPr>
            <a:r>
              <a:rPr lang="es-AR" sz="2400" dirty="0"/>
              <a:t>El BC compra o vende bonos de largo plazo para influir en tasas largas.</a:t>
            </a:r>
          </a:p>
          <a:p>
            <a:pPr marL="342900" indent="-342900">
              <a:buFont typeface="Arial" panose="020B0604020202020204" pitchFamily="34" charset="0"/>
              <a:buChar char="•"/>
            </a:pPr>
            <a:endParaRPr lang="es-AR" sz="2400" dirty="0"/>
          </a:p>
          <a:p>
            <a:pPr marL="342900" indent="-342900">
              <a:buFont typeface="Arial" panose="020B0604020202020204" pitchFamily="34" charset="0"/>
              <a:buChar char="•"/>
            </a:pPr>
            <a:r>
              <a:rPr lang="es-AR" sz="2400" dirty="0"/>
              <a:t>Si bajan las tasas largas, inducen a los depositantes a aumentar el gasto.</a:t>
            </a:r>
          </a:p>
          <a:p>
            <a:pPr marL="342900" indent="-342900">
              <a:buFont typeface="Arial" panose="020B0604020202020204" pitchFamily="34" charset="0"/>
              <a:buChar char="•"/>
            </a:pPr>
            <a:endParaRPr lang="es-AR" sz="2400" dirty="0"/>
          </a:p>
          <a:p>
            <a:pPr marL="342900" indent="-342900">
              <a:buFont typeface="Arial" panose="020B0604020202020204" pitchFamily="34" charset="0"/>
              <a:buChar char="•"/>
            </a:pPr>
            <a:r>
              <a:rPr lang="es-AR" sz="2400" dirty="0"/>
              <a:t>Si las suben, inducen </a:t>
            </a:r>
            <a:r>
              <a:rPr lang="es-AR" sz="2400"/>
              <a:t>a gastar </a:t>
            </a:r>
            <a:r>
              <a:rPr lang="es-AR" sz="2400" dirty="0"/>
              <a:t>menos.</a:t>
            </a:r>
          </a:p>
        </p:txBody>
      </p:sp>
    </p:spTree>
    <p:extLst>
      <p:ext uri="{BB962C8B-B14F-4D97-AF65-F5344CB8AC3E}">
        <p14:creationId xmlns:p14="http://schemas.microsoft.com/office/powerpoint/2010/main" val="103481137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EF035C-14DA-7276-0FB0-95AB6DFFE5EC}"/>
            </a:ext>
          </a:extLst>
        </p:cNvPr>
        <p:cNvGrpSpPr/>
        <p:nvPr/>
      </p:nvGrpSpPr>
      <p:grpSpPr>
        <a:xfrm>
          <a:off x="0" y="0"/>
          <a:ext cx="0" cy="0"/>
          <a:chOff x="0" y="0"/>
          <a:chExt cx="0" cy="0"/>
        </a:xfrm>
      </p:grpSpPr>
      <p:grpSp>
        <p:nvGrpSpPr>
          <p:cNvPr id="2" name="Grupo 1">
            <a:extLst>
              <a:ext uri="{FF2B5EF4-FFF2-40B4-BE49-F238E27FC236}">
                <a16:creationId xmlns:a16="http://schemas.microsoft.com/office/drawing/2014/main" id="{EB0E7FC5-9831-33E4-1B9D-0DD63981CD1D}"/>
              </a:ext>
            </a:extLst>
          </p:cNvPr>
          <p:cNvGrpSpPr/>
          <p:nvPr/>
        </p:nvGrpSpPr>
        <p:grpSpPr>
          <a:xfrm>
            <a:off x="301478" y="101545"/>
            <a:ext cx="4763890" cy="584775"/>
            <a:chOff x="301478" y="101545"/>
            <a:chExt cx="4763890" cy="584775"/>
          </a:xfrm>
        </p:grpSpPr>
        <p:sp>
          <p:nvSpPr>
            <p:cNvPr id="3" name="CuadroTexto 2">
              <a:extLst>
                <a:ext uri="{FF2B5EF4-FFF2-40B4-BE49-F238E27FC236}">
                  <a16:creationId xmlns:a16="http://schemas.microsoft.com/office/drawing/2014/main" id="{0353D355-EF98-D143-126F-52181203A40D}"/>
                </a:ext>
              </a:extLst>
            </p:cNvPr>
            <p:cNvSpPr txBox="1"/>
            <p:nvPr/>
          </p:nvSpPr>
          <p:spPr>
            <a:xfrm>
              <a:off x="404348" y="101545"/>
              <a:ext cx="4661020" cy="584775"/>
            </a:xfrm>
            <a:prstGeom prst="rect">
              <a:avLst/>
            </a:prstGeom>
            <a:noFill/>
          </p:spPr>
          <p:txBody>
            <a:bodyPr wrap="none" rtlCol="0">
              <a:spAutoFit/>
            </a:bodyPr>
            <a:lstStyle/>
            <a:p>
              <a:r>
                <a:rPr lang="es-AR" sz="3200" dirty="0" err="1">
                  <a:latin typeface="+mj-lt"/>
                  <a:cs typeface="Times New Roman" panose="02020603050405020304" pitchFamily="18" charset="0"/>
                </a:rPr>
                <a:t>Quantitative</a:t>
              </a:r>
              <a:r>
                <a:rPr lang="es-AR" sz="3200" dirty="0">
                  <a:latin typeface="+mj-lt"/>
                  <a:cs typeface="Times New Roman" panose="02020603050405020304" pitchFamily="18" charset="0"/>
                </a:rPr>
                <a:t> </a:t>
              </a:r>
              <a:r>
                <a:rPr lang="es-AR" sz="3200" dirty="0" err="1">
                  <a:latin typeface="+mj-lt"/>
                  <a:cs typeface="Times New Roman" panose="02020603050405020304" pitchFamily="18" charset="0"/>
                </a:rPr>
                <a:t>Easing</a:t>
              </a:r>
              <a:r>
                <a:rPr lang="es-AR" sz="3200" dirty="0">
                  <a:latin typeface="+mj-lt"/>
                  <a:cs typeface="Times New Roman" panose="02020603050405020304" pitchFamily="18" charset="0"/>
                </a:rPr>
                <a:t> (QE)</a:t>
              </a:r>
            </a:p>
          </p:txBody>
        </p:sp>
        <p:cxnSp>
          <p:nvCxnSpPr>
            <p:cNvPr id="4" name="Conector recto 3">
              <a:extLst>
                <a:ext uri="{FF2B5EF4-FFF2-40B4-BE49-F238E27FC236}">
                  <a16:creationId xmlns:a16="http://schemas.microsoft.com/office/drawing/2014/main" id="{CDEAA246-901E-C62C-8B12-8EDD5E0A1ABD}"/>
                </a:ext>
              </a:extLst>
            </p:cNvPr>
            <p:cNvCxnSpPr>
              <a:cxnSpLocks/>
            </p:cNvCxnSpPr>
            <p:nvPr/>
          </p:nvCxnSpPr>
          <p:spPr>
            <a:xfrm>
              <a:off x="301478" y="231932"/>
              <a:ext cx="0" cy="324000"/>
            </a:xfrm>
            <a:prstGeom prst="line">
              <a:avLst/>
            </a:prstGeom>
            <a:ln w="76200">
              <a:solidFill>
                <a:schemeClr val="tx1"/>
              </a:solidFill>
            </a:ln>
          </p:spPr>
          <p:style>
            <a:lnRef idx="2">
              <a:schemeClr val="accent1"/>
            </a:lnRef>
            <a:fillRef idx="0">
              <a:schemeClr val="accent1"/>
            </a:fillRef>
            <a:effectRef idx="1">
              <a:schemeClr val="accent1"/>
            </a:effectRef>
            <a:fontRef idx="minor">
              <a:schemeClr val="tx1"/>
            </a:fontRef>
          </p:style>
        </p:cxnSp>
      </p:grpSp>
      <p:sp>
        <p:nvSpPr>
          <p:cNvPr id="5" name="CuadroTexto 4">
            <a:extLst>
              <a:ext uri="{FF2B5EF4-FFF2-40B4-BE49-F238E27FC236}">
                <a16:creationId xmlns:a16="http://schemas.microsoft.com/office/drawing/2014/main" id="{D4757560-240C-77CE-6975-EE446CA0CB32}"/>
              </a:ext>
            </a:extLst>
          </p:cNvPr>
          <p:cNvSpPr txBox="1"/>
          <p:nvPr/>
        </p:nvSpPr>
        <p:spPr>
          <a:xfrm>
            <a:off x="404347" y="1152051"/>
            <a:ext cx="11391413" cy="461665"/>
          </a:xfrm>
          <a:prstGeom prst="rect">
            <a:avLst/>
          </a:prstGeom>
          <a:noFill/>
        </p:spPr>
        <p:txBody>
          <a:bodyPr wrap="square" rtlCol="0">
            <a:spAutoFit/>
          </a:bodyPr>
          <a:lstStyle/>
          <a:p>
            <a:pPr marL="342900" indent="-342900">
              <a:buFont typeface="Arial" panose="020B0604020202020204" pitchFamily="34" charset="0"/>
              <a:buChar char="•"/>
            </a:pPr>
            <a:r>
              <a:rPr lang="es-AR" sz="2400" dirty="0"/>
              <a:t>En la práctica funciona más o menos así.</a:t>
            </a:r>
          </a:p>
        </p:txBody>
      </p:sp>
      <p:cxnSp>
        <p:nvCxnSpPr>
          <p:cNvPr id="7" name="Conector recto 6">
            <a:extLst>
              <a:ext uri="{FF2B5EF4-FFF2-40B4-BE49-F238E27FC236}">
                <a16:creationId xmlns:a16="http://schemas.microsoft.com/office/drawing/2014/main" id="{1FCFCFCE-39F6-3B46-12C1-EF731A43138D}"/>
              </a:ext>
            </a:extLst>
          </p:cNvPr>
          <p:cNvCxnSpPr>
            <a:cxnSpLocks/>
          </p:cNvCxnSpPr>
          <p:nvPr/>
        </p:nvCxnSpPr>
        <p:spPr>
          <a:xfrm>
            <a:off x="1927859" y="2301638"/>
            <a:ext cx="0" cy="1800000"/>
          </a:xfrm>
          <a:prstGeom prst="line">
            <a:avLst/>
          </a:prstGeom>
        </p:spPr>
        <p:style>
          <a:lnRef idx="2">
            <a:schemeClr val="accent1"/>
          </a:lnRef>
          <a:fillRef idx="0">
            <a:schemeClr val="accent1"/>
          </a:fillRef>
          <a:effectRef idx="1">
            <a:schemeClr val="accent1"/>
          </a:effectRef>
          <a:fontRef idx="minor">
            <a:schemeClr val="tx1"/>
          </a:fontRef>
        </p:style>
      </p:cxnSp>
      <p:cxnSp>
        <p:nvCxnSpPr>
          <p:cNvPr id="8" name="Conector recto 7">
            <a:extLst>
              <a:ext uri="{FF2B5EF4-FFF2-40B4-BE49-F238E27FC236}">
                <a16:creationId xmlns:a16="http://schemas.microsoft.com/office/drawing/2014/main" id="{22EF565F-C381-3DDF-3C02-034FFD67ED4E}"/>
              </a:ext>
            </a:extLst>
          </p:cNvPr>
          <p:cNvCxnSpPr>
            <a:cxnSpLocks/>
          </p:cNvCxnSpPr>
          <p:nvPr/>
        </p:nvCxnSpPr>
        <p:spPr>
          <a:xfrm>
            <a:off x="224789" y="2301638"/>
            <a:ext cx="3600000"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9" name="Conector recto 8">
            <a:extLst>
              <a:ext uri="{FF2B5EF4-FFF2-40B4-BE49-F238E27FC236}">
                <a16:creationId xmlns:a16="http://schemas.microsoft.com/office/drawing/2014/main" id="{3EA9D559-D978-C69B-23DE-58A4BD4F601F}"/>
              </a:ext>
            </a:extLst>
          </p:cNvPr>
          <p:cNvCxnSpPr>
            <a:cxnSpLocks/>
          </p:cNvCxnSpPr>
          <p:nvPr/>
        </p:nvCxnSpPr>
        <p:spPr>
          <a:xfrm>
            <a:off x="5989319" y="2301638"/>
            <a:ext cx="0" cy="1800000"/>
          </a:xfrm>
          <a:prstGeom prst="line">
            <a:avLst/>
          </a:prstGeom>
          <a:ln>
            <a:solidFill>
              <a:schemeClr val="accent2"/>
            </a:solidFill>
          </a:ln>
        </p:spPr>
        <p:style>
          <a:lnRef idx="2">
            <a:schemeClr val="accent1"/>
          </a:lnRef>
          <a:fillRef idx="0">
            <a:schemeClr val="accent1"/>
          </a:fillRef>
          <a:effectRef idx="1">
            <a:schemeClr val="accent1"/>
          </a:effectRef>
          <a:fontRef idx="minor">
            <a:schemeClr val="tx1"/>
          </a:fontRef>
        </p:style>
      </p:cxnSp>
      <p:cxnSp>
        <p:nvCxnSpPr>
          <p:cNvPr id="10" name="Conector recto 9">
            <a:extLst>
              <a:ext uri="{FF2B5EF4-FFF2-40B4-BE49-F238E27FC236}">
                <a16:creationId xmlns:a16="http://schemas.microsoft.com/office/drawing/2014/main" id="{A6FCD423-419D-4A5D-DDD3-D40717F88608}"/>
              </a:ext>
            </a:extLst>
          </p:cNvPr>
          <p:cNvCxnSpPr>
            <a:cxnSpLocks/>
          </p:cNvCxnSpPr>
          <p:nvPr/>
        </p:nvCxnSpPr>
        <p:spPr>
          <a:xfrm>
            <a:off x="4286249" y="2301638"/>
            <a:ext cx="3600000" cy="0"/>
          </a:xfrm>
          <a:prstGeom prst="line">
            <a:avLst/>
          </a:prstGeom>
          <a:ln>
            <a:solidFill>
              <a:schemeClr val="accent2"/>
            </a:solidFill>
          </a:ln>
        </p:spPr>
        <p:style>
          <a:lnRef idx="2">
            <a:schemeClr val="accent1"/>
          </a:lnRef>
          <a:fillRef idx="0">
            <a:schemeClr val="accent1"/>
          </a:fillRef>
          <a:effectRef idx="1">
            <a:schemeClr val="accent1"/>
          </a:effectRef>
          <a:fontRef idx="minor">
            <a:schemeClr val="tx1"/>
          </a:fontRef>
        </p:style>
      </p:cxnSp>
      <p:cxnSp>
        <p:nvCxnSpPr>
          <p:cNvPr id="11" name="Conector recto 10">
            <a:extLst>
              <a:ext uri="{FF2B5EF4-FFF2-40B4-BE49-F238E27FC236}">
                <a16:creationId xmlns:a16="http://schemas.microsoft.com/office/drawing/2014/main" id="{27583F4E-9DFD-32F8-A91D-9642C940CF7C}"/>
              </a:ext>
            </a:extLst>
          </p:cNvPr>
          <p:cNvCxnSpPr>
            <a:cxnSpLocks/>
          </p:cNvCxnSpPr>
          <p:nvPr/>
        </p:nvCxnSpPr>
        <p:spPr>
          <a:xfrm>
            <a:off x="10092689" y="2301638"/>
            <a:ext cx="0" cy="1800000"/>
          </a:xfrm>
          <a:prstGeom prst="line">
            <a:avLst/>
          </a:prstGeom>
          <a:ln>
            <a:solidFill>
              <a:schemeClr val="accent6"/>
            </a:solidFill>
          </a:ln>
        </p:spPr>
        <p:style>
          <a:lnRef idx="2">
            <a:schemeClr val="accent1"/>
          </a:lnRef>
          <a:fillRef idx="0">
            <a:schemeClr val="accent1"/>
          </a:fillRef>
          <a:effectRef idx="1">
            <a:schemeClr val="accent1"/>
          </a:effectRef>
          <a:fontRef idx="minor">
            <a:schemeClr val="tx1"/>
          </a:fontRef>
        </p:style>
      </p:cxnSp>
      <p:cxnSp>
        <p:nvCxnSpPr>
          <p:cNvPr id="12" name="Conector recto 11">
            <a:extLst>
              <a:ext uri="{FF2B5EF4-FFF2-40B4-BE49-F238E27FC236}">
                <a16:creationId xmlns:a16="http://schemas.microsoft.com/office/drawing/2014/main" id="{AD7E678F-6E08-4DE0-B609-69BC12C69398}"/>
              </a:ext>
            </a:extLst>
          </p:cNvPr>
          <p:cNvCxnSpPr>
            <a:cxnSpLocks/>
          </p:cNvCxnSpPr>
          <p:nvPr/>
        </p:nvCxnSpPr>
        <p:spPr>
          <a:xfrm>
            <a:off x="8389619" y="2301638"/>
            <a:ext cx="3600000" cy="0"/>
          </a:xfrm>
          <a:prstGeom prst="line">
            <a:avLst/>
          </a:prstGeom>
          <a:ln>
            <a:solidFill>
              <a:schemeClr val="accent6"/>
            </a:solidFill>
          </a:ln>
        </p:spPr>
        <p:style>
          <a:lnRef idx="2">
            <a:schemeClr val="accent1"/>
          </a:lnRef>
          <a:fillRef idx="0">
            <a:schemeClr val="accent1"/>
          </a:fillRef>
          <a:effectRef idx="1">
            <a:schemeClr val="accent1"/>
          </a:effectRef>
          <a:fontRef idx="minor">
            <a:schemeClr val="tx1"/>
          </a:fontRef>
        </p:style>
      </p:cxnSp>
      <p:sp>
        <p:nvSpPr>
          <p:cNvPr id="13" name="CuadroTexto 12">
            <a:extLst>
              <a:ext uri="{FF2B5EF4-FFF2-40B4-BE49-F238E27FC236}">
                <a16:creationId xmlns:a16="http://schemas.microsoft.com/office/drawing/2014/main" id="{9B3CC028-2BB0-8A0E-CFA7-8E199E91D7ED}"/>
              </a:ext>
            </a:extLst>
          </p:cNvPr>
          <p:cNvSpPr txBox="1"/>
          <p:nvPr/>
        </p:nvSpPr>
        <p:spPr>
          <a:xfrm>
            <a:off x="861303" y="1793550"/>
            <a:ext cx="2133112" cy="461665"/>
          </a:xfrm>
          <a:prstGeom prst="rect">
            <a:avLst/>
          </a:prstGeom>
          <a:noFill/>
        </p:spPr>
        <p:txBody>
          <a:bodyPr wrap="square" rtlCol="0">
            <a:spAutoFit/>
          </a:bodyPr>
          <a:lstStyle/>
          <a:p>
            <a:pPr algn="ctr"/>
            <a:r>
              <a:rPr lang="es-AR" sz="2400" dirty="0"/>
              <a:t>Banco central</a:t>
            </a:r>
          </a:p>
        </p:txBody>
      </p:sp>
      <p:sp>
        <p:nvSpPr>
          <p:cNvPr id="14" name="CuadroTexto 13">
            <a:extLst>
              <a:ext uri="{FF2B5EF4-FFF2-40B4-BE49-F238E27FC236}">
                <a16:creationId xmlns:a16="http://schemas.microsoft.com/office/drawing/2014/main" id="{7566083F-2BB1-85CF-8FB2-97A033FF1CA5}"/>
              </a:ext>
            </a:extLst>
          </p:cNvPr>
          <p:cNvSpPr txBox="1"/>
          <p:nvPr/>
        </p:nvSpPr>
        <p:spPr>
          <a:xfrm>
            <a:off x="4922763" y="1793550"/>
            <a:ext cx="2133112" cy="461665"/>
          </a:xfrm>
          <a:prstGeom prst="rect">
            <a:avLst/>
          </a:prstGeom>
          <a:noFill/>
        </p:spPr>
        <p:txBody>
          <a:bodyPr wrap="square" rtlCol="0">
            <a:spAutoFit/>
          </a:bodyPr>
          <a:lstStyle/>
          <a:p>
            <a:pPr algn="ctr"/>
            <a:r>
              <a:rPr lang="es-AR" sz="2400" dirty="0"/>
              <a:t>Bancos</a:t>
            </a:r>
          </a:p>
        </p:txBody>
      </p:sp>
      <p:sp>
        <p:nvSpPr>
          <p:cNvPr id="15" name="CuadroTexto 14">
            <a:extLst>
              <a:ext uri="{FF2B5EF4-FFF2-40B4-BE49-F238E27FC236}">
                <a16:creationId xmlns:a16="http://schemas.microsoft.com/office/drawing/2014/main" id="{3FB2085D-2C9D-7EAA-48BA-F8A9F5CF4027}"/>
              </a:ext>
            </a:extLst>
          </p:cNvPr>
          <p:cNvSpPr txBox="1"/>
          <p:nvPr/>
        </p:nvSpPr>
        <p:spPr>
          <a:xfrm>
            <a:off x="9026133" y="1793550"/>
            <a:ext cx="2133112" cy="461665"/>
          </a:xfrm>
          <a:prstGeom prst="rect">
            <a:avLst/>
          </a:prstGeom>
          <a:noFill/>
        </p:spPr>
        <p:txBody>
          <a:bodyPr wrap="square" rtlCol="0">
            <a:spAutoFit/>
          </a:bodyPr>
          <a:lstStyle/>
          <a:p>
            <a:pPr algn="ctr"/>
            <a:r>
              <a:rPr lang="es-AR" sz="2400" dirty="0"/>
              <a:t>Depositantes</a:t>
            </a:r>
          </a:p>
        </p:txBody>
      </p:sp>
      <p:sp>
        <p:nvSpPr>
          <p:cNvPr id="17" name="CuadroTexto 16">
            <a:extLst>
              <a:ext uri="{FF2B5EF4-FFF2-40B4-BE49-F238E27FC236}">
                <a16:creationId xmlns:a16="http://schemas.microsoft.com/office/drawing/2014/main" id="{1F0F11BD-7AD8-DA34-D060-4C399394751C}"/>
              </a:ext>
            </a:extLst>
          </p:cNvPr>
          <p:cNvSpPr txBox="1"/>
          <p:nvPr/>
        </p:nvSpPr>
        <p:spPr>
          <a:xfrm>
            <a:off x="274765" y="2444264"/>
            <a:ext cx="1141659" cy="369332"/>
          </a:xfrm>
          <a:prstGeom prst="rect">
            <a:avLst/>
          </a:prstGeom>
          <a:noFill/>
        </p:spPr>
        <p:txBody>
          <a:bodyPr wrap="none" rtlCol="0">
            <a:spAutoFit/>
          </a:bodyPr>
          <a:lstStyle/>
          <a:p>
            <a:r>
              <a:rPr lang="es-AR" i="1" dirty="0"/>
              <a:t>TP</a:t>
            </a:r>
            <a:r>
              <a:rPr lang="es-AR" dirty="0"/>
              <a:t>, + 100</a:t>
            </a:r>
          </a:p>
        </p:txBody>
      </p:sp>
      <p:sp>
        <p:nvSpPr>
          <p:cNvPr id="71" name="CuadroTexto 70">
            <a:extLst>
              <a:ext uri="{FF2B5EF4-FFF2-40B4-BE49-F238E27FC236}">
                <a16:creationId xmlns:a16="http://schemas.microsoft.com/office/drawing/2014/main" id="{68C2145F-6146-B0AB-3C68-470D745E02E1}"/>
              </a:ext>
            </a:extLst>
          </p:cNvPr>
          <p:cNvSpPr txBox="1"/>
          <p:nvPr/>
        </p:nvSpPr>
        <p:spPr>
          <a:xfrm>
            <a:off x="6202682" y="2444264"/>
            <a:ext cx="1031051" cy="369332"/>
          </a:xfrm>
          <a:prstGeom prst="rect">
            <a:avLst/>
          </a:prstGeom>
          <a:noFill/>
        </p:spPr>
        <p:txBody>
          <a:bodyPr wrap="none" rtlCol="0">
            <a:spAutoFit/>
          </a:bodyPr>
          <a:lstStyle/>
          <a:p>
            <a:r>
              <a:rPr lang="es-AR" i="1" dirty="0"/>
              <a:t>D</a:t>
            </a:r>
            <a:r>
              <a:rPr lang="es-AR" dirty="0"/>
              <a:t>, + 100</a:t>
            </a:r>
          </a:p>
        </p:txBody>
      </p:sp>
      <p:sp>
        <p:nvSpPr>
          <p:cNvPr id="72" name="CuadroTexto 71">
            <a:extLst>
              <a:ext uri="{FF2B5EF4-FFF2-40B4-BE49-F238E27FC236}">
                <a16:creationId xmlns:a16="http://schemas.microsoft.com/office/drawing/2014/main" id="{4AFA7BDE-9B55-5C7B-7FB7-2FCD5C6BAD31}"/>
              </a:ext>
            </a:extLst>
          </p:cNvPr>
          <p:cNvSpPr txBox="1"/>
          <p:nvPr/>
        </p:nvSpPr>
        <p:spPr>
          <a:xfrm>
            <a:off x="8650099" y="2444264"/>
            <a:ext cx="1031051" cy="369332"/>
          </a:xfrm>
          <a:prstGeom prst="rect">
            <a:avLst/>
          </a:prstGeom>
          <a:noFill/>
        </p:spPr>
        <p:txBody>
          <a:bodyPr wrap="none" rtlCol="0">
            <a:spAutoFit/>
          </a:bodyPr>
          <a:lstStyle/>
          <a:p>
            <a:r>
              <a:rPr lang="es-AR" i="1" dirty="0"/>
              <a:t>D</a:t>
            </a:r>
            <a:r>
              <a:rPr lang="es-AR" dirty="0"/>
              <a:t>, + 100</a:t>
            </a:r>
          </a:p>
        </p:txBody>
      </p:sp>
      <p:sp>
        <p:nvSpPr>
          <p:cNvPr id="73" name="CuadroTexto 72">
            <a:extLst>
              <a:ext uri="{FF2B5EF4-FFF2-40B4-BE49-F238E27FC236}">
                <a16:creationId xmlns:a16="http://schemas.microsoft.com/office/drawing/2014/main" id="{2CBC7CC5-3DE9-0D9B-BE1C-F9A63B91C0DF}"/>
              </a:ext>
            </a:extLst>
          </p:cNvPr>
          <p:cNvSpPr txBox="1"/>
          <p:nvPr/>
        </p:nvSpPr>
        <p:spPr>
          <a:xfrm>
            <a:off x="8650099" y="2813596"/>
            <a:ext cx="1096775" cy="369332"/>
          </a:xfrm>
          <a:prstGeom prst="rect">
            <a:avLst/>
          </a:prstGeom>
          <a:noFill/>
        </p:spPr>
        <p:txBody>
          <a:bodyPr wrap="none" rtlCol="0">
            <a:spAutoFit/>
          </a:bodyPr>
          <a:lstStyle/>
          <a:p>
            <a:r>
              <a:rPr lang="es-AR" i="1" dirty="0"/>
              <a:t>TP</a:t>
            </a:r>
            <a:r>
              <a:rPr lang="es-AR" dirty="0"/>
              <a:t>, - 100</a:t>
            </a:r>
          </a:p>
        </p:txBody>
      </p:sp>
      <p:sp>
        <p:nvSpPr>
          <p:cNvPr id="74" name="CuadroTexto 73">
            <a:extLst>
              <a:ext uri="{FF2B5EF4-FFF2-40B4-BE49-F238E27FC236}">
                <a16:creationId xmlns:a16="http://schemas.microsoft.com/office/drawing/2014/main" id="{FD41A47A-F53E-BE37-8CC5-5487C7580401}"/>
              </a:ext>
            </a:extLst>
          </p:cNvPr>
          <p:cNvSpPr txBox="1"/>
          <p:nvPr/>
        </p:nvSpPr>
        <p:spPr>
          <a:xfrm>
            <a:off x="4475606" y="2444264"/>
            <a:ext cx="1031051" cy="369332"/>
          </a:xfrm>
          <a:prstGeom prst="rect">
            <a:avLst/>
          </a:prstGeom>
          <a:noFill/>
        </p:spPr>
        <p:txBody>
          <a:bodyPr wrap="none" rtlCol="0">
            <a:spAutoFit/>
          </a:bodyPr>
          <a:lstStyle/>
          <a:p>
            <a:r>
              <a:rPr lang="es-AR" i="1" dirty="0"/>
              <a:t>R</a:t>
            </a:r>
            <a:r>
              <a:rPr lang="es-AR" dirty="0"/>
              <a:t>, + 100</a:t>
            </a:r>
          </a:p>
        </p:txBody>
      </p:sp>
      <p:sp>
        <p:nvSpPr>
          <p:cNvPr id="75" name="CuadroTexto 74">
            <a:extLst>
              <a:ext uri="{FF2B5EF4-FFF2-40B4-BE49-F238E27FC236}">
                <a16:creationId xmlns:a16="http://schemas.microsoft.com/office/drawing/2014/main" id="{3C9F2C09-201F-2801-1C4F-83ABA47B8622}"/>
              </a:ext>
            </a:extLst>
          </p:cNvPr>
          <p:cNvSpPr txBox="1"/>
          <p:nvPr/>
        </p:nvSpPr>
        <p:spPr>
          <a:xfrm>
            <a:off x="2063151" y="2444264"/>
            <a:ext cx="1031051" cy="369332"/>
          </a:xfrm>
          <a:prstGeom prst="rect">
            <a:avLst/>
          </a:prstGeom>
          <a:noFill/>
        </p:spPr>
        <p:txBody>
          <a:bodyPr wrap="none" rtlCol="0">
            <a:spAutoFit/>
          </a:bodyPr>
          <a:lstStyle/>
          <a:p>
            <a:r>
              <a:rPr lang="es-AR" i="1" dirty="0"/>
              <a:t>R</a:t>
            </a:r>
            <a:r>
              <a:rPr lang="es-AR" dirty="0"/>
              <a:t>, + 100</a:t>
            </a:r>
          </a:p>
        </p:txBody>
      </p:sp>
      <p:sp>
        <p:nvSpPr>
          <p:cNvPr id="76" name="CuadroTexto 75">
            <a:extLst>
              <a:ext uri="{FF2B5EF4-FFF2-40B4-BE49-F238E27FC236}">
                <a16:creationId xmlns:a16="http://schemas.microsoft.com/office/drawing/2014/main" id="{67E5AE9C-3C5E-50AF-9058-E9A7E7B50CAD}"/>
              </a:ext>
            </a:extLst>
          </p:cNvPr>
          <p:cNvSpPr txBox="1"/>
          <p:nvPr/>
        </p:nvSpPr>
        <p:spPr>
          <a:xfrm>
            <a:off x="404347" y="4789560"/>
            <a:ext cx="11391413" cy="461665"/>
          </a:xfrm>
          <a:prstGeom prst="rect">
            <a:avLst/>
          </a:prstGeom>
          <a:noFill/>
        </p:spPr>
        <p:txBody>
          <a:bodyPr wrap="square" rtlCol="0">
            <a:spAutoFit/>
          </a:bodyPr>
          <a:lstStyle/>
          <a:p>
            <a:pPr marL="342900" indent="-342900">
              <a:buFont typeface="Arial" panose="020B0604020202020204" pitchFamily="34" charset="0"/>
              <a:buChar char="•"/>
            </a:pPr>
            <a:r>
              <a:rPr lang="es-AR" sz="2400" dirty="0"/>
              <a:t>Otro límite puede ser el QE: es una forma de </a:t>
            </a:r>
            <a:r>
              <a:rPr lang="es-AR" sz="2400" dirty="0" err="1"/>
              <a:t>crowding-out</a:t>
            </a:r>
            <a:r>
              <a:rPr lang="es-AR" sz="2400" dirty="0"/>
              <a:t> financiero.</a:t>
            </a:r>
          </a:p>
        </p:txBody>
      </p:sp>
    </p:spTree>
    <p:extLst>
      <p:ext uri="{BB962C8B-B14F-4D97-AF65-F5344CB8AC3E}">
        <p14:creationId xmlns:p14="http://schemas.microsoft.com/office/powerpoint/2010/main" val="181132478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4F2E36-1A79-A5F4-9E70-0B85901E0B01}"/>
            </a:ext>
          </a:extLst>
        </p:cNvPr>
        <p:cNvGrpSpPr/>
        <p:nvPr/>
      </p:nvGrpSpPr>
      <p:grpSpPr>
        <a:xfrm>
          <a:off x="0" y="0"/>
          <a:ext cx="0" cy="0"/>
          <a:chOff x="0" y="0"/>
          <a:chExt cx="0" cy="0"/>
        </a:xfrm>
      </p:grpSpPr>
      <p:grpSp>
        <p:nvGrpSpPr>
          <p:cNvPr id="2" name="Grupo 1">
            <a:extLst>
              <a:ext uri="{FF2B5EF4-FFF2-40B4-BE49-F238E27FC236}">
                <a16:creationId xmlns:a16="http://schemas.microsoft.com/office/drawing/2014/main" id="{78211A25-38BE-E328-6724-04E79B7BE124}"/>
              </a:ext>
            </a:extLst>
          </p:cNvPr>
          <p:cNvGrpSpPr/>
          <p:nvPr/>
        </p:nvGrpSpPr>
        <p:grpSpPr>
          <a:xfrm>
            <a:off x="301478" y="101545"/>
            <a:ext cx="3872235" cy="584775"/>
            <a:chOff x="301478" y="101545"/>
            <a:chExt cx="3872235" cy="584775"/>
          </a:xfrm>
        </p:grpSpPr>
        <p:sp>
          <p:nvSpPr>
            <p:cNvPr id="3" name="CuadroTexto 2">
              <a:extLst>
                <a:ext uri="{FF2B5EF4-FFF2-40B4-BE49-F238E27FC236}">
                  <a16:creationId xmlns:a16="http://schemas.microsoft.com/office/drawing/2014/main" id="{F6E68F50-310F-B7C9-E534-6E037F91D3D1}"/>
                </a:ext>
              </a:extLst>
            </p:cNvPr>
            <p:cNvSpPr txBox="1"/>
            <p:nvPr/>
          </p:nvSpPr>
          <p:spPr>
            <a:xfrm>
              <a:off x="404348" y="101545"/>
              <a:ext cx="3769365" cy="584775"/>
            </a:xfrm>
            <a:prstGeom prst="rect">
              <a:avLst/>
            </a:prstGeom>
            <a:noFill/>
          </p:spPr>
          <p:txBody>
            <a:bodyPr wrap="none" rtlCol="0">
              <a:spAutoFit/>
            </a:bodyPr>
            <a:lstStyle/>
            <a:p>
              <a:r>
                <a:rPr lang="es-AR" sz="3200" dirty="0">
                  <a:latin typeface="+mj-lt"/>
                  <a:cs typeface="Times New Roman" panose="02020603050405020304" pitchFamily="18" charset="0"/>
                </a:rPr>
                <a:t>Estructura de tasas</a:t>
              </a:r>
            </a:p>
          </p:txBody>
        </p:sp>
        <p:cxnSp>
          <p:nvCxnSpPr>
            <p:cNvPr id="4" name="Conector recto 3">
              <a:extLst>
                <a:ext uri="{FF2B5EF4-FFF2-40B4-BE49-F238E27FC236}">
                  <a16:creationId xmlns:a16="http://schemas.microsoft.com/office/drawing/2014/main" id="{8BE2C08F-F980-7382-4AD8-352DDF85E633}"/>
                </a:ext>
              </a:extLst>
            </p:cNvPr>
            <p:cNvCxnSpPr>
              <a:cxnSpLocks/>
            </p:cNvCxnSpPr>
            <p:nvPr/>
          </p:nvCxnSpPr>
          <p:spPr>
            <a:xfrm>
              <a:off x="301478" y="231932"/>
              <a:ext cx="0" cy="324000"/>
            </a:xfrm>
            <a:prstGeom prst="line">
              <a:avLst/>
            </a:prstGeom>
            <a:ln w="76200">
              <a:solidFill>
                <a:schemeClr val="tx1"/>
              </a:solidFill>
            </a:ln>
          </p:spPr>
          <p:style>
            <a:lnRef idx="2">
              <a:schemeClr val="accent1"/>
            </a:lnRef>
            <a:fillRef idx="0">
              <a:schemeClr val="accent1"/>
            </a:fillRef>
            <a:effectRef idx="1">
              <a:schemeClr val="accent1"/>
            </a:effectRef>
            <a:fontRef idx="minor">
              <a:schemeClr val="tx1"/>
            </a:fontRef>
          </p:style>
        </p:cxnSp>
      </p:grpSp>
      <mc:AlternateContent xmlns:mc="http://schemas.openxmlformats.org/markup-compatibility/2006">
        <mc:Choice xmlns:a14="http://schemas.microsoft.com/office/drawing/2010/main" Requires="a14">
          <p:sp>
            <p:nvSpPr>
              <p:cNvPr id="5" name="CuadroTexto 4">
                <a:extLst>
                  <a:ext uri="{FF2B5EF4-FFF2-40B4-BE49-F238E27FC236}">
                    <a16:creationId xmlns:a16="http://schemas.microsoft.com/office/drawing/2014/main" id="{71DAD56F-54C0-F09F-839B-16F132AD4415}"/>
                  </a:ext>
                </a:extLst>
              </p:cNvPr>
              <p:cNvSpPr txBox="1"/>
              <p:nvPr/>
            </p:nvSpPr>
            <p:spPr>
              <a:xfrm>
                <a:off x="3091577" y="5705949"/>
                <a:ext cx="5348772" cy="79400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s-AR" sz="2400" i="1">
                              <a:latin typeface="Cambria Math" panose="02040503050406030204" pitchFamily="18" charset="0"/>
                            </a:rPr>
                          </m:ctrlPr>
                        </m:sSubPr>
                        <m:e>
                          <m:r>
                            <a:rPr lang="es-AR" sz="2400" i="1">
                              <a:latin typeface="Cambria Math" panose="02040503050406030204" pitchFamily="18" charset="0"/>
                            </a:rPr>
                            <m:t>𝑖</m:t>
                          </m:r>
                        </m:e>
                        <m:sub>
                          <m:r>
                            <a:rPr lang="es-AR" sz="2400" i="1">
                              <a:latin typeface="Cambria Math" panose="02040503050406030204" pitchFamily="18" charset="0"/>
                            </a:rPr>
                            <m:t>𝑇</m:t>
                          </m:r>
                        </m:sub>
                      </m:sSub>
                      <m:r>
                        <a:rPr lang="es-AR" sz="2400" b="0" i="1" smtClean="0">
                          <a:latin typeface="Cambria Math" panose="02040503050406030204" pitchFamily="18" charset="0"/>
                        </a:rPr>
                        <m:t>=</m:t>
                      </m:r>
                      <m:f>
                        <m:fPr>
                          <m:ctrlPr>
                            <a:rPr lang="es-AR" sz="2400" b="0" i="1" smtClean="0">
                              <a:latin typeface="Cambria Math" panose="02040503050406030204" pitchFamily="18" charset="0"/>
                            </a:rPr>
                          </m:ctrlPr>
                        </m:fPr>
                        <m:num>
                          <m:sSub>
                            <m:sSubPr>
                              <m:ctrlPr>
                                <a:rPr lang="es-AR" sz="2400" i="1">
                                  <a:latin typeface="Cambria Math" panose="02040503050406030204" pitchFamily="18" charset="0"/>
                                </a:rPr>
                              </m:ctrlPr>
                            </m:sSubPr>
                            <m:e>
                              <m:r>
                                <a:rPr lang="es-AR" sz="2400" i="1">
                                  <a:latin typeface="Cambria Math" panose="02040503050406030204" pitchFamily="18" charset="0"/>
                                </a:rPr>
                                <m:t>𝑖</m:t>
                              </m:r>
                            </m:e>
                            <m:sub>
                              <m:r>
                                <a:rPr lang="es-AR" sz="2400" i="1">
                                  <a:latin typeface="Cambria Math" panose="02040503050406030204" pitchFamily="18" charset="0"/>
                                </a:rPr>
                                <m:t>1</m:t>
                              </m:r>
                            </m:sub>
                          </m:sSub>
                          <m:r>
                            <a:rPr lang="es-AR" sz="2400" b="0" i="1" smtClean="0">
                              <a:latin typeface="Cambria Math" panose="02040503050406030204" pitchFamily="18" charset="0"/>
                            </a:rPr>
                            <m:t>+</m:t>
                          </m:r>
                          <m:sSub>
                            <m:sSubPr>
                              <m:ctrlPr>
                                <a:rPr lang="es-AR" sz="2400" i="1">
                                  <a:latin typeface="Cambria Math" panose="02040503050406030204" pitchFamily="18" charset="0"/>
                                </a:rPr>
                              </m:ctrlPr>
                            </m:sSubPr>
                            <m:e>
                              <m:r>
                                <a:rPr lang="es-AR" sz="2400" i="1">
                                  <a:latin typeface="Cambria Math" panose="02040503050406030204" pitchFamily="18" charset="0"/>
                                </a:rPr>
                                <m:t>𝐸</m:t>
                              </m:r>
                              <m:r>
                                <a:rPr lang="es-AR" sz="2400" i="1">
                                  <a:latin typeface="Cambria Math" panose="02040503050406030204" pitchFamily="18" charset="0"/>
                                </a:rPr>
                                <m:t>[</m:t>
                              </m:r>
                              <m:r>
                                <a:rPr lang="es-AR" sz="2400" i="1">
                                  <a:latin typeface="Cambria Math" panose="02040503050406030204" pitchFamily="18" charset="0"/>
                                </a:rPr>
                                <m:t>𝑖</m:t>
                              </m:r>
                            </m:e>
                            <m:sub>
                              <m:r>
                                <a:rPr lang="es-AR" sz="2400" i="1">
                                  <a:latin typeface="Cambria Math" panose="02040503050406030204" pitchFamily="18" charset="0"/>
                                </a:rPr>
                                <m:t>1,1</m:t>
                              </m:r>
                            </m:sub>
                          </m:sSub>
                          <m:r>
                            <a:rPr lang="es-AR" sz="2400" i="1">
                              <a:latin typeface="Cambria Math" panose="02040503050406030204" pitchFamily="18" charset="0"/>
                            </a:rPr>
                            <m:t>]+…+</m:t>
                          </m:r>
                          <m:sSub>
                            <m:sSubPr>
                              <m:ctrlPr>
                                <a:rPr lang="es-AR" sz="2400" i="1">
                                  <a:latin typeface="Cambria Math" panose="02040503050406030204" pitchFamily="18" charset="0"/>
                                </a:rPr>
                              </m:ctrlPr>
                            </m:sSubPr>
                            <m:e>
                              <m:r>
                                <a:rPr lang="es-AR" sz="2400" i="1">
                                  <a:latin typeface="Cambria Math" panose="02040503050406030204" pitchFamily="18" charset="0"/>
                                </a:rPr>
                                <m:t>𝐸</m:t>
                              </m:r>
                              <m:r>
                                <a:rPr lang="es-AR" sz="2400" i="1">
                                  <a:latin typeface="Cambria Math" panose="02040503050406030204" pitchFamily="18" charset="0"/>
                                </a:rPr>
                                <m:t>[</m:t>
                              </m:r>
                              <m:r>
                                <a:rPr lang="es-AR" sz="2400" i="1">
                                  <a:latin typeface="Cambria Math" panose="02040503050406030204" pitchFamily="18" charset="0"/>
                                </a:rPr>
                                <m:t>𝑖</m:t>
                              </m:r>
                            </m:e>
                            <m:sub>
                              <m:r>
                                <a:rPr lang="es-AR" sz="2400" i="1">
                                  <a:latin typeface="Cambria Math" panose="02040503050406030204" pitchFamily="18" charset="0"/>
                                </a:rPr>
                                <m:t>𝑇</m:t>
                              </m:r>
                              <m:r>
                                <a:rPr lang="es-AR" sz="2400" i="1">
                                  <a:latin typeface="Cambria Math" panose="02040503050406030204" pitchFamily="18" charset="0"/>
                                </a:rPr>
                                <m:t>−1,1</m:t>
                              </m:r>
                            </m:sub>
                          </m:sSub>
                          <m:r>
                            <a:rPr lang="es-AR" sz="2400" i="1">
                              <a:latin typeface="Cambria Math" panose="02040503050406030204" pitchFamily="18" charset="0"/>
                            </a:rPr>
                            <m:t>]</m:t>
                          </m:r>
                        </m:num>
                        <m:den>
                          <m:r>
                            <a:rPr lang="es-AR" sz="2400" b="0" i="1" smtClean="0">
                              <a:latin typeface="Cambria Math" panose="02040503050406030204" pitchFamily="18" charset="0"/>
                            </a:rPr>
                            <m:t>𝑇</m:t>
                          </m:r>
                        </m:den>
                      </m:f>
                      <m:r>
                        <a:rPr lang="es-AR" sz="2400" b="0" i="1" smtClean="0">
                          <a:latin typeface="Cambria Math" panose="02040503050406030204" pitchFamily="18" charset="0"/>
                        </a:rPr>
                        <m:t>+</m:t>
                      </m:r>
                      <m:sSub>
                        <m:sSubPr>
                          <m:ctrlPr>
                            <a:rPr lang="es-AR" sz="2400" b="0" i="1" smtClean="0">
                              <a:latin typeface="Cambria Math" panose="02040503050406030204" pitchFamily="18" charset="0"/>
                            </a:rPr>
                          </m:ctrlPr>
                        </m:sSubPr>
                        <m:e>
                          <m:r>
                            <a:rPr lang="es-AR" sz="2400" b="0" i="1" smtClean="0">
                              <a:latin typeface="Cambria Math" panose="02040503050406030204" pitchFamily="18" charset="0"/>
                              <a:ea typeface="Cambria Math" panose="02040503050406030204" pitchFamily="18" charset="0"/>
                            </a:rPr>
                            <m:t>𝜌</m:t>
                          </m:r>
                        </m:e>
                        <m:sub>
                          <m:r>
                            <a:rPr lang="es-AR" sz="2400" b="0" i="1" smtClean="0">
                              <a:latin typeface="Cambria Math" panose="02040503050406030204" pitchFamily="18" charset="0"/>
                            </a:rPr>
                            <m:t>𝑇</m:t>
                          </m:r>
                        </m:sub>
                      </m:sSub>
                    </m:oMath>
                  </m:oMathPara>
                </a14:m>
                <a:endParaRPr lang="es-AR" sz="2400" i="1" dirty="0"/>
              </a:p>
            </p:txBody>
          </p:sp>
        </mc:Choice>
        <mc:Fallback>
          <p:sp>
            <p:nvSpPr>
              <p:cNvPr id="5" name="CuadroTexto 4">
                <a:extLst>
                  <a:ext uri="{FF2B5EF4-FFF2-40B4-BE49-F238E27FC236}">
                    <a16:creationId xmlns:a16="http://schemas.microsoft.com/office/drawing/2014/main" id="{71DAD56F-54C0-F09F-839B-16F132AD4415}"/>
                  </a:ext>
                </a:extLst>
              </p:cNvPr>
              <p:cNvSpPr txBox="1">
                <a:spLocks noRot="1" noChangeAspect="1" noMove="1" noResize="1" noEditPoints="1" noAdjustHandles="1" noChangeArrowheads="1" noChangeShapeType="1" noTextEdit="1"/>
              </p:cNvSpPr>
              <p:nvPr/>
            </p:nvSpPr>
            <p:spPr>
              <a:xfrm>
                <a:off x="3091577" y="5705949"/>
                <a:ext cx="5348772" cy="794000"/>
              </a:xfrm>
              <a:prstGeom prst="rect">
                <a:avLst/>
              </a:prstGeom>
              <a:blipFill>
                <a:blip r:embed="rId3"/>
                <a:stretch>
                  <a:fillRect/>
                </a:stretch>
              </a:blipFill>
            </p:spPr>
            <p:txBody>
              <a:bodyPr/>
              <a:lstStyle/>
              <a:p>
                <a:r>
                  <a:rPr lang="es-AR">
                    <a:noFill/>
                  </a:rPr>
                  <a:t> </a:t>
                </a:r>
              </a:p>
            </p:txBody>
          </p:sp>
        </mc:Fallback>
      </mc:AlternateContent>
      <p:sp>
        <p:nvSpPr>
          <p:cNvPr id="6" name="CuadroTexto 5">
            <a:extLst>
              <a:ext uri="{FF2B5EF4-FFF2-40B4-BE49-F238E27FC236}">
                <a16:creationId xmlns:a16="http://schemas.microsoft.com/office/drawing/2014/main" id="{C7F7ACA3-5451-F40A-C3FC-1D7F0BCE4CE0}"/>
              </a:ext>
            </a:extLst>
          </p:cNvPr>
          <p:cNvSpPr txBox="1"/>
          <p:nvPr/>
        </p:nvSpPr>
        <p:spPr>
          <a:xfrm>
            <a:off x="404347" y="1152051"/>
            <a:ext cx="11391413" cy="3416320"/>
          </a:xfrm>
          <a:prstGeom prst="rect">
            <a:avLst/>
          </a:prstGeom>
          <a:noFill/>
        </p:spPr>
        <p:txBody>
          <a:bodyPr wrap="square" rtlCol="0">
            <a:spAutoFit/>
          </a:bodyPr>
          <a:lstStyle/>
          <a:p>
            <a:pPr marL="342900" indent="-342900">
              <a:buFont typeface="Arial" panose="020B0604020202020204" pitchFamily="34" charset="0"/>
              <a:buChar char="•"/>
            </a:pPr>
            <a:r>
              <a:rPr lang="es-AR" sz="2400" dirty="0"/>
              <a:t>Tres hechos estilizados:</a:t>
            </a:r>
          </a:p>
          <a:p>
            <a:pPr marL="342900" indent="-342900">
              <a:buFont typeface="Arial" panose="020B0604020202020204" pitchFamily="34" charset="0"/>
              <a:buChar char="•"/>
            </a:pPr>
            <a:endParaRPr lang="es-AR" sz="2400" dirty="0"/>
          </a:p>
          <a:p>
            <a:pPr marL="457200" indent="-457200">
              <a:buFont typeface="+mj-lt"/>
              <a:buAutoNum type="arabicPeriod"/>
            </a:pPr>
            <a:r>
              <a:rPr lang="es-AR" sz="2400" dirty="0"/>
              <a:t>Tasas de interés de instrumentos con distintos vencimientos se mueven “juntas”.</a:t>
            </a:r>
          </a:p>
          <a:p>
            <a:pPr marL="457200" indent="-457200">
              <a:buFont typeface="+mj-lt"/>
              <a:buAutoNum type="arabicPeriod"/>
            </a:pPr>
            <a:endParaRPr lang="es-AR" sz="2400" dirty="0"/>
          </a:p>
          <a:p>
            <a:pPr marL="457200" indent="-457200">
              <a:buFont typeface="+mj-lt"/>
              <a:buAutoNum type="arabicPeriod"/>
            </a:pPr>
            <a:r>
              <a:rPr lang="es-AR" sz="2400" dirty="0"/>
              <a:t>Cuando las tasas de corto plazo son bajas, la curva de tasas tiene pendiente positiva y cuando son altas, negativa o plana.</a:t>
            </a:r>
          </a:p>
          <a:p>
            <a:pPr marL="457200" indent="-457200">
              <a:buFont typeface="+mj-lt"/>
              <a:buAutoNum type="arabicPeriod"/>
            </a:pPr>
            <a:endParaRPr lang="es-AR" sz="2400" dirty="0"/>
          </a:p>
          <a:p>
            <a:pPr marL="457200" indent="-457200">
              <a:buFont typeface="+mj-lt"/>
              <a:buAutoNum type="arabicPeriod"/>
            </a:pPr>
            <a:r>
              <a:rPr lang="es-AR" sz="2400" dirty="0"/>
              <a:t>Casi siempre, la curva de tasas tiene pendiente positiva.</a:t>
            </a:r>
          </a:p>
        </p:txBody>
      </p:sp>
      <mc:AlternateContent xmlns:mc="http://schemas.openxmlformats.org/markup-compatibility/2006">
        <mc:Choice xmlns:a14="http://schemas.microsoft.com/office/drawing/2010/main" Requires="a14">
          <p:sp>
            <p:nvSpPr>
              <p:cNvPr id="8" name="CuadroTexto 7">
                <a:extLst>
                  <a:ext uri="{FF2B5EF4-FFF2-40B4-BE49-F238E27FC236}">
                    <a16:creationId xmlns:a16="http://schemas.microsoft.com/office/drawing/2014/main" id="{F5847828-0576-0A09-F2F2-CB05D9B3B6A3}"/>
                  </a:ext>
                </a:extLst>
              </p:cNvPr>
              <p:cNvSpPr txBox="1"/>
              <p:nvPr/>
            </p:nvSpPr>
            <p:spPr>
              <a:xfrm>
                <a:off x="3525445" y="4856651"/>
                <a:ext cx="4481035" cy="79400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s-AR" sz="2400" i="1">
                              <a:latin typeface="Cambria Math" panose="02040503050406030204" pitchFamily="18" charset="0"/>
                            </a:rPr>
                          </m:ctrlPr>
                        </m:sSubPr>
                        <m:e>
                          <m:r>
                            <a:rPr lang="es-AR" sz="2400" i="1">
                              <a:latin typeface="Cambria Math" panose="02040503050406030204" pitchFamily="18" charset="0"/>
                            </a:rPr>
                            <m:t>𝑖</m:t>
                          </m:r>
                        </m:e>
                        <m:sub>
                          <m:r>
                            <a:rPr lang="es-AR" sz="2400" i="1">
                              <a:latin typeface="Cambria Math" panose="02040503050406030204" pitchFamily="18" charset="0"/>
                            </a:rPr>
                            <m:t>𝑇</m:t>
                          </m:r>
                        </m:sub>
                      </m:sSub>
                      <m:r>
                        <a:rPr lang="es-AR" sz="2400" b="0" i="1" smtClean="0">
                          <a:latin typeface="Cambria Math" panose="02040503050406030204" pitchFamily="18" charset="0"/>
                        </a:rPr>
                        <m:t>=</m:t>
                      </m:r>
                      <m:f>
                        <m:fPr>
                          <m:ctrlPr>
                            <a:rPr lang="es-AR" sz="2400" b="0" i="1" smtClean="0">
                              <a:latin typeface="Cambria Math" panose="02040503050406030204" pitchFamily="18" charset="0"/>
                            </a:rPr>
                          </m:ctrlPr>
                        </m:fPr>
                        <m:num>
                          <m:sSub>
                            <m:sSubPr>
                              <m:ctrlPr>
                                <a:rPr lang="es-AR" sz="2400" i="1">
                                  <a:latin typeface="Cambria Math" panose="02040503050406030204" pitchFamily="18" charset="0"/>
                                </a:rPr>
                              </m:ctrlPr>
                            </m:sSubPr>
                            <m:e>
                              <m:r>
                                <a:rPr lang="es-AR" sz="2400" i="1">
                                  <a:latin typeface="Cambria Math" panose="02040503050406030204" pitchFamily="18" charset="0"/>
                                </a:rPr>
                                <m:t>𝑖</m:t>
                              </m:r>
                            </m:e>
                            <m:sub>
                              <m:r>
                                <a:rPr lang="es-AR" sz="2400" i="1">
                                  <a:latin typeface="Cambria Math" panose="02040503050406030204" pitchFamily="18" charset="0"/>
                                </a:rPr>
                                <m:t>1</m:t>
                              </m:r>
                            </m:sub>
                          </m:sSub>
                          <m:r>
                            <a:rPr lang="es-AR" sz="2400" b="0" i="1" smtClean="0">
                              <a:latin typeface="Cambria Math" panose="02040503050406030204" pitchFamily="18" charset="0"/>
                            </a:rPr>
                            <m:t>+</m:t>
                          </m:r>
                          <m:sSub>
                            <m:sSubPr>
                              <m:ctrlPr>
                                <a:rPr lang="es-AR" sz="2400" i="1">
                                  <a:latin typeface="Cambria Math" panose="02040503050406030204" pitchFamily="18" charset="0"/>
                                </a:rPr>
                              </m:ctrlPr>
                            </m:sSubPr>
                            <m:e>
                              <m:r>
                                <a:rPr lang="es-AR" sz="2400" i="1">
                                  <a:latin typeface="Cambria Math" panose="02040503050406030204" pitchFamily="18" charset="0"/>
                                </a:rPr>
                                <m:t>𝐸</m:t>
                              </m:r>
                              <m:r>
                                <a:rPr lang="es-AR" sz="2400" i="1">
                                  <a:latin typeface="Cambria Math" panose="02040503050406030204" pitchFamily="18" charset="0"/>
                                </a:rPr>
                                <m:t>[</m:t>
                              </m:r>
                              <m:r>
                                <a:rPr lang="es-AR" sz="2400" i="1">
                                  <a:latin typeface="Cambria Math" panose="02040503050406030204" pitchFamily="18" charset="0"/>
                                </a:rPr>
                                <m:t>𝑖</m:t>
                              </m:r>
                            </m:e>
                            <m:sub>
                              <m:r>
                                <a:rPr lang="es-AR" sz="2400" i="1">
                                  <a:latin typeface="Cambria Math" panose="02040503050406030204" pitchFamily="18" charset="0"/>
                                </a:rPr>
                                <m:t>1,1</m:t>
                              </m:r>
                            </m:sub>
                          </m:sSub>
                          <m:r>
                            <a:rPr lang="es-AR" sz="2400" i="1">
                              <a:latin typeface="Cambria Math" panose="02040503050406030204" pitchFamily="18" charset="0"/>
                            </a:rPr>
                            <m:t>]+…+</m:t>
                          </m:r>
                          <m:sSub>
                            <m:sSubPr>
                              <m:ctrlPr>
                                <a:rPr lang="es-AR" sz="2400" i="1">
                                  <a:latin typeface="Cambria Math" panose="02040503050406030204" pitchFamily="18" charset="0"/>
                                </a:rPr>
                              </m:ctrlPr>
                            </m:sSubPr>
                            <m:e>
                              <m:r>
                                <a:rPr lang="es-AR" sz="2400" i="1">
                                  <a:latin typeface="Cambria Math" panose="02040503050406030204" pitchFamily="18" charset="0"/>
                                </a:rPr>
                                <m:t>𝐸</m:t>
                              </m:r>
                              <m:r>
                                <a:rPr lang="es-AR" sz="2400" i="1">
                                  <a:latin typeface="Cambria Math" panose="02040503050406030204" pitchFamily="18" charset="0"/>
                                </a:rPr>
                                <m:t>[</m:t>
                              </m:r>
                              <m:r>
                                <a:rPr lang="es-AR" sz="2400" i="1">
                                  <a:latin typeface="Cambria Math" panose="02040503050406030204" pitchFamily="18" charset="0"/>
                                </a:rPr>
                                <m:t>𝑖</m:t>
                              </m:r>
                            </m:e>
                            <m:sub>
                              <m:r>
                                <a:rPr lang="es-AR" sz="2400" i="1">
                                  <a:latin typeface="Cambria Math" panose="02040503050406030204" pitchFamily="18" charset="0"/>
                                </a:rPr>
                                <m:t>𝑇</m:t>
                              </m:r>
                              <m:r>
                                <a:rPr lang="es-AR" sz="2400" i="1">
                                  <a:latin typeface="Cambria Math" panose="02040503050406030204" pitchFamily="18" charset="0"/>
                                </a:rPr>
                                <m:t>−1,1</m:t>
                              </m:r>
                            </m:sub>
                          </m:sSub>
                          <m:r>
                            <a:rPr lang="es-AR" sz="2400" i="1">
                              <a:latin typeface="Cambria Math" panose="02040503050406030204" pitchFamily="18" charset="0"/>
                            </a:rPr>
                            <m:t>]</m:t>
                          </m:r>
                        </m:num>
                        <m:den>
                          <m:r>
                            <a:rPr lang="es-AR" sz="2400" b="0" i="1" smtClean="0">
                              <a:latin typeface="Cambria Math" panose="02040503050406030204" pitchFamily="18" charset="0"/>
                            </a:rPr>
                            <m:t>𝑇</m:t>
                          </m:r>
                        </m:den>
                      </m:f>
                    </m:oMath>
                  </m:oMathPara>
                </a14:m>
                <a:endParaRPr lang="es-AR" sz="2400" i="1" dirty="0"/>
              </a:p>
            </p:txBody>
          </p:sp>
        </mc:Choice>
        <mc:Fallback>
          <p:sp>
            <p:nvSpPr>
              <p:cNvPr id="8" name="CuadroTexto 7">
                <a:extLst>
                  <a:ext uri="{FF2B5EF4-FFF2-40B4-BE49-F238E27FC236}">
                    <a16:creationId xmlns:a16="http://schemas.microsoft.com/office/drawing/2014/main" id="{F5847828-0576-0A09-F2F2-CB05D9B3B6A3}"/>
                  </a:ext>
                </a:extLst>
              </p:cNvPr>
              <p:cNvSpPr txBox="1">
                <a:spLocks noRot="1" noChangeAspect="1" noMove="1" noResize="1" noEditPoints="1" noAdjustHandles="1" noChangeArrowheads="1" noChangeShapeType="1" noTextEdit="1"/>
              </p:cNvSpPr>
              <p:nvPr/>
            </p:nvSpPr>
            <p:spPr>
              <a:xfrm>
                <a:off x="3525445" y="4856651"/>
                <a:ext cx="4481035" cy="794000"/>
              </a:xfrm>
              <a:prstGeom prst="rect">
                <a:avLst/>
              </a:prstGeom>
              <a:blipFill>
                <a:blip r:embed="rId4"/>
                <a:stretch>
                  <a:fillRect/>
                </a:stretch>
              </a:blipFill>
            </p:spPr>
            <p:txBody>
              <a:bodyPr/>
              <a:lstStyle/>
              <a:p>
                <a:r>
                  <a:rPr lang="es-AR">
                    <a:noFill/>
                  </a:rPr>
                  <a:t> </a:t>
                </a:r>
              </a:p>
            </p:txBody>
          </p:sp>
        </mc:Fallback>
      </mc:AlternateContent>
    </p:spTree>
    <p:extLst>
      <p:ext uri="{BB962C8B-B14F-4D97-AF65-F5344CB8AC3E}">
        <p14:creationId xmlns:p14="http://schemas.microsoft.com/office/powerpoint/2010/main" val="118677184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11FF5A-3DEA-9C4C-8E4A-ED1727E7413D}"/>
            </a:ext>
          </a:extLst>
        </p:cNvPr>
        <p:cNvGrpSpPr/>
        <p:nvPr/>
      </p:nvGrpSpPr>
      <p:grpSpPr>
        <a:xfrm>
          <a:off x="0" y="0"/>
          <a:ext cx="0" cy="0"/>
          <a:chOff x="0" y="0"/>
          <a:chExt cx="0" cy="0"/>
        </a:xfrm>
      </p:grpSpPr>
      <p:grpSp>
        <p:nvGrpSpPr>
          <p:cNvPr id="2" name="Grupo 1">
            <a:extLst>
              <a:ext uri="{FF2B5EF4-FFF2-40B4-BE49-F238E27FC236}">
                <a16:creationId xmlns:a16="http://schemas.microsoft.com/office/drawing/2014/main" id="{1EAC3596-6891-70C6-E402-6942CB9547B3}"/>
              </a:ext>
            </a:extLst>
          </p:cNvPr>
          <p:cNvGrpSpPr/>
          <p:nvPr/>
        </p:nvGrpSpPr>
        <p:grpSpPr>
          <a:xfrm>
            <a:off x="301478" y="101545"/>
            <a:ext cx="3872235" cy="584775"/>
            <a:chOff x="301478" y="101545"/>
            <a:chExt cx="3872235" cy="584775"/>
          </a:xfrm>
        </p:grpSpPr>
        <p:sp>
          <p:nvSpPr>
            <p:cNvPr id="3" name="CuadroTexto 2">
              <a:extLst>
                <a:ext uri="{FF2B5EF4-FFF2-40B4-BE49-F238E27FC236}">
                  <a16:creationId xmlns:a16="http://schemas.microsoft.com/office/drawing/2014/main" id="{B0C6405F-D01B-9EC7-7ADF-B240B648F894}"/>
                </a:ext>
              </a:extLst>
            </p:cNvPr>
            <p:cNvSpPr txBox="1"/>
            <p:nvPr/>
          </p:nvSpPr>
          <p:spPr>
            <a:xfrm>
              <a:off x="404348" y="101545"/>
              <a:ext cx="3769365" cy="584775"/>
            </a:xfrm>
            <a:prstGeom prst="rect">
              <a:avLst/>
            </a:prstGeom>
            <a:noFill/>
          </p:spPr>
          <p:txBody>
            <a:bodyPr wrap="none" rtlCol="0">
              <a:spAutoFit/>
            </a:bodyPr>
            <a:lstStyle/>
            <a:p>
              <a:r>
                <a:rPr lang="es-AR" sz="3200" dirty="0">
                  <a:latin typeface="+mj-lt"/>
                  <a:cs typeface="Times New Roman" panose="02020603050405020304" pitchFamily="18" charset="0"/>
                </a:rPr>
                <a:t>Estructura de tasas</a:t>
              </a:r>
            </a:p>
          </p:txBody>
        </p:sp>
        <p:cxnSp>
          <p:nvCxnSpPr>
            <p:cNvPr id="4" name="Conector recto 3">
              <a:extLst>
                <a:ext uri="{FF2B5EF4-FFF2-40B4-BE49-F238E27FC236}">
                  <a16:creationId xmlns:a16="http://schemas.microsoft.com/office/drawing/2014/main" id="{2EA72D7F-054E-A95D-FCBF-5214FDFD6CC0}"/>
                </a:ext>
              </a:extLst>
            </p:cNvPr>
            <p:cNvCxnSpPr>
              <a:cxnSpLocks/>
            </p:cNvCxnSpPr>
            <p:nvPr/>
          </p:nvCxnSpPr>
          <p:spPr>
            <a:xfrm>
              <a:off x="301478" y="231932"/>
              <a:ext cx="0" cy="324000"/>
            </a:xfrm>
            <a:prstGeom prst="line">
              <a:avLst/>
            </a:prstGeom>
            <a:ln w="76200">
              <a:solidFill>
                <a:schemeClr val="tx1"/>
              </a:solidFill>
            </a:ln>
          </p:spPr>
          <p:style>
            <a:lnRef idx="2">
              <a:schemeClr val="accent1"/>
            </a:lnRef>
            <a:fillRef idx="0">
              <a:schemeClr val="accent1"/>
            </a:fillRef>
            <a:effectRef idx="1">
              <a:schemeClr val="accent1"/>
            </a:effectRef>
            <a:fontRef idx="minor">
              <a:schemeClr val="tx1"/>
            </a:fontRef>
          </p:style>
        </p:cxnSp>
      </p:grpSp>
      <p:pic>
        <p:nvPicPr>
          <p:cNvPr id="7" name="Imagen 6">
            <a:extLst>
              <a:ext uri="{FF2B5EF4-FFF2-40B4-BE49-F238E27FC236}">
                <a16:creationId xmlns:a16="http://schemas.microsoft.com/office/drawing/2014/main" id="{3A9B78D2-3213-DAC4-BE9F-349D36699876}"/>
              </a:ext>
            </a:extLst>
          </p:cNvPr>
          <p:cNvPicPr>
            <a:picLocks noChangeAspect="1"/>
          </p:cNvPicPr>
          <p:nvPr/>
        </p:nvPicPr>
        <p:blipFill>
          <a:blip r:embed="rId3"/>
          <a:stretch>
            <a:fillRect/>
          </a:stretch>
        </p:blipFill>
        <p:spPr>
          <a:xfrm>
            <a:off x="1292506" y="1736497"/>
            <a:ext cx="9606987" cy="4848045"/>
          </a:xfrm>
          <a:prstGeom prst="rect">
            <a:avLst/>
          </a:prstGeom>
        </p:spPr>
      </p:pic>
      <mc:AlternateContent xmlns:mc="http://schemas.openxmlformats.org/markup-compatibility/2006">
        <mc:Choice xmlns:a14="http://schemas.microsoft.com/office/drawing/2010/main" Requires="a14">
          <p:sp>
            <p:nvSpPr>
              <p:cNvPr id="5" name="CuadroTexto 4">
                <a:extLst>
                  <a:ext uri="{FF2B5EF4-FFF2-40B4-BE49-F238E27FC236}">
                    <a16:creationId xmlns:a16="http://schemas.microsoft.com/office/drawing/2014/main" id="{5E6B3B1D-6C16-8552-1ADA-7DD65F756536}"/>
                  </a:ext>
                </a:extLst>
              </p:cNvPr>
              <p:cNvSpPr txBox="1"/>
              <p:nvPr/>
            </p:nvSpPr>
            <p:spPr>
              <a:xfrm>
                <a:off x="3183017" y="942497"/>
                <a:ext cx="5348772" cy="79400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s-AR" sz="2400" i="1">
                              <a:latin typeface="Cambria Math" panose="02040503050406030204" pitchFamily="18" charset="0"/>
                            </a:rPr>
                          </m:ctrlPr>
                        </m:sSubPr>
                        <m:e>
                          <m:r>
                            <a:rPr lang="es-AR" sz="2400" i="1">
                              <a:latin typeface="Cambria Math" panose="02040503050406030204" pitchFamily="18" charset="0"/>
                            </a:rPr>
                            <m:t>𝑖</m:t>
                          </m:r>
                        </m:e>
                        <m:sub>
                          <m:r>
                            <a:rPr lang="es-AR" sz="2400" i="1">
                              <a:latin typeface="Cambria Math" panose="02040503050406030204" pitchFamily="18" charset="0"/>
                            </a:rPr>
                            <m:t>𝑇</m:t>
                          </m:r>
                        </m:sub>
                      </m:sSub>
                      <m:r>
                        <a:rPr lang="es-AR" sz="2400" b="0" i="1" smtClean="0">
                          <a:latin typeface="Cambria Math" panose="02040503050406030204" pitchFamily="18" charset="0"/>
                        </a:rPr>
                        <m:t>=</m:t>
                      </m:r>
                      <m:f>
                        <m:fPr>
                          <m:ctrlPr>
                            <a:rPr lang="es-AR" sz="2400" b="0" i="1" smtClean="0">
                              <a:latin typeface="Cambria Math" panose="02040503050406030204" pitchFamily="18" charset="0"/>
                            </a:rPr>
                          </m:ctrlPr>
                        </m:fPr>
                        <m:num>
                          <m:sSub>
                            <m:sSubPr>
                              <m:ctrlPr>
                                <a:rPr lang="es-AR" sz="2400" i="1">
                                  <a:latin typeface="Cambria Math" panose="02040503050406030204" pitchFamily="18" charset="0"/>
                                </a:rPr>
                              </m:ctrlPr>
                            </m:sSubPr>
                            <m:e>
                              <m:r>
                                <a:rPr lang="es-AR" sz="2400" i="1">
                                  <a:latin typeface="Cambria Math" panose="02040503050406030204" pitchFamily="18" charset="0"/>
                                </a:rPr>
                                <m:t>𝑖</m:t>
                              </m:r>
                            </m:e>
                            <m:sub>
                              <m:r>
                                <a:rPr lang="es-AR" sz="2400" i="1">
                                  <a:latin typeface="Cambria Math" panose="02040503050406030204" pitchFamily="18" charset="0"/>
                                </a:rPr>
                                <m:t>1</m:t>
                              </m:r>
                            </m:sub>
                          </m:sSub>
                          <m:r>
                            <a:rPr lang="es-AR" sz="2400" b="0" i="1" smtClean="0">
                              <a:latin typeface="Cambria Math" panose="02040503050406030204" pitchFamily="18" charset="0"/>
                            </a:rPr>
                            <m:t>+</m:t>
                          </m:r>
                          <m:sSub>
                            <m:sSubPr>
                              <m:ctrlPr>
                                <a:rPr lang="es-AR" sz="2400" i="1">
                                  <a:latin typeface="Cambria Math" panose="02040503050406030204" pitchFamily="18" charset="0"/>
                                </a:rPr>
                              </m:ctrlPr>
                            </m:sSubPr>
                            <m:e>
                              <m:r>
                                <a:rPr lang="es-AR" sz="2400" i="1">
                                  <a:latin typeface="Cambria Math" panose="02040503050406030204" pitchFamily="18" charset="0"/>
                                </a:rPr>
                                <m:t>𝐸</m:t>
                              </m:r>
                              <m:r>
                                <a:rPr lang="es-AR" sz="2400" i="1">
                                  <a:latin typeface="Cambria Math" panose="02040503050406030204" pitchFamily="18" charset="0"/>
                                </a:rPr>
                                <m:t>[</m:t>
                              </m:r>
                              <m:r>
                                <a:rPr lang="es-AR" sz="2400" i="1">
                                  <a:latin typeface="Cambria Math" panose="02040503050406030204" pitchFamily="18" charset="0"/>
                                </a:rPr>
                                <m:t>𝑖</m:t>
                              </m:r>
                            </m:e>
                            <m:sub>
                              <m:r>
                                <a:rPr lang="es-AR" sz="2400" i="1">
                                  <a:latin typeface="Cambria Math" panose="02040503050406030204" pitchFamily="18" charset="0"/>
                                </a:rPr>
                                <m:t>1,1</m:t>
                              </m:r>
                            </m:sub>
                          </m:sSub>
                          <m:r>
                            <a:rPr lang="es-AR" sz="2400" i="1">
                              <a:latin typeface="Cambria Math" panose="02040503050406030204" pitchFamily="18" charset="0"/>
                            </a:rPr>
                            <m:t>]</m:t>
                          </m:r>
                          <m:r>
                            <a:rPr lang="es-AR" sz="2400" i="1">
                              <a:latin typeface="Cambria Math" panose="02040503050406030204" pitchFamily="18" charset="0"/>
                            </a:rPr>
                            <m:t>+…+</m:t>
                          </m:r>
                          <m:sSub>
                            <m:sSubPr>
                              <m:ctrlPr>
                                <a:rPr lang="es-AR" sz="2400" i="1">
                                  <a:latin typeface="Cambria Math" panose="02040503050406030204" pitchFamily="18" charset="0"/>
                                </a:rPr>
                              </m:ctrlPr>
                            </m:sSubPr>
                            <m:e>
                              <m:r>
                                <a:rPr lang="es-AR" sz="2400" i="1">
                                  <a:latin typeface="Cambria Math" panose="02040503050406030204" pitchFamily="18" charset="0"/>
                                </a:rPr>
                                <m:t>𝐸</m:t>
                              </m:r>
                              <m:r>
                                <a:rPr lang="es-AR" sz="2400" i="1">
                                  <a:latin typeface="Cambria Math" panose="02040503050406030204" pitchFamily="18" charset="0"/>
                                </a:rPr>
                                <m:t>[</m:t>
                              </m:r>
                              <m:r>
                                <a:rPr lang="es-AR" sz="2400" i="1">
                                  <a:latin typeface="Cambria Math" panose="02040503050406030204" pitchFamily="18" charset="0"/>
                                </a:rPr>
                                <m:t>𝑖</m:t>
                              </m:r>
                            </m:e>
                            <m:sub>
                              <m:r>
                                <a:rPr lang="es-AR" sz="2400" i="1">
                                  <a:latin typeface="Cambria Math" panose="02040503050406030204" pitchFamily="18" charset="0"/>
                                </a:rPr>
                                <m:t>𝑇</m:t>
                              </m:r>
                              <m:r>
                                <a:rPr lang="es-AR" sz="2400" i="1">
                                  <a:latin typeface="Cambria Math" panose="02040503050406030204" pitchFamily="18" charset="0"/>
                                </a:rPr>
                                <m:t>−1,1</m:t>
                              </m:r>
                            </m:sub>
                          </m:sSub>
                          <m:r>
                            <a:rPr lang="es-AR" sz="2400" i="1">
                              <a:latin typeface="Cambria Math" panose="02040503050406030204" pitchFamily="18" charset="0"/>
                            </a:rPr>
                            <m:t>]</m:t>
                          </m:r>
                        </m:num>
                        <m:den>
                          <m:r>
                            <a:rPr lang="es-AR" sz="2400" b="0" i="1" smtClean="0">
                              <a:latin typeface="Cambria Math" panose="02040503050406030204" pitchFamily="18" charset="0"/>
                            </a:rPr>
                            <m:t>𝑇</m:t>
                          </m:r>
                        </m:den>
                      </m:f>
                      <m:r>
                        <a:rPr lang="es-AR" sz="2400" b="0" i="1" smtClean="0">
                          <a:latin typeface="Cambria Math" panose="02040503050406030204" pitchFamily="18" charset="0"/>
                        </a:rPr>
                        <m:t>+</m:t>
                      </m:r>
                      <m:sSub>
                        <m:sSubPr>
                          <m:ctrlPr>
                            <a:rPr lang="es-AR" sz="2400" b="0" i="1" smtClean="0">
                              <a:latin typeface="Cambria Math" panose="02040503050406030204" pitchFamily="18" charset="0"/>
                            </a:rPr>
                          </m:ctrlPr>
                        </m:sSubPr>
                        <m:e>
                          <m:r>
                            <a:rPr lang="es-AR" sz="2400" b="0" i="1" smtClean="0">
                              <a:latin typeface="Cambria Math" panose="02040503050406030204" pitchFamily="18" charset="0"/>
                              <a:ea typeface="Cambria Math" panose="02040503050406030204" pitchFamily="18" charset="0"/>
                            </a:rPr>
                            <m:t>𝜌</m:t>
                          </m:r>
                        </m:e>
                        <m:sub>
                          <m:r>
                            <a:rPr lang="es-AR" sz="2400" b="0" i="1" smtClean="0">
                              <a:latin typeface="Cambria Math" panose="02040503050406030204" pitchFamily="18" charset="0"/>
                            </a:rPr>
                            <m:t>𝑇</m:t>
                          </m:r>
                        </m:sub>
                      </m:sSub>
                    </m:oMath>
                  </m:oMathPara>
                </a14:m>
                <a:endParaRPr lang="es-AR" sz="2400" i="1" dirty="0"/>
              </a:p>
            </p:txBody>
          </p:sp>
        </mc:Choice>
        <mc:Fallback>
          <p:sp>
            <p:nvSpPr>
              <p:cNvPr id="5" name="CuadroTexto 4">
                <a:extLst>
                  <a:ext uri="{FF2B5EF4-FFF2-40B4-BE49-F238E27FC236}">
                    <a16:creationId xmlns:a16="http://schemas.microsoft.com/office/drawing/2014/main" id="{5E6B3B1D-6C16-8552-1ADA-7DD65F756536}"/>
                  </a:ext>
                </a:extLst>
              </p:cNvPr>
              <p:cNvSpPr txBox="1">
                <a:spLocks noRot="1" noChangeAspect="1" noMove="1" noResize="1" noEditPoints="1" noAdjustHandles="1" noChangeArrowheads="1" noChangeShapeType="1" noTextEdit="1"/>
              </p:cNvSpPr>
              <p:nvPr/>
            </p:nvSpPr>
            <p:spPr>
              <a:xfrm>
                <a:off x="3183017" y="942497"/>
                <a:ext cx="5348772" cy="794000"/>
              </a:xfrm>
              <a:prstGeom prst="rect">
                <a:avLst/>
              </a:prstGeom>
              <a:blipFill>
                <a:blip r:embed="rId4"/>
                <a:stretch>
                  <a:fillRect/>
                </a:stretch>
              </a:blipFill>
            </p:spPr>
            <p:txBody>
              <a:bodyPr/>
              <a:lstStyle/>
              <a:p>
                <a:r>
                  <a:rPr lang="es-AR">
                    <a:noFill/>
                  </a:rPr>
                  <a:t> </a:t>
                </a:r>
              </a:p>
            </p:txBody>
          </p:sp>
        </mc:Fallback>
      </mc:AlternateContent>
    </p:spTree>
    <p:extLst>
      <p:ext uri="{BB962C8B-B14F-4D97-AF65-F5344CB8AC3E}">
        <p14:creationId xmlns:p14="http://schemas.microsoft.com/office/powerpoint/2010/main" val="405839698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F28E7C-960E-0E59-CA06-E9247925B239}"/>
            </a:ext>
          </a:extLst>
        </p:cNvPr>
        <p:cNvGrpSpPr/>
        <p:nvPr/>
      </p:nvGrpSpPr>
      <p:grpSpPr>
        <a:xfrm>
          <a:off x="0" y="0"/>
          <a:ext cx="0" cy="0"/>
          <a:chOff x="0" y="0"/>
          <a:chExt cx="0" cy="0"/>
        </a:xfrm>
      </p:grpSpPr>
      <p:grpSp>
        <p:nvGrpSpPr>
          <p:cNvPr id="2" name="Grupo 1">
            <a:extLst>
              <a:ext uri="{FF2B5EF4-FFF2-40B4-BE49-F238E27FC236}">
                <a16:creationId xmlns:a16="http://schemas.microsoft.com/office/drawing/2014/main" id="{2443B910-FB7C-66AF-34F5-61027175F061}"/>
              </a:ext>
            </a:extLst>
          </p:cNvPr>
          <p:cNvGrpSpPr/>
          <p:nvPr/>
        </p:nvGrpSpPr>
        <p:grpSpPr>
          <a:xfrm>
            <a:off x="301478" y="101545"/>
            <a:ext cx="3872235" cy="584775"/>
            <a:chOff x="301478" y="101545"/>
            <a:chExt cx="3872235" cy="584775"/>
          </a:xfrm>
        </p:grpSpPr>
        <p:sp>
          <p:nvSpPr>
            <p:cNvPr id="3" name="CuadroTexto 2">
              <a:extLst>
                <a:ext uri="{FF2B5EF4-FFF2-40B4-BE49-F238E27FC236}">
                  <a16:creationId xmlns:a16="http://schemas.microsoft.com/office/drawing/2014/main" id="{12AFB6D3-1658-2004-1F95-6226C8D7E670}"/>
                </a:ext>
              </a:extLst>
            </p:cNvPr>
            <p:cNvSpPr txBox="1"/>
            <p:nvPr/>
          </p:nvSpPr>
          <p:spPr>
            <a:xfrm>
              <a:off x="404348" y="101545"/>
              <a:ext cx="3769365" cy="584775"/>
            </a:xfrm>
            <a:prstGeom prst="rect">
              <a:avLst/>
            </a:prstGeom>
            <a:noFill/>
          </p:spPr>
          <p:txBody>
            <a:bodyPr wrap="none" rtlCol="0">
              <a:spAutoFit/>
            </a:bodyPr>
            <a:lstStyle/>
            <a:p>
              <a:r>
                <a:rPr lang="es-AR" sz="3200" dirty="0">
                  <a:latin typeface="+mj-lt"/>
                  <a:cs typeface="Times New Roman" panose="02020603050405020304" pitchFamily="18" charset="0"/>
                </a:rPr>
                <a:t>Estructura de tasas</a:t>
              </a:r>
            </a:p>
          </p:txBody>
        </p:sp>
        <p:cxnSp>
          <p:nvCxnSpPr>
            <p:cNvPr id="4" name="Conector recto 3">
              <a:extLst>
                <a:ext uri="{FF2B5EF4-FFF2-40B4-BE49-F238E27FC236}">
                  <a16:creationId xmlns:a16="http://schemas.microsoft.com/office/drawing/2014/main" id="{9592C4E3-38AD-4D3B-353E-F6188ED2C785}"/>
                </a:ext>
              </a:extLst>
            </p:cNvPr>
            <p:cNvCxnSpPr>
              <a:cxnSpLocks/>
            </p:cNvCxnSpPr>
            <p:nvPr/>
          </p:nvCxnSpPr>
          <p:spPr>
            <a:xfrm>
              <a:off x="301478" y="231932"/>
              <a:ext cx="0" cy="324000"/>
            </a:xfrm>
            <a:prstGeom prst="line">
              <a:avLst/>
            </a:prstGeom>
            <a:ln w="76200">
              <a:solidFill>
                <a:schemeClr val="tx1"/>
              </a:solidFill>
            </a:ln>
          </p:spPr>
          <p:style>
            <a:lnRef idx="2">
              <a:schemeClr val="accent1"/>
            </a:lnRef>
            <a:fillRef idx="0">
              <a:schemeClr val="accent1"/>
            </a:fillRef>
            <a:effectRef idx="1">
              <a:schemeClr val="accent1"/>
            </a:effectRef>
            <a:fontRef idx="minor">
              <a:schemeClr val="tx1"/>
            </a:fontRef>
          </p:style>
        </p:cxnSp>
      </p:grpSp>
      <p:sp>
        <p:nvSpPr>
          <p:cNvPr id="6" name="CuadroTexto 5">
            <a:extLst>
              <a:ext uri="{FF2B5EF4-FFF2-40B4-BE49-F238E27FC236}">
                <a16:creationId xmlns:a16="http://schemas.microsoft.com/office/drawing/2014/main" id="{32C29C84-86BB-955E-5081-8A1354F65242}"/>
              </a:ext>
            </a:extLst>
          </p:cNvPr>
          <p:cNvSpPr txBox="1"/>
          <p:nvPr/>
        </p:nvSpPr>
        <p:spPr>
          <a:xfrm>
            <a:off x="404347" y="1152051"/>
            <a:ext cx="11391413" cy="3416320"/>
          </a:xfrm>
          <a:prstGeom prst="rect">
            <a:avLst/>
          </a:prstGeom>
          <a:noFill/>
        </p:spPr>
        <p:txBody>
          <a:bodyPr wrap="square" rtlCol="0">
            <a:spAutoFit/>
          </a:bodyPr>
          <a:lstStyle/>
          <a:p>
            <a:pPr marL="342900" indent="-342900">
              <a:buFont typeface="Arial" panose="020B0604020202020204" pitchFamily="34" charset="0"/>
              <a:buChar char="•"/>
            </a:pPr>
            <a:r>
              <a:rPr lang="es-AR" sz="2400" dirty="0"/>
              <a:t>La estructura de tasas puede ser indicativa</a:t>
            </a:r>
          </a:p>
          <a:p>
            <a:pPr marL="342900" indent="-342900">
              <a:buFont typeface="Arial" panose="020B0604020202020204" pitchFamily="34" charset="0"/>
              <a:buChar char="•"/>
            </a:pPr>
            <a:endParaRPr lang="es-AR" sz="2400" dirty="0"/>
          </a:p>
          <a:p>
            <a:pPr marL="342900" indent="-342900">
              <a:buFont typeface="Arial" panose="020B0604020202020204" pitchFamily="34" charset="0"/>
              <a:buChar char="•"/>
            </a:pPr>
            <a:r>
              <a:rPr lang="es-AR" sz="2400" dirty="0"/>
              <a:t>Cuando la economía está entrando en recesión, los bancos centrales hacen política monetaria expansiva → Tasas de corto plazo están altas, lo que se ve como una curva de tasas  planas o con pendiente negativa.</a:t>
            </a:r>
          </a:p>
          <a:p>
            <a:pPr marL="342900" indent="-342900">
              <a:buFont typeface="Arial" panose="020B0604020202020204" pitchFamily="34" charset="0"/>
              <a:buChar char="•"/>
            </a:pPr>
            <a:endParaRPr lang="en-US" sz="2400" dirty="0"/>
          </a:p>
          <a:p>
            <a:pPr marL="342900" indent="-342900">
              <a:buFont typeface="Arial" panose="020B0604020202020204" pitchFamily="34" charset="0"/>
              <a:buChar char="•"/>
            </a:pPr>
            <a:r>
              <a:rPr lang="en-US" sz="2400" dirty="0"/>
              <a:t>Las </a:t>
            </a:r>
            <a:r>
              <a:rPr lang="en-US" sz="2400" dirty="0" err="1"/>
              <a:t>tasas</a:t>
            </a:r>
            <a:r>
              <a:rPr lang="en-US" sz="2400" dirty="0"/>
              <a:t> de </a:t>
            </a:r>
            <a:r>
              <a:rPr lang="en-US" sz="2400" dirty="0" err="1"/>
              <a:t>interés</a:t>
            </a:r>
            <a:r>
              <a:rPr lang="en-US" sz="2400" dirty="0"/>
              <a:t> </a:t>
            </a:r>
            <a:r>
              <a:rPr lang="en-US" sz="2400" dirty="0" err="1"/>
              <a:t>nominales</a:t>
            </a:r>
            <a:r>
              <a:rPr lang="en-US" sz="2400" dirty="0"/>
              <a:t>, </a:t>
            </a:r>
            <a:r>
              <a:rPr lang="en-US" sz="2400" dirty="0" err="1"/>
              <a:t>contienen</a:t>
            </a:r>
            <a:r>
              <a:rPr lang="en-US" sz="2400" dirty="0"/>
              <a:t> </a:t>
            </a:r>
            <a:r>
              <a:rPr lang="en-US" sz="2400" dirty="0" err="1"/>
              <a:t>expectativas</a:t>
            </a:r>
            <a:r>
              <a:rPr lang="en-US" sz="2400" dirty="0"/>
              <a:t> de </a:t>
            </a:r>
            <a:r>
              <a:rPr lang="en-US" sz="2400" dirty="0" err="1"/>
              <a:t>inflación</a:t>
            </a:r>
            <a:r>
              <a:rPr lang="en-US" sz="2400" dirty="0"/>
              <a:t>, </a:t>
            </a:r>
            <a:r>
              <a:rPr lang="en-US" sz="2400" dirty="0" err="1"/>
              <a:t>por</a:t>
            </a:r>
            <a:r>
              <a:rPr lang="en-US" sz="2400" dirty="0"/>
              <a:t> lo </a:t>
            </a:r>
            <a:r>
              <a:rPr lang="en-US" sz="2400" dirty="0" err="1"/>
              <a:t>que</a:t>
            </a:r>
            <a:r>
              <a:rPr lang="en-US" sz="2400" dirty="0"/>
              <a:t> </a:t>
            </a:r>
            <a:r>
              <a:rPr lang="en-US" sz="2400" dirty="0" err="1"/>
              <a:t>tasas</a:t>
            </a:r>
            <a:r>
              <a:rPr lang="en-US" sz="2400" dirty="0"/>
              <a:t> </a:t>
            </a:r>
            <a:r>
              <a:rPr lang="en-US" sz="2400" dirty="0" err="1"/>
              <a:t>más</a:t>
            </a:r>
            <a:r>
              <a:rPr lang="en-US" sz="2400" dirty="0"/>
              <a:t> </a:t>
            </a:r>
            <a:r>
              <a:rPr lang="en-US" sz="2400" dirty="0" err="1"/>
              <a:t>planas</a:t>
            </a:r>
            <a:r>
              <a:rPr lang="en-US" sz="2400" dirty="0"/>
              <a:t> o con </a:t>
            </a:r>
            <a:r>
              <a:rPr lang="en-US" sz="2400" dirty="0" err="1"/>
              <a:t>pendientes</a:t>
            </a:r>
            <a:r>
              <a:rPr lang="en-US" sz="2400" dirty="0"/>
              <a:t> </a:t>
            </a:r>
            <a:r>
              <a:rPr lang="en-US" sz="2400" dirty="0" err="1"/>
              <a:t>negativas</a:t>
            </a:r>
            <a:r>
              <a:rPr lang="en-US" sz="2400" dirty="0"/>
              <a:t> </a:t>
            </a:r>
            <a:r>
              <a:rPr lang="en-US" sz="2400" dirty="0" err="1"/>
              <a:t>implican</a:t>
            </a:r>
            <a:r>
              <a:rPr lang="en-US" sz="2400" dirty="0"/>
              <a:t> </a:t>
            </a:r>
            <a:r>
              <a:rPr lang="en-US" sz="2400" dirty="0" err="1"/>
              <a:t>que</a:t>
            </a:r>
            <a:r>
              <a:rPr lang="en-US" sz="2400" dirty="0"/>
              <a:t> </a:t>
            </a:r>
            <a:r>
              <a:rPr lang="en-US" sz="2400" dirty="0" err="1"/>
              <a:t>el</a:t>
            </a:r>
            <a:r>
              <a:rPr lang="en-US" sz="2400" dirty="0"/>
              <a:t> BC </a:t>
            </a:r>
            <a:r>
              <a:rPr lang="en-US" sz="2400" dirty="0" err="1"/>
              <a:t>mantiene</a:t>
            </a:r>
            <a:r>
              <a:rPr lang="en-US" sz="2400" dirty="0"/>
              <a:t> </a:t>
            </a:r>
            <a:r>
              <a:rPr lang="en-US" sz="2400" dirty="0" err="1"/>
              <a:t>tasas</a:t>
            </a:r>
            <a:r>
              <a:rPr lang="en-US" sz="2400" dirty="0"/>
              <a:t> </a:t>
            </a:r>
            <a:r>
              <a:rPr lang="en-US" sz="2400" dirty="0" err="1"/>
              <a:t>altas</a:t>
            </a:r>
            <a:r>
              <a:rPr lang="en-US" sz="2400" dirty="0"/>
              <a:t> para </a:t>
            </a:r>
            <a:r>
              <a:rPr lang="en-US" sz="2400" dirty="0" err="1"/>
              <a:t>bajar</a:t>
            </a:r>
            <a:r>
              <a:rPr lang="en-US" sz="2400" dirty="0"/>
              <a:t> la </a:t>
            </a:r>
            <a:r>
              <a:rPr lang="en-US" sz="2400" dirty="0" err="1"/>
              <a:t>inflación</a:t>
            </a:r>
            <a:r>
              <a:rPr lang="en-US" sz="2400" dirty="0"/>
              <a:t> </a:t>
            </a:r>
            <a:r>
              <a:rPr lang="en-US" sz="2400" dirty="0" err="1"/>
              <a:t>en</a:t>
            </a:r>
            <a:r>
              <a:rPr lang="en-US" sz="2400" dirty="0"/>
              <a:t> </a:t>
            </a:r>
            <a:r>
              <a:rPr lang="en-US" sz="2400" dirty="0" err="1"/>
              <a:t>el</a:t>
            </a:r>
            <a:r>
              <a:rPr lang="en-US" sz="2400" dirty="0"/>
              <a:t> </a:t>
            </a:r>
            <a:r>
              <a:rPr lang="en-US" sz="2400" dirty="0" err="1"/>
              <a:t>futuro</a:t>
            </a:r>
            <a:r>
              <a:rPr lang="en-US" sz="2400" dirty="0"/>
              <a:t>.</a:t>
            </a:r>
            <a:endParaRPr lang="es-AR" sz="2400" dirty="0"/>
          </a:p>
        </p:txBody>
      </p:sp>
    </p:spTree>
    <p:extLst>
      <p:ext uri="{BB962C8B-B14F-4D97-AF65-F5344CB8AC3E}">
        <p14:creationId xmlns:p14="http://schemas.microsoft.com/office/powerpoint/2010/main" val="1594186081"/>
      </p:ext>
    </p:extLst>
  </p:cSld>
  <p:clrMapOvr>
    <a:masterClrMapping/>
  </p:clrMapOvr>
</p:sld>
</file>

<file path=ppt/theme/theme1.xml><?xml version="1.0" encoding="utf-8"?>
<a:theme xmlns:a="http://schemas.openxmlformats.org/drawingml/2006/main" name="Tema de Office">
  <a:themeElements>
    <a:clrScheme name="Colores propios">
      <a:dk1>
        <a:sysClr val="windowText" lastClr="000000"/>
      </a:dk1>
      <a:lt1>
        <a:sysClr val="window" lastClr="FFFFFF"/>
      </a:lt1>
      <a:dk2>
        <a:srgbClr val="0E2841"/>
      </a:dk2>
      <a:lt2>
        <a:srgbClr val="E8E8E8"/>
      </a:lt2>
      <a:accent1>
        <a:srgbClr val="4575B4"/>
      </a:accent1>
      <a:accent2>
        <a:srgbClr val="91BFDB"/>
      </a:accent2>
      <a:accent3>
        <a:srgbClr val="E0F3F8"/>
      </a:accent3>
      <a:accent4>
        <a:srgbClr val="FEE090"/>
      </a:accent4>
      <a:accent5>
        <a:srgbClr val="FC8D59"/>
      </a:accent5>
      <a:accent6>
        <a:srgbClr val="D73027"/>
      </a:accent6>
      <a:hlink>
        <a:srgbClr val="0070C0"/>
      </a:hlink>
      <a:folHlink>
        <a:srgbClr val="A02B93"/>
      </a:folHlink>
    </a:clrScheme>
    <a:fontScheme name="Fuentes propias">
      <a:majorFont>
        <a:latin typeface="Aptos Serif"/>
        <a:ea typeface=""/>
        <a:cs typeface=""/>
      </a:majorFont>
      <a:minorFont>
        <a:latin typeface="Aptos Serif"/>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3411</TotalTime>
  <Words>2145</Words>
  <Application>Microsoft Office PowerPoint</Application>
  <PresentationFormat>Panorámica</PresentationFormat>
  <Paragraphs>385</Paragraphs>
  <Slides>30</Slides>
  <Notes>26</Notes>
  <HiddenSlides>0</HiddenSlides>
  <MMClips>0</MMClips>
  <ScaleCrop>false</ScaleCrop>
  <HeadingPairs>
    <vt:vector size="6" baseType="variant">
      <vt:variant>
        <vt:lpstr>Fuentes usadas</vt:lpstr>
      </vt:variant>
      <vt:variant>
        <vt:i4>5</vt:i4>
      </vt:variant>
      <vt:variant>
        <vt:lpstr>Tema</vt:lpstr>
      </vt:variant>
      <vt:variant>
        <vt:i4>1</vt:i4>
      </vt:variant>
      <vt:variant>
        <vt:lpstr>Títulos de diapositiva</vt:lpstr>
      </vt:variant>
      <vt:variant>
        <vt:i4>30</vt:i4>
      </vt:variant>
    </vt:vector>
  </HeadingPairs>
  <TitlesOfParts>
    <vt:vector size="36" baseType="lpstr">
      <vt:lpstr>Aptos</vt:lpstr>
      <vt:lpstr>Aptos Serif</vt:lpstr>
      <vt:lpstr>Arial</vt:lpstr>
      <vt:lpstr>Cambria Math</vt:lpstr>
      <vt:lpstr>Times New Roman</vt:lpstr>
      <vt:lpstr>Tema de Office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Devita, Mariano</dc:creator>
  <cp:lastModifiedBy>Devita, Mariano</cp:lastModifiedBy>
  <cp:revision>1</cp:revision>
  <dcterms:created xsi:type="dcterms:W3CDTF">2026-03-31T20:55:12Z</dcterms:created>
  <dcterms:modified xsi:type="dcterms:W3CDTF">2026-05-14T19:11:56Z</dcterms:modified>
</cp:coreProperties>
</file>