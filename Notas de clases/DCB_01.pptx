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87" r:id="rId4"/>
    <p:sldId id="286" r:id="rId5"/>
    <p:sldId id="262" r:id="rId6"/>
    <p:sldId id="273" r:id="rId7"/>
    <p:sldId id="260" r:id="rId8"/>
    <p:sldId id="265" r:id="rId9"/>
    <p:sldId id="258" r:id="rId10"/>
    <p:sldId id="274" r:id="rId11"/>
    <p:sldId id="266" r:id="rId12"/>
    <p:sldId id="277" r:id="rId13"/>
    <p:sldId id="278" r:id="rId14"/>
    <p:sldId id="263" r:id="rId15"/>
    <p:sldId id="281" r:id="rId16"/>
    <p:sldId id="279" r:id="rId17"/>
    <p:sldId id="269" r:id="rId18"/>
    <p:sldId id="270" r:id="rId19"/>
    <p:sldId id="271" r:id="rId20"/>
    <p:sldId id="272" r:id="rId21"/>
    <p:sldId id="267" r:id="rId22"/>
    <p:sldId id="259" r:id="rId23"/>
    <p:sldId id="285" r:id="rId24"/>
    <p:sldId id="283" r:id="rId25"/>
    <p:sldId id="284" r:id="rId26"/>
    <p:sldId id="288" r:id="rId27"/>
    <p:sldId id="289" r:id="rId28"/>
    <p:sldId id="290" r:id="rId29"/>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00A245-1F23-4167-85B4-02E6896501AE}" v="34" dt="2026-05-12T14:51:10.91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57" autoAdjust="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ta, Mariano" userId="790ddd12-d095-4063-9590-047d0ef1fce2" providerId="ADAL" clId="{D72FB022-ACC1-432E-A309-C700CF44763B}"/>
    <pc:docChg chg="undo custSel addSld delSld modSld sldOrd">
      <pc:chgData name="Devita, Mariano" userId="790ddd12-d095-4063-9590-047d0ef1fce2" providerId="ADAL" clId="{D72FB022-ACC1-432E-A309-C700CF44763B}" dt="2026-05-12T14:51:29.772" v="12713" actId="1076"/>
      <pc:docMkLst>
        <pc:docMk/>
      </pc:docMkLst>
      <pc:sldChg chg="addSp modSp mod">
        <pc:chgData name="Devita, Mariano" userId="790ddd12-d095-4063-9590-047d0ef1fce2" providerId="ADAL" clId="{D72FB022-ACC1-432E-A309-C700CF44763B}" dt="2026-05-12T14:37:12.466" v="12530" actId="403"/>
        <pc:sldMkLst>
          <pc:docMk/>
          <pc:sldMk cId="2617685939" sldId="256"/>
        </pc:sldMkLst>
        <pc:spChg chg="mod">
          <ac:chgData name="Devita, Mariano" userId="790ddd12-d095-4063-9590-047d0ef1fce2" providerId="ADAL" clId="{D72FB022-ACC1-432E-A309-C700CF44763B}" dt="2026-05-12T14:37:12.466" v="12530" actId="403"/>
          <ac:spMkLst>
            <pc:docMk/>
            <pc:sldMk cId="2617685939" sldId="256"/>
            <ac:spMk id="4" creationId="{16A01A38-C9E3-F289-70E2-E302B9B527B2}"/>
          </ac:spMkLst>
        </pc:spChg>
        <pc:cxnChg chg="add mod">
          <ac:chgData name="Devita, Mariano" userId="790ddd12-d095-4063-9590-047d0ef1fce2" providerId="ADAL" clId="{D72FB022-ACC1-432E-A309-C700CF44763B}" dt="2026-04-21T18:32:07.750" v="8267" actId="14100"/>
          <ac:cxnSpMkLst>
            <pc:docMk/>
            <pc:sldMk cId="2617685939" sldId="256"/>
            <ac:cxnSpMk id="2" creationId="{9C1B97CD-F2E8-77E0-828C-FB01B22818FD}"/>
          </ac:cxnSpMkLst>
        </pc:cxnChg>
      </pc:sldChg>
      <pc:sldChg chg="addSp delSp modSp mod">
        <pc:chgData name="Devita, Mariano" userId="790ddd12-d095-4063-9590-047d0ef1fce2" providerId="ADAL" clId="{D72FB022-ACC1-432E-A309-C700CF44763B}" dt="2026-05-12T14:37:20.537" v="12531" actId="255"/>
        <pc:sldMkLst>
          <pc:docMk/>
          <pc:sldMk cId="1367159607" sldId="257"/>
        </pc:sldMkLst>
        <pc:spChg chg="mod">
          <ac:chgData name="Devita, Mariano" userId="790ddd12-d095-4063-9590-047d0ef1fce2" providerId="ADAL" clId="{D72FB022-ACC1-432E-A309-C700CF44763B}" dt="2026-04-30T13:43:26.930" v="10327" actId="20577"/>
          <ac:spMkLst>
            <pc:docMk/>
            <pc:sldMk cId="1367159607" sldId="257"/>
            <ac:spMk id="4" creationId="{2EF70F59-422A-F47B-7929-C5792F2F0449}"/>
          </ac:spMkLst>
        </pc:spChg>
        <pc:spChg chg="add mod">
          <ac:chgData name="Devita, Mariano" userId="790ddd12-d095-4063-9590-047d0ef1fce2" providerId="ADAL" clId="{D72FB022-ACC1-432E-A309-C700CF44763B}" dt="2026-05-12T14:37:20.537" v="12531" actId="255"/>
          <ac:spMkLst>
            <pc:docMk/>
            <pc:sldMk cId="1367159607" sldId="257"/>
            <ac:spMk id="6" creationId="{721A48EB-4918-EBB9-EAF8-92B28AF1A8E5}"/>
          </ac:spMkLst>
        </pc:spChg>
        <pc:grpChg chg="add mod">
          <ac:chgData name="Devita, Mariano" userId="790ddd12-d095-4063-9590-047d0ef1fce2" providerId="ADAL" clId="{D72FB022-ACC1-432E-A309-C700CF44763B}" dt="2026-04-21T18:27:37.014" v="8173" actId="164"/>
          <ac:grpSpMkLst>
            <pc:docMk/>
            <pc:sldMk cId="1367159607" sldId="257"/>
            <ac:grpSpMk id="13" creationId="{83F7F953-0BB1-20F0-D22F-FA174B1F9E44}"/>
          </ac:grpSpMkLst>
        </pc:grpChg>
        <pc:cxnChg chg="add mod">
          <ac:chgData name="Devita, Mariano" userId="790ddd12-d095-4063-9590-047d0ef1fce2" providerId="ADAL" clId="{D72FB022-ACC1-432E-A309-C700CF44763B}" dt="2026-04-21T18:28:45.849" v="8184" actId="208"/>
          <ac:cxnSpMkLst>
            <pc:docMk/>
            <pc:sldMk cId="1367159607" sldId="257"/>
            <ac:cxnSpMk id="12" creationId="{4671549C-DF61-F19B-E587-6AD2600F54E4}"/>
          </ac:cxnSpMkLst>
        </pc:cxnChg>
      </pc:sldChg>
      <pc:sldChg chg="addSp delSp modSp mod modNotesTx">
        <pc:chgData name="Devita, Mariano" userId="790ddd12-d095-4063-9590-047d0ef1fce2" providerId="ADAL" clId="{D72FB022-ACC1-432E-A309-C700CF44763B}" dt="2026-05-12T14:44:49.884" v="12602" actId="14100"/>
        <pc:sldMkLst>
          <pc:docMk/>
          <pc:sldMk cId="3089178181" sldId="258"/>
        </pc:sldMkLst>
        <pc:spChg chg="add mod">
          <ac:chgData name="Devita, Mariano" userId="790ddd12-d095-4063-9590-047d0ef1fce2" providerId="ADAL" clId="{D72FB022-ACC1-432E-A309-C700CF44763B}" dt="2026-05-12T14:44:13.466" v="12595" actId="255"/>
          <ac:spMkLst>
            <pc:docMk/>
            <pc:sldMk cId="3089178181" sldId="258"/>
            <ac:spMk id="2" creationId="{ECF09C4B-E288-86F3-FC7B-7FA6B1C2C87F}"/>
          </ac:spMkLst>
        </pc:spChg>
        <pc:spChg chg="add mod">
          <ac:chgData name="Devita, Mariano" userId="790ddd12-d095-4063-9590-047d0ef1fce2" providerId="ADAL" clId="{D72FB022-ACC1-432E-A309-C700CF44763B}" dt="2026-05-12T14:44:29.688" v="12597" actId="255"/>
          <ac:spMkLst>
            <pc:docMk/>
            <pc:sldMk cId="3089178181" sldId="258"/>
            <ac:spMk id="3" creationId="{2561BB67-A2B7-8112-AB22-8A04EEF7C514}"/>
          </ac:spMkLst>
        </pc:spChg>
        <pc:spChg chg="add mod">
          <ac:chgData name="Devita, Mariano" userId="790ddd12-d095-4063-9590-047d0ef1fce2" providerId="ADAL" clId="{D72FB022-ACC1-432E-A309-C700CF44763B}" dt="2026-05-12T14:44:45.604" v="12601" actId="1076"/>
          <ac:spMkLst>
            <pc:docMk/>
            <pc:sldMk cId="3089178181" sldId="258"/>
            <ac:spMk id="5" creationId="{5A8998E7-D055-2DFA-E7C7-41486E7B74EF}"/>
          </ac:spMkLst>
        </pc:spChg>
        <pc:spChg chg="add mod">
          <ac:chgData name="Devita, Mariano" userId="790ddd12-d095-4063-9590-047d0ef1fce2" providerId="ADAL" clId="{D72FB022-ACC1-432E-A309-C700CF44763B}" dt="2026-05-12T14:44:49.884" v="12602" actId="14100"/>
          <ac:spMkLst>
            <pc:docMk/>
            <pc:sldMk cId="3089178181" sldId="258"/>
            <ac:spMk id="11" creationId="{BDBCD8B1-FC6F-919E-4D4E-FD0241817028}"/>
          </ac:spMkLst>
        </pc:spChg>
        <pc:spChg chg="add mod">
          <ac:chgData name="Devita, Mariano" userId="790ddd12-d095-4063-9590-047d0ef1fce2" providerId="ADAL" clId="{D72FB022-ACC1-432E-A309-C700CF44763B}" dt="2026-05-12T14:44:45.604" v="12601" actId="1076"/>
          <ac:spMkLst>
            <pc:docMk/>
            <pc:sldMk cId="3089178181" sldId="258"/>
            <ac:spMk id="16" creationId="{020A2EFA-CCA4-EAA5-D68A-DE9A6F9A773A}"/>
          </ac:spMkLst>
        </pc:spChg>
        <pc:spChg chg="add mod">
          <ac:chgData name="Devita, Mariano" userId="790ddd12-d095-4063-9590-047d0ef1fce2" providerId="ADAL" clId="{D72FB022-ACC1-432E-A309-C700CF44763B}" dt="2026-05-12T14:44:45.604" v="12601" actId="1076"/>
          <ac:spMkLst>
            <pc:docMk/>
            <pc:sldMk cId="3089178181" sldId="258"/>
            <ac:spMk id="17" creationId="{A23DD599-A78A-75D7-01AF-35257B193E81}"/>
          </ac:spMkLst>
        </pc:spChg>
        <pc:spChg chg="mod">
          <ac:chgData name="Devita, Mariano" userId="790ddd12-d095-4063-9590-047d0ef1fce2" providerId="ADAL" clId="{D72FB022-ACC1-432E-A309-C700CF44763B}" dt="2026-04-21T18:29:57.640" v="8210" actId="20577"/>
          <ac:spMkLst>
            <pc:docMk/>
            <pc:sldMk cId="3089178181" sldId="258"/>
            <ac:spMk id="20" creationId="{11D9E0ED-0E87-D701-32A8-589C035127D5}"/>
          </ac:spMkLst>
        </pc:spChg>
        <pc:grpChg chg="add mod">
          <ac:chgData name="Devita, Mariano" userId="790ddd12-d095-4063-9590-047d0ef1fce2" providerId="ADAL" clId="{D72FB022-ACC1-432E-A309-C700CF44763B}" dt="2026-04-21T18:29:54.211" v="8204"/>
          <ac:grpSpMkLst>
            <pc:docMk/>
            <pc:sldMk cId="3089178181" sldId="258"/>
            <ac:grpSpMk id="19" creationId="{D4F87AB5-5A65-5EA5-D134-09D4CCEAE2FF}"/>
          </ac:grpSpMkLst>
        </pc:grpChg>
        <pc:cxnChg chg="add mod">
          <ac:chgData name="Devita, Mariano" userId="790ddd12-d095-4063-9590-047d0ef1fce2" providerId="ADAL" clId="{D72FB022-ACC1-432E-A309-C700CF44763B}" dt="2026-05-12T14:44:49.884" v="12602" actId="14100"/>
          <ac:cxnSpMkLst>
            <pc:docMk/>
            <pc:sldMk cId="3089178181" sldId="258"/>
            <ac:cxnSpMk id="10" creationId="{93FED155-FC00-7BF0-F3E9-FFFA82039590}"/>
          </ac:cxnSpMkLst>
        </pc:cxnChg>
        <pc:cxnChg chg="mod">
          <ac:chgData name="Devita, Mariano" userId="790ddd12-d095-4063-9590-047d0ef1fce2" providerId="ADAL" clId="{D72FB022-ACC1-432E-A309-C700CF44763B}" dt="2026-04-21T18:29:54.211" v="8204"/>
          <ac:cxnSpMkLst>
            <pc:docMk/>
            <pc:sldMk cId="3089178181" sldId="258"/>
            <ac:cxnSpMk id="21" creationId="{16B2004A-57DA-BCC0-DF3D-9FFC1F26541F}"/>
          </ac:cxnSpMkLst>
        </pc:cxnChg>
      </pc:sldChg>
      <pc:sldChg chg="addSp delSp modSp mod">
        <pc:chgData name="Devita, Mariano" userId="790ddd12-d095-4063-9590-047d0ef1fce2" providerId="ADAL" clId="{D72FB022-ACC1-432E-A309-C700CF44763B}" dt="2026-05-12T14:50:35.566" v="12683" actId="14100"/>
        <pc:sldMkLst>
          <pc:docMk/>
          <pc:sldMk cId="36716778" sldId="259"/>
        </pc:sldMkLst>
        <pc:spChg chg="mod">
          <ac:chgData name="Devita, Mariano" userId="790ddd12-d095-4063-9590-047d0ef1fce2" providerId="ADAL" clId="{D72FB022-ACC1-432E-A309-C700CF44763B}" dt="2026-04-21T18:31:00.872" v="8258" actId="20577"/>
          <ac:spMkLst>
            <pc:docMk/>
            <pc:sldMk cId="36716778" sldId="259"/>
            <ac:spMk id="3" creationId="{BE011228-859C-5421-7430-CB4DB37A542E}"/>
          </ac:spMkLst>
        </pc:spChg>
        <pc:spChg chg="mod topLvl">
          <ac:chgData name="Devita, Mariano" userId="790ddd12-d095-4063-9590-047d0ef1fce2" providerId="ADAL" clId="{D72FB022-ACC1-432E-A309-C700CF44763B}" dt="2026-04-23T19:30:28.358" v="9972" actId="164"/>
          <ac:spMkLst>
            <pc:docMk/>
            <pc:sldMk cId="36716778" sldId="259"/>
            <ac:spMk id="11" creationId="{D6479455-F50E-A469-4F42-7E3C8D1191B1}"/>
          </ac:spMkLst>
        </pc:spChg>
        <pc:spChg chg="mod topLvl">
          <ac:chgData name="Devita, Mariano" userId="790ddd12-d095-4063-9590-047d0ef1fce2" providerId="ADAL" clId="{D72FB022-ACC1-432E-A309-C700CF44763B}" dt="2026-04-23T19:30:28.358" v="9972" actId="164"/>
          <ac:spMkLst>
            <pc:docMk/>
            <pc:sldMk cId="36716778" sldId="259"/>
            <ac:spMk id="12" creationId="{CC52B2D0-4F2F-5BE4-58F8-F3BADDA0C73A}"/>
          </ac:spMkLst>
        </pc:spChg>
        <pc:spChg chg="add mod">
          <ac:chgData name="Devita, Mariano" userId="790ddd12-d095-4063-9590-047d0ef1fce2" providerId="ADAL" clId="{D72FB022-ACC1-432E-A309-C700CF44763B}" dt="2026-04-23T19:30:28.358" v="9972" actId="164"/>
          <ac:spMkLst>
            <pc:docMk/>
            <pc:sldMk cId="36716778" sldId="259"/>
            <ac:spMk id="17" creationId="{2DBDD8B3-3432-D5C1-185E-7FF996F06091}"/>
          </ac:spMkLst>
        </pc:spChg>
        <pc:spChg chg="add mod">
          <ac:chgData name="Devita, Mariano" userId="790ddd12-d095-4063-9590-047d0ef1fce2" providerId="ADAL" clId="{D72FB022-ACC1-432E-A309-C700CF44763B}" dt="2026-04-23T19:30:28.358" v="9972" actId="164"/>
          <ac:spMkLst>
            <pc:docMk/>
            <pc:sldMk cId="36716778" sldId="259"/>
            <ac:spMk id="18" creationId="{A105C34A-52BB-8CDF-403F-DB160B3C171F}"/>
          </ac:spMkLst>
        </pc:spChg>
        <pc:spChg chg="add mod">
          <ac:chgData name="Devita, Mariano" userId="790ddd12-d095-4063-9590-047d0ef1fce2" providerId="ADAL" clId="{D72FB022-ACC1-432E-A309-C700CF44763B}" dt="2026-05-12T14:50:35.566" v="12683" actId="14100"/>
          <ac:spMkLst>
            <pc:docMk/>
            <pc:sldMk cId="36716778" sldId="259"/>
            <ac:spMk id="20" creationId="{D1502F9D-F0CB-9AAB-E3DE-5E21FEAEC70A}"/>
          </ac:spMkLst>
        </pc:spChg>
        <pc:grpChg chg="add mod">
          <ac:chgData name="Devita, Mariano" userId="790ddd12-d095-4063-9590-047d0ef1fce2" providerId="ADAL" clId="{D72FB022-ACC1-432E-A309-C700CF44763B}" dt="2026-04-21T18:30:50.014" v="8231"/>
          <ac:grpSpMkLst>
            <pc:docMk/>
            <pc:sldMk cId="36716778" sldId="259"/>
            <ac:grpSpMk id="2" creationId="{2F03BFEC-60FB-67A5-3CB2-F6C3663A188B}"/>
          </ac:grpSpMkLst>
        </pc:grpChg>
        <pc:grpChg chg="add mod">
          <ac:chgData name="Devita, Mariano" userId="790ddd12-d095-4063-9590-047d0ef1fce2" providerId="ADAL" clId="{D72FB022-ACC1-432E-A309-C700CF44763B}" dt="2026-04-23T19:32:32.876" v="9974" actId="1076"/>
          <ac:grpSpMkLst>
            <pc:docMk/>
            <pc:sldMk cId="36716778" sldId="259"/>
            <ac:grpSpMk id="19" creationId="{0B8687FF-1E17-2A75-B7C5-6C7533C45C4E}"/>
          </ac:grpSpMkLst>
        </pc:grpChg>
        <pc:cxnChg chg="mod">
          <ac:chgData name="Devita, Mariano" userId="790ddd12-d095-4063-9590-047d0ef1fce2" providerId="ADAL" clId="{D72FB022-ACC1-432E-A309-C700CF44763B}" dt="2026-04-21T18:30:50.014" v="8231"/>
          <ac:cxnSpMkLst>
            <pc:docMk/>
            <pc:sldMk cId="36716778" sldId="259"/>
            <ac:cxnSpMk id="5" creationId="{98020DBC-6042-9BB6-9433-FEE8B5A971F4}"/>
          </ac:cxnSpMkLst>
        </pc:cxnChg>
        <pc:cxnChg chg="mod topLvl">
          <ac:chgData name="Devita, Mariano" userId="790ddd12-d095-4063-9590-047d0ef1fce2" providerId="ADAL" clId="{D72FB022-ACC1-432E-A309-C700CF44763B}" dt="2026-04-23T19:30:28.358" v="9972" actId="164"/>
          <ac:cxnSpMkLst>
            <pc:docMk/>
            <pc:sldMk cId="36716778" sldId="259"/>
            <ac:cxnSpMk id="8" creationId="{AB5C9983-C3A7-A39F-8D73-C1E101A6C717}"/>
          </ac:cxnSpMkLst>
        </pc:cxnChg>
        <pc:cxnChg chg="mod topLvl">
          <ac:chgData name="Devita, Mariano" userId="790ddd12-d095-4063-9590-047d0ef1fce2" providerId="ADAL" clId="{D72FB022-ACC1-432E-A309-C700CF44763B}" dt="2026-04-23T19:30:28.358" v="9972" actId="164"/>
          <ac:cxnSpMkLst>
            <pc:docMk/>
            <pc:sldMk cId="36716778" sldId="259"/>
            <ac:cxnSpMk id="9" creationId="{051A5CC5-CE69-C2FA-3594-4E2E81F0F02D}"/>
          </ac:cxnSpMkLst>
        </pc:cxnChg>
        <pc:cxnChg chg="mod topLvl">
          <ac:chgData name="Devita, Mariano" userId="790ddd12-d095-4063-9590-047d0ef1fce2" providerId="ADAL" clId="{D72FB022-ACC1-432E-A309-C700CF44763B}" dt="2026-04-23T19:30:28.358" v="9972" actId="164"/>
          <ac:cxnSpMkLst>
            <pc:docMk/>
            <pc:sldMk cId="36716778" sldId="259"/>
            <ac:cxnSpMk id="13" creationId="{44AF7B85-F742-185E-6D7A-D79606AA6E7F}"/>
          </ac:cxnSpMkLst>
        </pc:cxnChg>
        <pc:cxnChg chg="add mod">
          <ac:chgData name="Devita, Mariano" userId="790ddd12-d095-4063-9590-047d0ef1fce2" providerId="ADAL" clId="{D72FB022-ACC1-432E-A309-C700CF44763B}" dt="2026-04-23T19:30:28.358" v="9972" actId="164"/>
          <ac:cxnSpMkLst>
            <pc:docMk/>
            <pc:sldMk cId="36716778" sldId="259"/>
            <ac:cxnSpMk id="14" creationId="{19B1BDED-0E13-F0F9-1B01-C5F547E115EC}"/>
          </ac:cxnSpMkLst>
        </pc:cxnChg>
      </pc:sldChg>
      <pc:sldChg chg="addSp delSp modSp add mod modAnim">
        <pc:chgData name="Devita, Mariano" userId="790ddd12-d095-4063-9590-047d0ef1fce2" providerId="ADAL" clId="{D72FB022-ACC1-432E-A309-C700CF44763B}" dt="2026-04-23T18:03:41.227" v="9886"/>
        <pc:sldMkLst>
          <pc:docMk/>
          <pc:sldMk cId="1043087789" sldId="260"/>
        </pc:sldMkLst>
        <pc:spChg chg="mod">
          <ac:chgData name="Devita, Mariano" userId="790ddd12-d095-4063-9590-047d0ef1fce2" providerId="ADAL" clId="{D72FB022-ACC1-432E-A309-C700CF44763B}" dt="2026-04-23T18:03:01.646" v="9884" actId="20577"/>
          <ac:spMkLst>
            <pc:docMk/>
            <pc:sldMk cId="1043087789" sldId="260"/>
            <ac:spMk id="4" creationId="{2444AE63-B0E9-70F7-79F1-6DDE8E2D49B4}"/>
          </ac:spMkLst>
        </pc:spChg>
        <pc:spChg chg="add mod">
          <ac:chgData name="Devita, Mariano" userId="790ddd12-d095-4063-9590-047d0ef1fce2" providerId="ADAL" clId="{D72FB022-ACC1-432E-A309-C700CF44763B}" dt="2026-04-16T18:14:58.300" v="1305" actId="1076"/>
          <ac:spMkLst>
            <pc:docMk/>
            <pc:sldMk cId="1043087789" sldId="260"/>
            <ac:spMk id="14" creationId="{7075EA8A-3BBF-E666-A7AC-B16B073DC608}"/>
          </ac:spMkLst>
        </pc:spChg>
        <pc:spChg chg="add mod">
          <ac:chgData name="Devita, Mariano" userId="790ddd12-d095-4063-9590-047d0ef1fce2" providerId="ADAL" clId="{D72FB022-ACC1-432E-A309-C700CF44763B}" dt="2026-04-16T18:15:28.839" v="1310" actId="1076"/>
          <ac:spMkLst>
            <pc:docMk/>
            <pc:sldMk cId="1043087789" sldId="260"/>
            <ac:spMk id="15" creationId="{391CE222-4C60-CA3D-101E-6DF1ADA76135}"/>
          </ac:spMkLst>
        </pc:spChg>
        <pc:spChg chg="add mod">
          <ac:chgData name="Devita, Mariano" userId="790ddd12-d095-4063-9590-047d0ef1fce2" providerId="ADAL" clId="{D72FB022-ACC1-432E-A309-C700CF44763B}" dt="2026-04-16T18:17:29.005" v="1356" actId="20577"/>
          <ac:spMkLst>
            <pc:docMk/>
            <pc:sldMk cId="1043087789" sldId="260"/>
            <ac:spMk id="16" creationId="{ECD85FF8-2F3E-8A1A-220A-DE377589DC97}"/>
          </ac:spMkLst>
        </pc:spChg>
        <pc:spChg chg="add mod">
          <ac:chgData name="Devita, Mariano" userId="790ddd12-d095-4063-9590-047d0ef1fce2" providerId="ADAL" clId="{D72FB022-ACC1-432E-A309-C700CF44763B}" dt="2026-04-16T18:17:25.779" v="1355" actId="20577"/>
          <ac:spMkLst>
            <pc:docMk/>
            <pc:sldMk cId="1043087789" sldId="260"/>
            <ac:spMk id="17" creationId="{754D792A-3C42-330D-F751-3BA0E939C81A}"/>
          </ac:spMkLst>
        </pc:spChg>
        <pc:spChg chg="mod">
          <ac:chgData name="Devita, Mariano" userId="790ddd12-d095-4063-9590-047d0ef1fce2" providerId="ADAL" clId="{D72FB022-ACC1-432E-A309-C700CF44763B}" dt="2026-04-21T18:29:00.616" v="8190"/>
          <ac:spMkLst>
            <pc:docMk/>
            <pc:sldMk cId="1043087789" sldId="260"/>
            <ac:spMk id="22" creationId="{3FD7E1FB-D14C-61E1-9A26-7C4880DB5D3B}"/>
          </ac:spMkLst>
        </pc:spChg>
        <pc:grpChg chg="add mod">
          <ac:chgData name="Devita, Mariano" userId="790ddd12-d095-4063-9590-047d0ef1fce2" providerId="ADAL" clId="{D72FB022-ACC1-432E-A309-C700CF44763B}" dt="2026-04-21T18:29:00.616" v="8190"/>
          <ac:grpSpMkLst>
            <pc:docMk/>
            <pc:sldMk cId="1043087789" sldId="260"/>
            <ac:grpSpMk id="21" creationId="{010E6339-F3FA-AF2E-82A5-67179AC689F4}"/>
          </ac:grpSpMkLst>
        </pc:grpChg>
        <pc:picChg chg="mod">
          <ac:chgData name="Devita, Mariano" userId="790ddd12-d095-4063-9590-047d0ef1fce2" providerId="ADAL" clId="{D72FB022-ACC1-432E-A309-C700CF44763B}" dt="2026-04-16T18:15:24.300" v="1309" actId="14100"/>
          <ac:picMkLst>
            <pc:docMk/>
            <pc:sldMk cId="1043087789" sldId="260"/>
            <ac:picMk id="12" creationId="{3DE4E0D9-81EB-4625-F157-D46E283F895B}"/>
          </ac:picMkLst>
        </pc:picChg>
        <pc:picChg chg="mod">
          <ac:chgData name="Devita, Mariano" userId="790ddd12-d095-4063-9590-047d0ef1fce2" providerId="ADAL" clId="{D72FB022-ACC1-432E-A309-C700CF44763B}" dt="2026-04-21T15:21:08.930" v="7559" actId="1076"/>
          <ac:picMkLst>
            <pc:docMk/>
            <pc:sldMk cId="1043087789" sldId="260"/>
            <ac:picMk id="13" creationId="{43DBF502-4BD3-721D-AEFF-2C0A84E84914}"/>
          </ac:picMkLst>
        </pc:picChg>
        <pc:cxnChg chg="add mod">
          <ac:chgData name="Devita, Mariano" userId="790ddd12-d095-4063-9590-047d0ef1fce2" providerId="ADAL" clId="{D72FB022-ACC1-432E-A309-C700CF44763B}" dt="2026-04-21T14:10:09.804" v="7483" actId="208"/>
          <ac:cxnSpMkLst>
            <pc:docMk/>
            <pc:sldMk cId="1043087789" sldId="260"/>
            <ac:cxnSpMk id="10" creationId="{2CC9FDF0-CA8F-29C9-8D6A-EE85BBFFCD64}"/>
          </ac:cxnSpMkLst>
        </pc:cxnChg>
        <pc:cxnChg chg="add mod">
          <ac:chgData name="Devita, Mariano" userId="790ddd12-d095-4063-9590-047d0ef1fce2" providerId="ADAL" clId="{D72FB022-ACC1-432E-A309-C700CF44763B}" dt="2026-04-21T14:10:11.954" v="7484" actId="208"/>
          <ac:cxnSpMkLst>
            <pc:docMk/>
            <pc:sldMk cId="1043087789" sldId="260"/>
            <ac:cxnSpMk id="11" creationId="{D079251F-3746-4AE2-19C0-D7FF6A3795B3}"/>
          </ac:cxnSpMkLst>
        </pc:cxnChg>
        <pc:cxnChg chg="mod">
          <ac:chgData name="Devita, Mariano" userId="790ddd12-d095-4063-9590-047d0ef1fce2" providerId="ADAL" clId="{D72FB022-ACC1-432E-A309-C700CF44763B}" dt="2026-04-21T18:29:00.616" v="8190"/>
          <ac:cxnSpMkLst>
            <pc:docMk/>
            <pc:sldMk cId="1043087789" sldId="260"/>
            <ac:cxnSpMk id="23" creationId="{011754F8-3EFD-26AE-43E7-5EACA30869AD}"/>
          </ac:cxnSpMkLst>
        </pc:cxnChg>
      </pc:sldChg>
      <pc:sldChg chg="addSp delSp modSp add mod">
        <pc:chgData name="Devita, Mariano" userId="790ddd12-d095-4063-9590-047d0ef1fce2" providerId="ADAL" clId="{D72FB022-ACC1-432E-A309-C700CF44763B}" dt="2026-05-12T14:39:43.066" v="12555" actId="1076"/>
        <pc:sldMkLst>
          <pc:docMk/>
          <pc:sldMk cId="3088391572" sldId="262"/>
        </pc:sldMkLst>
        <pc:spChg chg="mod">
          <ac:chgData name="Devita, Mariano" userId="790ddd12-d095-4063-9590-047d0ef1fce2" providerId="ADAL" clId="{D72FB022-ACC1-432E-A309-C700CF44763B}" dt="2026-05-12T14:39:12.779" v="12548" actId="255"/>
          <ac:spMkLst>
            <pc:docMk/>
            <pc:sldMk cId="3088391572" sldId="262"/>
            <ac:spMk id="2" creationId="{A24EBC41-9B71-D040-510B-4601E940FA86}"/>
          </ac:spMkLst>
        </pc:spChg>
        <pc:spChg chg="mod">
          <ac:chgData name="Devita, Mariano" userId="790ddd12-d095-4063-9590-047d0ef1fce2" providerId="ADAL" clId="{D72FB022-ACC1-432E-A309-C700CF44763B}" dt="2026-05-12T14:39:12.779" v="12548" actId="255"/>
          <ac:spMkLst>
            <pc:docMk/>
            <pc:sldMk cId="3088391572" sldId="262"/>
            <ac:spMk id="3" creationId="{93C1C5D6-63C3-FEAC-218B-45E81FA68767}"/>
          </ac:spMkLst>
        </pc:spChg>
        <pc:spChg chg="mod">
          <ac:chgData name="Devita, Mariano" userId="790ddd12-d095-4063-9590-047d0ef1fce2" providerId="ADAL" clId="{D72FB022-ACC1-432E-A309-C700CF44763B}" dt="2026-05-12T14:39:12.779" v="12548" actId="255"/>
          <ac:spMkLst>
            <pc:docMk/>
            <pc:sldMk cId="3088391572" sldId="262"/>
            <ac:spMk id="4" creationId="{113BBD36-4921-483B-7A82-A5B52FF49D68}"/>
          </ac:spMkLst>
        </pc:spChg>
        <pc:spChg chg="mod">
          <ac:chgData name="Devita, Mariano" userId="790ddd12-d095-4063-9590-047d0ef1fce2" providerId="ADAL" clId="{D72FB022-ACC1-432E-A309-C700CF44763B}" dt="2026-05-12T14:39:29.915" v="12551" actId="14100"/>
          <ac:spMkLst>
            <pc:docMk/>
            <pc:sldMk cId="3088391572" sldId="262"/>
            <ac:spMk id="5" creationId="{5CB32052-B882-63A6-CD76-D74ED68285AE}"/>
          </ac:spMkLst>
        </pc:spChg>
        <pc:spChg chg="mod">
          <ac:chgData name="Devita, Mariano" userId="790ddd12-d095-4063-9590-047d0ef1fce2" providerId="ADAL" clId="{D72FB022-ACC1-432E-A309-C700CF44763B}" dt="2026-05-12T14:39:38.122" v="12553" actId="14100"/>
          <ac:spMkLst>
            <pc:docMk/>
            <pc:sldMk cId="3088391572" sldId="262"/>
            <ac:spMk id="9" creationId="{70B4244C-2B98-48BE-0482-7A286765617F}"/>
          </ac:spMkLst>
        </pc:spChg>
        <pc:spChg chg="mod">
          <ac:chgData name="Devita, Mariano" userId="790ddd12-d095-4063-9590-047d0ef1fce2" providerId="ADAL" clId="{D72FB022-ACC1-432E-A309-C700CF44763B}" dt="2026-05-12T14:39:24.616" v="12550" actId="1076"/>
          <ac:spMkLst>
            <pc:docMk/>
            <pc:sldMk cId="3088391572" sldId="262"/>
            <ac:spMk id="10" creationId="{25B4B691-CE4D-4052-B047-38F08F1E52D3}"/>
          </ac:spMkLst>
        </pc:spChg>
        <pc:spChg chg="mod">
          <ac:chgData name="Devita, Mariano" userId="790ddd12-d095-4063-9590-047d0ef1fce2" providerId="ADAL" clId="{D72FB022-ACC1-432E-A309-C700CF44763B}" dt="2026-05-12T14:39:43.066" v="12555" actId="1076"/>
          <ac:spMkLst>
            <pc:docMk/>
            <pc:sldMk cId="3088391572" sldId="262"/>
            <ac:spMk id="11" creationId="{B28115A8-DC59-7EFD-3EA8-BDB9F794B1E6}"/>
          </ac:spMkLst>
        </pc:spChg>
        <pc:spChg chg="mod">
          <ac:chgData name="Devita, Mariano" userId="790ddd12-d095-4063-9590-047d0ef1fce2" providerId="ADAL" clId="{D72FB022-ACC1-432E-A309-C700CF44763B}" dt="2026-04-21T18:28:53.587" v="8186"/>
          <ac:spMkLst>
            <pc:docMk/>
            <pc:sldMk cId="3088391572" sldId="262"/>
            <ac:spMk id="14" creationId="{25094848-B516-10D5-713E-D9DB457E58A4}"/>
          </ac:spMkLst>
        </pc:spChg>
        <pc:grpChg chg="add mod">
          <ac:chgData name="Devita, Mariano" userId="790ddd12-d095-4063-9590-047d0ef1fce2" providerId="ADAL" clId="{D72FB022-ACC1-432E-A309-C700CF44763B}" dt="2026-04-21T18:28:53.587" v="8186"/>
          <ac:grpSpMkLst>
            <pc:docMk/>
            <pc:sldMk cId="3088391572" sldId="262"/>
            <ac:grpSpMk id="13" creationId="{3BECDDD6-90F4-AB56-CF17-118E03C8BBA6}"/>
          </ac:grpSpMkLst>
        </pc:grpChg>
        <pc:cxnChg chg="mod">
          <ac:chgData name="Devita, Mariano" userId="790ddd12-d095-4063-9590-047d0ef1fce2" providerId="ADAL" clId="{D72FB022-ACC1-432E-A309-C700CF44763B}" dt="2026-04-21T18:28:53.587" v="8186"/>
          <ac:cxnSpMkLst>
            <pc:docMk/>
            <pc:sldMk cId="3088391572" sldId="262"/>
            <ac:cxnSpMk id="15" creationId="{9CD85A87-E245-8006-246C-B50EEEA298B6}"/>
          </ac:cxnSpMkLst>
        </pc:cxnChg>
      </pc:sldChg>
      <pc:sldChg chg="addSp delSp modSp add mod modAnim modNotesTx">
        <pc:chgData name="Devita, Mariano" userId="790ddd12-d095-4063-9590-047d0ef1fce2" providerId="ADAL" clId="{D72FB022-ACC1-432E-A309-C700CF44763B}" dt="2026-05-12T14:45:54.871" v="12613" actId="255"/>
        <pc:sldMkLst>
          <pc:docMk/>
          <pc:sldMk cId="451311008" sldId="263"/>
        </pc:sldMkLst>
        <pc:spChg chg="add mod">
          <ac:chgData name="Devita, Mariano" userId="790ddd12-d095-4063-9590-047d0ef1fce2" providerId="ADAL" clId="{D72FB022-ACC1-432E-A309-C700CF44763B}" dt="2026-04-23T15:08:00.398" v="9643" actId="207"/>
          <ac:spMkLst>
            <pc:docMk/>
            <pc:sldMk cId="451311008" sldId="263"/>
            <ac:spMk id="2" creationId="{D544F094-DAB8-8F42-BE5A-66C4D298D02C}"/>
          </ac:spMkLst>
        </pc:spChg>
        <pc:spChg chg="add mod">
          <ac:chgData name="Devita, Mariano" userId="790ddd12-d095-4063-9590-047d0ef1fce2" providerId="ADAL" clId="{D72FB022-ACC1-432E-A309-C700CF44763B}" dt="2026-04-23T15:08:00.398" v="9643" actId="207"/>
          <ac:spMkLst>
            <pc:docMk/>
            <pc:sldMk cId="451311008" sldId="263"/>
            <ac:spMk id="3" creationId="{1EAB66C6-4581-4E50-0235-B117C825894C}"/>
          </ac:spMkLst>
        </pc:spChg>
        <pc:spChg chg="add mod">
          <ac:chgData name="Devita, Mariano" userId="790ddd12-d095-4063-9590-047d0ef1fce2" providerId="ADAL" clId="{D72FB022-ACC1-432E-A309-C700CF44763B}" dt="2026-04-23T16:06:41.222" v="9818" actId="207"/>
          <ac:spMkLst>
            <pc:docMk/>
            <pc:sldMk cId="451311008" sldId="263"/>
            <ac:spMk id="4" creationId="{E473C260-2B12-FF2C-1B85-44055B6A1D05}"/>
          </ac:spMkLst>
        </pc:spChg>
        <pc:spChg chg="add del mod">
          <ac:chgData name="Devita, Mariano" userId="790ddd12-d095-4063-9590-047d0ef1fce2" providerId="ADAL" clId="{D72FB022-ACC1-432E-A309-C700CF44763B}" dt="2026-04-23T14:56:24.883" v="9517" actId="1076"/>
          <ac:spMkLst>
            <pc:docMk/>
            <pc:sldMk cId="451311008" sldId="263"/>
            <ac:spMk id="5" creationId="{EA4924E7-C5CC-B588-155D-FFC1FA8AFFFB}"/>
          </ac:spMkLst>
        </pc:spChg>
        <pc:spChg chg="add mod">
          <ac:chgData name="Devita, Mariano" userId="790ddd12-d095-4063-9590-047d0ef1fce2" providerId="ADAL" clId="{D72FB022-ACC1-432E-A309-C700CF44763B}" dt="2026-04-23T15:09:20.625" v="9647" actId="207"/>
          <ac:spMkLst>
            <pc:docMk/>
            <pc:sldMk cId="451311008" sldId="263"/>
            <ac:spMk id="6" creationId="{63884A15-F8F0-9C16-6AB0-9D54FCC79922}"/>
          </ac:spMkLst>
        </pc:spChg>
        <pc:spChg chg="add mod">
          <ac:chgData name="Devita, Mariano" userId="790ddd12-d095-4063-9590-047d0ef1fce2" providerId="ADAL" clId="{D72FB022-ACC1-432E-A309-C700CF44763B}" dt="2026-04-23T15:41:05.764" v="9756" actId="114"/>
          <ac:spMkLst>
            <pc:docMk/>
            <pc:sldMk cId="451311008" sldId="263"/>
            <ac:spMk id="7" creationId="{9516CDDC-FA47-30D1-70B8-45EAE22C3CA3}"/>
          </ac:spMkLst>
        </pc:spChg>
        <pc:spChg chg="mod">
          <ac:chgData name="Devita, Mariano" userId="790ddd12-d095-4063-9590-047d0ef1fce2" providerId="ADAL" clId="{D72FB022-ACC1-432E-A309-C700CF44763B}" dt="2026-04-21T18:30:28.287" v="8220"/>
          <ac:spMkLst>
            <pc:docMk/>
            <pc:sldMk cId="451311008" sldId="263"/>
            <ac:spMk id="9" creationId="{D312B2E5-6B7E-4E71-8606-5DF2E0E26209}"/>
          </ac:spMkLst>
        </pc:spChg>
        <pc:spChg chg="add mod">
          <ac:chgData name="Devita, Mariano" userId="790ddd12-d095-4063-9590-047d0ef1fce2" providerId="ADAL" clId="{D72FB022-ACC1-432E-A309-C700CF44763B}" dt="2026-04-23T15:07:43.668" v="9642" actId="207"/>
          <ac:spMkLst>
            <pc:docMk/>
            <pc:sldMk cId="451311008" sldId="263"/>
            <ac:spMk id="10" creationId="{33F0CBB6-9B9F-A194-40AC-1798CBA4CEE9}"/>
          </ac:spMkLst>
        </pc:spChg>
        <pc:spChg chg="add mod">
          <ac:chgData name="Devita, Mariano" userId="790ddd12-d095-4063-9590-047d0ef1fce2" providerId="ADAL" clId="{D72FB022-ACC1-432E-A309-C700CF44763B}" dt="2026-04-23T16:06:41.222" v="9818" actId="207"/>
          <ac:spMkLst>
            <pc:docMk/>
            <pc:sldMk cId="451311008" sldId="263"/>
            <ac:spMk id="11" creationId="{45EA5331-098D-4846-FAE9-783BBD49ACE8}"/>
          </ac:spMkLst>
        </pc:spChg>
        <pc:spChg chg="add mod">
          <ac:chgData name="Devita, Mariano" userId="790ddd12-d095-4063-9590-047d0ef1fce2" providerId="ADAL" clId="{D72FB022-ACC1-432E-A309-C700CF44763B}" dt="2026-04-23T16:06:41.222" v="9818" actId="207"/>
          <ac:spMkLst>
            <pc:docMk/>
            <pc:sldMk cId="451311008" sldId="263"/>
            <ac:spMk id="13" creationId="{A13376A7-BF16-9B09-F1EA-1CA94856069D}"/>
          </ac:spMkLst>
        </pc:spChg>
        <pc:spChg chg="add mod">
          <ac:chgData name="Devita, Mariano" userId="790ddd12-d095-4063-9590-047d0ef1fce2" providerId="ADAL" clId="{D72FB022-ACC1-432E-A309-C700CF44763B}" dt="2026-04-23T16:06:41.222" v="9818" actId="207"/>
          <ac:spMkLst>
            <pc:docMk/>
            <pc:sldMk cId="451311008" sldId="263"/>
            <ac:spMk id="16" creationId="{09E5AC9E-7342-BF69-1E69-59E77E8D55F0}"/>
          </ac:spMkLst>
        </pc:spChg>
        <pc:spChg chg="add mod">
          <ac:chgData name="Devita, Mariano" userId="790ddd12-d095-4063-9590-047d0ef1fce2" providerId="ADAL" clId="{D72FB022-ACC1-432E-A309-C700CF44763B}" dt="2026-04-23T16:06:41.222" v="9818" actId="207"/>
          <ac:spMkLst>
            <pc:docMk/>
            <pc:sldMk cId="451311008" sldId="263"/>
            <ac:spMk id="17" creationId="{B112D105-BD8A-14FD-5ADA-E4F2BA3627F8}"/>
          </ac:spMkLst>
        </pc:spChg>
        <pc:spChg chg="add mod">
          <ac:chgData name="Devita, Mariano" userId="790ddd12-d095-4063-9590-047d0ef1fce2" providerId="ADAL" clId="{D72FB022-ACC1-432E-A309-C700CF44763B}" dt="2026-04-23T15:08:45.697" v="9646" actId="207"/>
          <ac:spMkLst>
            <pc:docMk/>
            <pc:sldMk cId="451311008" sldId="263"/>
            <ac:spMk id="19" creationId="{B2775120-DBC2-4E4A-3D8C-4DBC8C3520FA}"/>
          </ac:spMkLst>
        </pc:spChg>
        <pc:spChg chg="add mod">
          <ac:chgData name="Devita, Mariano" userId="790ddd12-d095-4063-9590-047d0ef1fce2" providerId="ADAL" clId="{D72FB022-ACC1-432E-A309-C700CF44763B}" dt="2026-04-23T16:06:41.222" v="9818" actId="207"/>
          <ac:spMkLst>
            <pc:docMk/>
            <pc:sldMk cId="451311008" sldId="263"/>
            <ac:spMk id="20" creationId="{BD199078-9590-3093-E4C1-08958BA3EA3F}"/>
          </ac:spMkLst>
        </pc:spChg>
        <pc:spChg chg="add mod">
          <ac:chgData name="Devita, Mariano" userId="790ddd12-d095-4063-9590-047d0ef1fce2" providerId="ADAL" clId="{D72FB022-ACC1-432E-A309-C700CF44763B}" dt="2026-05-12T14:45:54.871" v="12613" actId="255"/>
          <ac:spMkLst>
            <pc:docMk/>
            <pc:sldMk cId="451311008" sldId="263"/>
            <ac:spMk id="24" creationId="{89A96E07-3F38-4A32-52CD-6B57E301B87A}"/>
          </ac:spMkLst>
        </pc:spChg>
        <pc:spChg chg="add mod">
          <ac:chgData name="Devita, Mariano" userId="790ddd12-d095-4063-9590-047d0ef1fce2" providerId="ADAL" clId="{D72FB022-ACC1-432E-A309-C700CF44763B}" dt="2026-05-12T14:45:54.871" v="12613" actId="255"/>
          <ac:spMkLst>
            <pc:docMk/>
            <pc:sldMk cId="451311008" sldId="263"/>
            <ac:spMk id="25" creationId="{B4848F7B-F1BE-7522-A8D8-50FC2D386D82}"/>
          </ac:spMkLst>
        </pc:spChg>
        <pc:spChg chg="add mod">
          <ac:chgData name="Devita, Mariano" userId="790ddd12-d095-4063-9590-047d0ef1fce2" providerId="ADAL" clId="{D72FB022-ACC1-432E-A309-C700CF44763B}" dt="2026-05-12T14:45:54.871" v="12613" actId="255"/>
          <ac:spMkLst>
            <pc:docMk/>
            <pc:sldMk cId="451311008" sldId="263"/>
            <ac:spMk id="26" creationId="{750D2F66-53E8-0C05-1360-A64EF34A5749}"/>
          </ac:spMkLst>
        </pc:spChg>
        <pc:spChg chg="add mod">
          <ac:chgData name="Devita, Mariano" userId="790ddd12-d095-4063-9590-047d0ef1fce2" providerId="ADAL" clId="{D72FB022-ACC1-432E-A309-C700CF44763B}" dt="2026-04-23T15:23:16.897" v="9704" actId="207"/>
          <ac:spMkLst>
            <pc:docMk/>
            <pc:sldMk cId="451311008" sldId="263"/>
            <ac:spMk id="27" creationId="{F370F068-2474-EB1A-0086-F30138EC1AB7}"/>
          </ac:spMkLst>
        </pc:spChg>
        <pc:spChg chg="add mod">
          <ac:chgData name="Devita, Mariano" userId="790ddd12-d095-4063-9590-047d0ef1fce2" providerId="ADAL" clId="{D72FB022-ACC1-432E-A309-C700CF44763B}" dt="2026-04-23T16:06:41.222" v="9818" actId="207"/>
          <ac:spMkLst>
            <pc:docMk/>
            <pc:sldMk cId="451311008" sldId="263"/>
            <ac:spMk id="29" creationId="{81CEBED2-4E8F-AEF8-02B5-980F89E1241D}"/>
          </ac:spMkLst>
        </pc:spChg>
        <pc:spChg chg="add mod">
          <ac:chgData name="Devita, Mariano" userId="790ddd12-d095-4063-9590-047d0ef1fce2" providerId="ADAL" clId="{D72FB022-ACC1-432E-A309-C700CF44763B}" dt="2026-04-23T15:09:44.811" v="9650" actId="207"/>
          <ac:spMkLst>
            <pc:docMk/>
            <pc:sldMk cId="451311008" sldId="263"/>
            <ac:spMk id="30" creationId="{86A7BF94-C01F-5611-ECD1-C2518318895A}"/>
          </ac:spMkLst>
        </pc:spChg>
        <pc:spChg chg="add del mod">
          <ac:chgData name="Devita, Mariano" userId="790ddd12-d095-4063-9590-047d0ef1fce2" providerId="ADAL" clId="{D72FB022-ACC1-432E-A309-C700CF44763B}" dt="2026-04-23T15:02:19.012" v="9612"/>
          <ac:spMkLst>
            <pc:docMk/>
            <pc:sldMk cId="451311008" sldId="263"/>
            <ac:spMk id="34" creationId="{9C6521F9-6176-B4E0-031D-4AFD519B0023}"/>
          </ac:spMkLst>
        </pc:spChg>
        <pc:spChg chg="add mod">
          <ac:chgData name="Devita, Mariano" userId="790ddd12-d095-4063-9590-047d0ef1fce2" providerId="ADAL" clId="{D72FB022-ACC1-432E-A309-C700CF44763B}" dt="2026-04-23T15:04:04.912" v="9624" actId="1076"/>
          <ac:spMkLst>
            <pc:docMk/>
            <pc:sldMk cId="451311008" sldId="263"/>
            <ac:spMk id="35" creationId="{CC23075F-2877-8A3C-0667-52F53B9CA17F}"/>
          </ac:spMkLst>
        </pc:spChg>
        <pc:spChg chg="add mod">
          <ac:chgData name="Devita, Mariano" userId="790ddd12-d095-4063-9590-047d0ef1fce2" providerId="ADAL" clId="{D72FB022-ACC1-432E-A309-C700CF44763B}" dt="2026-04-23T15:04:27.754" v="9628" actId="1076"/>
          <ac:spMkLst>
            <pc:docMk/>
            <pc:sldMk cId="451311008" sldId="263"/>
            <ac:spMk id="36" creationId="{46BA2C1F-32B6-B8DD-85D9-39C0DBD49AF7}"/>
          </ac:spMkLst>
        </pc:spChg>
        <pc:spChg chg="add mod">
          <ac:chgData name="Devita, Mariano" userId="790ddd12-d095-4063-9590-047d0ef1fce2" providerId="ADAL" clId="{D72FB022-ACC1-432E-A309-C700CF44763B}" dt="2026-04-23T15:04:37.174" v="9630" actId="1076"/>
          <ac:spMkLst>
            <pc:docMk/>
            <pc:sldMk cId="451311008" sldId="263"/>
            <ac:spMk id="38" creationId="{B7FB09E2-C07D-5DE0-8D46-3217387EC317}"/>
          </ac:spMkLst>
        </pc:spChg>
        <pc:spChg chg="add mod">
          <ac:chgData name="Devita, Mariano" userId="790ddd12-d095-4063-9590-047d0ef1fce2" providerId="ADAL" clId="{D72FB022-ACC1-432E-A309-C700CF44763B}" dt="2026-04-23T16:06:41.222" v="9818" actId="207"/>
          <ac:spMkLst>
            <pc:docMk/>
            <pc:sldMk cId="451311008" sldId="263"/>
            <ac:spMk id="39" creationId="{A3CD2DDA-83BA-4FA5-3FCF-5456546C90AB}"/>
          </ac:spMkLst>
        </pc:spChg>
        <pc:spChg chg="add mod">
          <ac:chgData name="Devita, Mariano" userId="790ddd12-d095-4063-9590-047d0ef1fce2" providerId="ADAL" clId="{D72FB022-ACC1-432E-A309-C700CF44763B}" dt="2026-04-23T15:41:09.459" v="9757" actId="114"/>
          <ac:spMkLst>
            <pc:docMk/>
            <pc:sldMk cId="451311008" sldId="263"/>
            <ac:spMk id="40" creationId="{6DAA8CBF-A5BF-D79B-D2CB-1636FDA71FB9}"/>
          </ac:spMkLst>
        </pc:spChg>
        <pc:spChg chg="add mod">
          <ac:chgData name="Devita, Mariano" userId="790ddd12-d095-4063-9590-047d0ef1fce2" providerId="ADAL" clId="{D72FB022-ACC1-432E-A309-C700CF44763B}" dt="2026-04-23T15:08:22.342" v="9645" actId="207"/>
          <ac:spMkLst>
            <pc:docMk/>
            <pc:sldMk cId="451311008" sldId="263"/>
            <ac:spMk id="41" creationId="{8CAB7E96-1C15-D3A0-FB51-FB4B8F6B3B28}"/>
          </ac:spMkLst>
        </pc:spChg>
        <pc:spChg chg="add mod">
          <ac:chgData name="Devita, Mariano" userId="790ddd12-d095-4063-9590-047d0ef1fce2" providerId="ADAL" clId="{D72FB022-ACC1-432E-A309-C700CF44763B}" dt="2026-04-23T15:23:02.005" v="9703" actId="1076"/>
          <ac:spMkLst>
            <pc:docMk/>
            <pc:sldMk cId="451311008" sldId="263"/>
            <ac:spMk id="42" creationId="{91988CDD-FFBC-6EDB-1EBB-5ACF0C32656D}"/>
          </ac:spMkLst>
        </pc:spChg>
        <pc:spChg chg="add mod">
          <ac:chgData name="Devita, Mariano" userId="790ddd12-d095-4063-9590-047d0ef1fce2" providerId="ADAL" clId="{D72FB022-ACC1-432E-A309-C700CF44763B}" dt="2026-04-23T15:06:42.937" v="9638" actId="571"/>
          <ac:spMkLst>
            <pc:docMk/>
            <pc:sldMk cId="451311008" sldId="263"/>
            <ac:spMk id="43" creationId="{0526EAE3-B32A-92F4-418B-A0C6C1B12FC8}"/>
          </ac:spMkLst>
        </pc:spChg>
        <pc:spChg chg="add mod">
          <ac:chgData name="Devita, Mariano" userId="790ddd12-d095-4063-9590-047d0ef1fce2" providerId="ADAL" clId="{D72FB022-ACC1-432E-A309-C700CF44763B}" dt="2026-04-23T15:06:44.918" v="9639" actId="571"/>
          <ac:spMkLst>
            <pc:docMk/>
            <pc:sldMk cId="451311008" sldId="263"/>
            <ac:spMk id="44" creationId="{9ED20F86-E592-4F44-4ED4-7ED43CD2293C}"/>
          </ac:spMkLst>
        </pc:spChg>
        <pc:spChg chg="add mod">
          <ac:chgData name="Devita, Mariano" userId="790ddd12-d095-4063-9590-047d0ef1fce2" providerId="ADAL" clId="{D72FB022-ACC1-432E-A309-C700CF44763B}" dt="2026-04-23T15:06:47.507" v="9640" actId="571"/>
          <ac:spMkLst>
            <pc:docMk/>
            <pc:sldMk cId="451311008" sldId="263"/>
            <ac:spMk id="45" creationId="{CEBC1535-0EB3-0495-D1C6-F4635967C704}"/>
          </ac:spMkLst>
        </pc:spChg>
        <pc:spChg chg="add mod">
          <ac:chgData name="Devita, Mariano" userId="790ddd12-d095-4063-9590-047d0ef1fce2" providerId="ADAL" clId="{D72FB022-ACC1-432E-A309-C700CF44763B}" dt="2026-04-23T16:06:41.222" v="9818" actId="207"/>
          <ac:spMkLst>
            <pc:docMk/>
            <pc:sldMk cId="451311008" sldId="263"/>
            <ac:spMk id="46" creationId="{A04E6406-794F-25D5-4A76-1D0C75A5DD3E}"/>
          </ac:spMkLst>
        </pc:spChg>
        <pc:spChg chg="add mod">
          <ac:chgData name="Devita, Mariano" userId="790ddd12-d095-4063-9590-047d0ef1fce2" providerId="ADAL" clId="{D72FB022-ACC1-432E-A309-C700CF44763B}" dt="2026-04-23T16:06:41.222" v="9818" actId="207"/>
          <ac:spMkLst>
            <pc:docMk/>
            <pc:sldMk cId="451311008" sldId="263"/>
            <ac:spMk id="47" creationId="{F2235EAC-AC2D-9F37-06B5-AC2D5BC7CB75}"/>
          </ac:spMkLst>
        </pc:spChg>
        <pc:spChg chg="add mod">
          <ac:chgData name="Devita, Mariano" userId="790ddd12-d095-4063-9590-047d0ef1fce2" providerId="ADAL" clId="{D72FB022-ACC1-432E-A309-C700CF44763B}" dt="2026-04-23T16:28:46.790" v="9861" actId="1076"/>
          <ac:spMkLst>
            <pc:docMk/>
            <pc:sldMk cId="451311008" sldId="263"/>
            <ac:spMk id="48" creationId="{CAC9FED3-223B-38F8-FC3E-AE3005131DFB}"/>
          </ac:spMkLst>
        </pc:spChg>
        <pc:spChg chg="add mod">
          <ac:chgData name="Devita, Mariano" userId="790ddd12-d095-4063-9590-047d0ef1fce2" providerId="ADAL" clId="{D72FB022-ACC1-432E-A309-C700CF44763B}" dt="2026-04-23T16:28:46.790" v="9861" actId="1076"/>
          <ac:spMkLst>
            <pc:docMk/>
            <pc:sldMk cId="451311008" sldId="263"/>
            <ac:spMk id="49" creationId="{373181BA-64F7-987C-5E46-C9140FE007B4}"/>
          </ac:spMkLst>
        </pc:spChg>
        <pc:spChg chg="add mod">
          <ac:chgData name="Devita, Mariano" userId="790ddd12-d095-4063-9590-047d0ef1fce2" providerId="ADAL" clId="{D72FB022-ACC1-432E-A309-C700CF44763B}" dt="2026-04-23T15:09:24.178" v="9648" actId="1076"/>
          <ac:spMkLst>
            <pc:docMk/>
            <pc:sldMk cId="451311008" sldId="263"/>
            <ac:spMk id="50" creationId="{FED87209-2A45-C4C8-9DD1-D2037E8E12A7}"/>
          </ac:spMkLst>
        </pc:spChg>
        <pc:spChg chg="add mod">
          <ac:chgData name="Devita, Mariano" userId="790ddd12-d095-4063-9590-047d0ef1fce2" providerId="ADAL" clId="{D72FB022-ACC1-432E-A309-C700CF44763B}" dt="2026-04-23T15:41:47.264" v="9762" actId="1076"/>
          <ac:spMkLst>
            <pc:docMk/>
            <pc:sldMk cId="451311008" sldId="263"/>
            <ac:spMk id="51" creationId="{29E3E1C9-4B12-6ECA-DBAC-7DD63EF19A38}"/>
          </ac:spMkLst>
        </pc:spChg>
        <pc:spChg chg="add mod">
          <ac:chgData name="Devita, Mariano" userId="790ddd12-d095-4063-9590-047d0ef1fce2" providerId="ADAL" clId="{D72FB022-ACC1-432E-A309-C700CF44763B}" dt="2026-04-23T15:48:04.170" v="9787" actId="1076"/>
          <ac:spMkLst>
            <pc:docMk/>
            <pc:sldMk cId="451311008" sldId="263"/>
            <ac:spMk id="52" creationId="{19ED20D1-CD02-CD80-FDFD-000800215D09}"/>
          </ac:spMkLst>
        </pc:spChg>
        <pc:spChg chg="add mod">
          <ac:chgData name="Devita, Mariano" userId="790ddd12-d095-4063-9590-047d0ef1fce2" providerId="ADAL" clId="{D72FB022-ACC1-432E-A309-C700CF44763B}" dt="2026-04-23T15:48:04.170" v="9787" actId="1076"/>
          <ac:spMkLst>
            <pc:docMk/>
            <pc:sldMk cId="451311008" sldId="263"/>
            <ac:spMk id="53" creationId="{FD8BF6E7-1BB9-5551-6888-FCCE81FDA391}"/>
          </ac:spMkLst>
        </pc:spChg>
        <pc:spChg chg="add mod">
          <ac:chgData name="Devita, Mariano" userId="790ddd12-d095-4063-9590-047d0ef1fce2" providerId="ADAL" clId="{D72FB022-ACC1-432E-A309-C700CF44763B}" dt="2026-04-23T15:42:07.052" v="9765" actId="571"/>
          <ac:spMkLst>
            <pc:docMk/>
            <pc:sldMk cId="451311008" sldId="263"/>
            <ac:spMk id="54" creationId="{D4C3A111-8526-F937-58A4-68A0FD3CB4E3}"/>
          </ac:spMkLst>
        </pc:spChg>
        <pc:spChg chg="add mod">
          <ac:chgData name="Devita, Mariano" userId="790ddd12-d095-4063-9590-047d0ef1fce2" providerId="ADAL" clId="{D72FB022-ACC1-432E-A309-C700CF44763B}" dt="2026-04-23T15:42:13.197" v="9766" actId="571"/>
          <ac:spMkLst>
            <pc:docMk/>
            <pc:sldMk cId="451311008" sldId="263"/>
            <ac:spMk id="55" creationId="{CFAD3699-E3A1-93CA-4721-4398C4A7DFD7}"/>
          </ac:spMkLst>
        </pc:spChg>
        <pc:spChg chg="add mod">
          <ac:chgData name="Devita, Mariano" userId="790ddd12-d095-4063-9590-047d0ef1fce2" providerId="ADAL" clId="{D72FB022-ACC1-432E-A309-C700CF44763B}" dt="2026-04-23T15:42:18.568" v="9767" actId="571"/>
          <ac:spMkLst>
            <pc:docMk/>
            <pc:sldMk cId="451311008" sldId="263"/>
            <ac:spMk id="56" creationId="{978FB3FE-7269-1BA2-1B59-EA20B67F62D0}"/>
          </ac:spMkLst>
        </pc:spChg>
        <pc:spChg chg="add mod">
          <ac:chgData name="Devita, Mariano" userId="790ddd12-d095-4063-9590-047d0ef1fce2" providerId="ADAL" clId="{D72FB022-ACC1-432E-A309-C700CF44763B}" dt="2026-04-23T15:42:18.568" v="9767" actId="571"/>
          <ac:spMkLst>
            <pc:docMk/>
            <pc:sldMk cId="451311008" sldId="263"/>
            <ac:spMk id="57" creationId="{F90D9A77-4806-F6B5-1D54-40DBAB9C008F}"/>
          </ac:spMkLst>
        </pc:spChg>
        <pc:spChg chg="add mod">
          <ac:chgData name="Devita, Mariano" userId="790ddd12-d095-4063-9590-047d0ef1fce2" providerId="ADAL" clId="{D72FB022-ACC1-432E-A309-C700CF44763B}" dt="2026-04-23T15:42:25.203" v="9768" actId="571"/>
          <ac:spMkLst>
            <pc:docMk/>
            <pc:sldMk cId="451311008" sldId="263"/>
            <ac:spMk id="58" creationId="{F2E1E425-2ED5-B4B1-0131-EEF8B39F2545}"/>
          </ac:spMkLst>
        </pc:spChg>
        <pc:spChg chg="add mod">
          <ac:chgData name="Devita, Mariano" userId="790ddd12-d095-4063-9590-047d0ef1fce2" providerId="ADAL" clId="{D72FB022-ACC1-432E-A309-C700CF44763B}" dt="2026-04-23T15:46:03.131" v="9778" actId="1076"/>
          <ac:spMkLst>
            <pc:docMk/>
            <pc:sldMk cId="451311008" sldId="263"/>
            <ac:spMk id="59" creationId="{ECFCB2D3-B828-5301-1662-D82DE5224D75}"/>
          </ac:spMkLst>
        </pc:spChg>
        <pc:spChg chg="add mod">
          <ac:chgData name="Devita, Mariano" userId="790ddd12-d095-4063-9590-047d0ef1fce2" providerId="ADAL" clId="{D72FB022-ACC1-432E-A309-C700CF44763B}" dt="2026-04-23T15:46:33.734" v="9780" actId="1076"/>
          <ac:spMkLst>
            <pc:docMk/>
            <pc:sldMk cId="451311008" sldId="263"/>
            <ac:spMk id="60" creationId="{D3F782D1-B68B-49D2-83CD-503A8EE078E6}"/>
          </ac:spMkLst>
        </pc:spChg>
        <pc:spChg chg="add mod">
          <ac:chgData name="Devita, Mariano" userId="790ddd12-d095-4063-9590-047d0ef1fce2" providerId="ADAL" clId="{D72FB022-ACC1-432E-A309-C700CF44763B}" dt="2026-04-23T15:47:06.228" v="9783" actId="571"/>
          <ac:spMkLst>
            <pc:docMk/>
            <pc:sldMk cId="451311008" sldId="263"/>
            <ac:spMk id="61" creationId="{ED3C2F76-7AD4-F1EA-2B55-2BD36A37FA14}"/>
          </ac:spMkLst>
        </pc:spChg>
        <pc:spChg chg="add mod">
          <ac:chgData name="Devita, Mariano" userId="790ddd12-d095-4063-9590-047d0ef1fce2" providerId="ADAL" clId="{D72FB022-ACC1-432E-A309-C700CF44763B}" dt="2026-04-23T15:47:11.747" v="9784" actId="571"/>
          <ac:spMkLst>
            <pc:docMk/>
            <pc:sldMk cId="451311008" sldId="263"/>
            <ac:spMk id="62" creationId="{8487B259-82DB-1005-8867-90C694010774}"/>
          </ac:spMkLst>
        </pc:spChg>
        <pc:spChg chg="add mod">
          <ac:chgData name="Devita, Mariano" userId="790ddd12-d095-4063-9590-047d0ef1fce2" providerId="ADAL" clId="{D72FB022-ACC1-432E-A309-C700CF44763B}" dt="2026-04-23T14:56:19.828" v="9516" actId="1076"/>
          <ac:spMkLst>
            <pc:docMk/>
            <pc:sldMk cId="451311008" sldId="263"/>
            <ac:spMk id="64" creationId="{4FA6FD03-5F18-711F-7CCF-B212B0A09BEB}"/>
          </ac:spMkLst>
        </pc:spChg>
        <pc:spChg chg="add mod">
          <ac:chgData name="Devita, Mariano" userId="790ddd12-d095-4063-9590-047d0ef1fce2" providerId="ADAL" clId="{D72FB022-ACC1-432E-A309-C700CF44763B}" dt="2026-04-23T15:51:41.732" v="9803" actId="1076"/>
          <ac:spMkLst>
            <pc:docMk/>
            <pc:sldMk cId="451311008" sldId="263"/>
            <ac:spMk id="69" creationId="{E7D5CD06-A95C-82DC-782A-2ED0B9E57306}"/>
          </ac:spMkLst>
        </pc:spChg>
        <pc:spChg chg="add mod">
          <ac:chgData name="Devita, Mariano" userId="790ddd12-d095-4063-9590-047d0ef1fce2" providerId="ADAL" clId="{D72FB022-ACC1-432E-A309-C700CF44763B}" dt="2026-04-23T15:47:55.238" v="9786" actId="1076"/>
          <ac:spMkLst>
            <pc:docMk/>
            <pc:sldMk cId="451311008" sldId="263"/>
            <ac:spMk id="70" creationId="{3B9E7493-F8A7-5E65-0A29-1D7B72317637}"/>
          </ac:spMkLst>
        </pc:spChg>
        <pc:spChg chg="add mod">
          <ac:chgData name="Devita, Mariano" userId="790ddd12-d095-4063-9590-047d0ef1fce2" providerId="ADAL" clId="{D72FB022-ACC1-432E-A309-C700CF44763B}" dt="2026-04-23T15:52:13.189" v="9805" actId="20577"/>
          <ac:spMkLst>
            <pc:docMk/>
            <pc:sldMk cId="451311008" sldId="263"/>
            <ac:spMk id="71" creationId="{26E19596-D04F-0FE6-6986-A43E89A51D9B}"/>
          </ac:spMkLst>
        </pc:spChg>
        <pc:spChg chg="add mod">
          <ac:chgData name="Devita, Mariano" userId="790ddd12-d095-4063-9590-047d0ef1fce2" providerId="ADAL" clId="{D72FB022-ACC1-432E-A309-C700CF44763B}" dt="2026-04-23T15:48:22.750" v="9789" actId="571"/>
          <ac:spMkLst>
            <pc:docMk/>
            <pc:sldMk cId="451311008" sldId="263"/>
            <ac:spMk id="72" creationId="{DC0C0A6D-5585-DA54-EEF4-8D6076480381}"/>
          </ac:spMkLst>
        </pc:spChg>
        <pc:spChg chg="add mod">
          <ac:chgData name="Devita, Mariano" userId="790ddd12-d095-4063-9590-047d0ef1fce2" providerId="ADAL" clId="{D72FB022-ACC1-432E-A309-C700CF44763B}" dt="2026-04-23T15:51:38.336" v="9802" actId="1076"/>
          <ac:spMkLst>
            <pc:docMk/>
            <pc:sldMk cId="451311008" sldId="263"/>
            <ac:spMk id="73" creationId="{17F45503-D3CA-46C8-CE84-ED3F5A0BE799}"/>
          </ac:spMkLst>
        </pc:spChg>
        <pc:spChg chg="add mod">
          <ac:chgData name="Devita, Mariano" userId="790ddd12-d095-4063-9590-047d0ef1fce2" providerId="ADAL" clId="{D72FB022-ACC1-432E-A309-C700CF44763B}" dt="2026-04-23T15:59:35.556" v="9806" actId="571"/>
          <ac:spMkLst>
            <pc:docMk/>
            <pc:sldMk cId="451311008" sldId="263"/>
            <ac:spMk id="74" creationId="{6F3B7364-B426-7188-4390-D106266695E9}"/>
          </ac:spMkLst>
        </pc:spChg>
        <pc:spChg chg="add mod">
          <ac:chgData name="Devita, Mariano" userId="790ddd12-d095-4063-9590-047d0ef1fce2" providerId="ADAL" clId="{D72FB022-ACC1-432E-A309-C700CF44763B}" dt="2026-04-23T15:59:40.437" v="9807" actId="571"/>
          <ac:spMkLst>
            <pc:docMk/>
            <pc:sldMk cId="451311008" sldId="263"/>
            <ac:spMk id="75" creationId="{CB814FB6-2DF9-34BA-3408-181513C40D80}"/>
          </ac:spMkLst>
        </pc:spChg>
        <pc:spChg chg="add mod">
          <ac:chgData name="Devita, Mariano" userId="790ddd12-d095-4063-9590-047d0ef1fce2" providerId="ADAL" clId="{D72FB022-ACC1-432E-A309-C700CF44763B}" dt="2026-04-23T15:59:43.780" v="9808" actId="571"/>
          <ac:spMkLst>
            <pc:docMk/>
            <pc:sldMk cId="451311008" sldId="263"/>
            <ac:spMk id="76" creationId="{1FDA4C35-D377-FB41-77C9-A4AD3AFC5B7C}"/>
          </ac:spMkLst>
        </pc:spChg>
        <pc:spChg chg="add mod">
          <ac:chgData name="Devita, Mariano" userId="790ddd12-d095-4063-9590-047d0ef1fce2" providerId="ADAL" clId="{D72FB022-ACC1-432E-A309-C700CF44763B}" dt="2026-04-23T15:59:48.786" v="9809" actId="571"/>
          <ac:spMkLst>
            <pc:docMk/>
            <pc:sldMk cId="451311008" sldId="263"/>
            <ac:spMk id="77" creationId="{5C070AA3-AD13-799A-B281-E9A2E5167CE7}"/>
          </ac:spMkLst>
        </pc:spChg>
        <pc:spChg chg="add mod">
          <ac:chgData name="Devita, Mariano" userId="790ddd12-d095-4063-9590-047d0ef1fce2" providerId="ADAL" clId="{D72FB022-ACC1-432E-A309-C700CF44763B}" dt="2026-04-23T15:59:51.747" v="9810" actId="571"/>
          <ac:spMkLst>
            <pc:docMk/>
            <pc:sldMk cId="451311008" sldId="263"/>
            <ac:spMk id="78" creationId="{2C60CC9D-B3EA-7211-F30C-60192BA48CB5}"/>
          </ac:spMkLst>
        </pc:spChg>
        <pc:spChg chg="add mod">
          <ac:chgData name="Devita, Mariano" userId="790ddd12-d095-4063-9590-047d0ef1fce2" providerId="ADAL" clId="{D72FB022-ACC1-432E-A309-C700CF44763B}" dt="2026-04-23T16:00:30.829" v="9812" actId="571"/>
          <ac:spMkLst>
            <pc:docMk/>
            <pc:sldMk cId="451311008" sldId="263"/>
            <ac:spMk id="79" creationId="{BA7E3C4E-E00C-E512-E8B4-2E24F2E2200E}"/>
          </ac:spMkLst>
        </pc:spChg>
        <pc:spChg chg="add mod">
          <ac:chgData name="Devita, Mariano" userId="790ddd12-d095-4063-9590-047d0ef1fce2" providerId="ADAL" clId="{D72FB022-ACC1-432E-A309-C700CF44763B}" dt="2026-04-23T16:00:35.842" v="9813" actId="571"/>
          <ac:spMkLst>
            <pc:docMk/>
            <pc:sldMk cId="451311008" sldId="263"/>
            <ac:spMk id="80" creationId="{A88AE605-1B9C-95D4-A79E-0E82B7C0BB58}"/>
          </ac:spMkLst>
        </pc:spChg>
        <pc:grpChg chg="add mod">
          <ac:chgData name="Devita, Mariano" userId="790ddd12-d095-4063-9590-047d0ef1fce2" providerId="ADAL" clId="{D72FB022-ACC1-432E-A309-C700CF44763B}" dt="2026-04-21T18:30:28.287" v="8220"/>
          <ac:grpSpMkLst>
            <pc:docMk/>
            <pc:sldMk cId="451311008" sldId="263"/>
            <ac:grpSpMk id="8" creationId="{F68434D2-C182-E77E-EE3F-59A6E209F06F}"/>
          </ac:grpSpMkLst>
        </pc:grpChg>
        <pc:cxnChg chg="mod">
          <ac:chgData name="Devita, Mariano" userId="790ddd12-d095-4063-9590-047d0ef1fce2" providerId="ADAL" clId="{D72FB022-ACC1-432E-A309-C700CF44763B}" dt="2026-04-21T18:30:28.287" v="8220"/>
          <ac:cxnSpMkLst>
            <pc:docMk/>
            <pc:sldMk cId="451311008" sldId="263"/>
            <ac:cxnSpMk id="12" creationId="{BA47D96E-757A-C5AC-ACA6-21CC543E1CD7}"/>
          </ac:cxnSpMkLst>
        </pc:cxnChg>
        <pc:cxnChg chg="add mod">
          <ac:chgData name="Devita, Mariano" userId="790ddd12-d095-4063-9590-047d0ef1fce2" providerId="ADAL" clId="{D72FB022-ACC1-432E-A309-C700CF44763B}" dt="2026-04-23T15:10:28.764" v="9660" actId="14100"/>
          <ac:cxnSpMkLst>
            <pc:docMk/>
            <pc:sldMk cId="451311008" sldId="263"/>
            <ac:cxnSpMk id="14" creationId="{C89AF217-EEC5-E7BF-0883-FD1F641B07DF}"/>
          </ac:cxnSpMkLst>
        </pc:cxnChg>
        <pc:cxnChg chg="add mod">
          <ac:chgData name="Devita, Mariano" userId="790ddd12-d095-4063-9590-047d0ef1fce2" providerId="ADAL" clId="{D72FB022-ACC1-432E-A309-C700CF44763B}" dt="2026-04-21T20:28:22.042" v="8932" actId="14100"/>
          <ac:cxnSpMkLst>
            <pc:docMk/>
            <pc:sldMk cId="451311008" sldId="263"/>
            <ac:cxnSpMk id="15" creationId="{20B0B374-F6FD-E9DD-F700-30236833527C}"/>
          </ac:cxnSpMkLst>
        </pc:cxnChg>
        <pc:cxnChg chg="add mod">
          <ac:chgData name="Devita, Mariano" userId="790ddd12-d095-4063-9590-047d0ef1fce2" providerId="ADAL" clId="{D72FB022-ACC1-432E-A309-C700CF44763B}" dt="2026-04-23T15:10:28.764" v="9660" actId="14100"/>
          <ac:cxnSpMkLst>
            <pc:docMk/>
            <pc:sldMk cId="451311008" sldId="263"/>
            <ac:cxnSpMk id="18" creationId="{7D1DB885-916B-6A24-7F4E-1E676F3FF977}"/>
          </ac:cxnSpMkLst>
        </pc:cxnChg>
        <pc:cxnChg chg="add mod">
          <ac:chgData name="Devita, Mariano" userId="790ddd12-d095-4063-9590-047d0ef1fce2" providerId="ADAL" clId="{D72FB022-ACC1-432E-A309-C700CF44763B}" dt="2026-04-21T20:28:47.542" v="8957" actId="208"/>
          <ac:cxnSpMkLst>
            <pc:docMk/>
            <pc:sldMk cId="451311008" sldId="263"/>
            <ac:cxnSpMk id="21" creationId="{6DE52D2D-4074-C7E5-7793-64818831BD83}"/>
          </ac:cxnSpMkLst>
        </pc:cxnChg>
        <pc:cxnChg chg="add mod">
          <ac:chgData name="Devita, Mariano" userId="790ddd12-d095-4063-9590-047d0ef1fce2" providerId="ADAL" clId="{D72FB022-ACC1-432E-A309-C700CF44763B}" dt="2026-04-23T15:10:18.746" v="9659" actId="14100"/>
          <ac:cxnSpMkLst>
            <pc:docMk/>
            <pc:sldMk cId="451311008" sldId="263"/>
            <ac:cxnSpMk id="22" creationId="{73CE48AA-18F7-958B-F2B7-9CCDEE539480}"/>
          </ac:cxnSpMkLst>
        </pc:cxnChg>
        <pc:cxnChg chg="add mod">
          <ac:chgData name="Devita, Mariano" userId="790ddd12-d095-4063-9590-047d0ef1fce2" providerId="ADAL" clId="{D72FB022-ACC1-432E-A309-C700CF44763B}" dt="2026-04-21T20:28:50.917" v="8958" actId="208"/>
          <ac:cxnSpMkLst>
            <pc:docMk/>
            <pc:sldMk cId="451311008" sldId="263"/>
            <ac:cxnSpMk id="23" creationId="{B6921884-DB94-D5BE-FE40-C90FDC389A3B}"/>
          </ac:cxnSpMkLst>
        </pc:cxnChg>
      </pc:sldChg>
      <pc:sldChg chg="addSp delSp modSp add mod ord">
        <pc:chgData name="Devita, Mariano" userId="790ddd12-d095-4063-9590-047d0ef1fce2" providerId="ADAL" clId="{D72FB022-ACC1-432E-A309-C700CF44763B}" dt="2026-05-12T14:44:01.563" v="12594" actId="14100"/>
        <pc:sldMkLst>
          <pc:docMk/>
          <pc:sldMk cId="423198741" sldId="265"/>
        </pc:sldMkLst>
        <pc:spChg chg="mod">
          <ac:chgData name="Devita, Mariano" userId="790ddd12-d095-4063-9590-047d0ef1fce2" providerId="ADAL" clId="{D72FB022-ACC1-432E-A309-C700CF44763B}" dt="2026-04-21T18:29:04.104" v="8192"/>
          <ac:spMkLst>
            <pc:docMk/>
            <pc:sldMk cId="423198741" sldId="265"/>
            <ac:spMk id="3" creationId="{1972643D-6F61-D9FE-5C3A-C81806697198}"/>
          </ac:spMkLst>
        </pc:spChg>
        <pc:spChg chg="mod">
          <ac:chgData name="Devita, Mariano" userId="790ddd12-d095-4063-9590-047d0ef1fce2" providerId="ADAL" clId="{D72FB022-ACC1-432E-A309-C700CF44763B}" dt="2026-05-12T14:43:39.348" v="12590" actId="1076"/>
          <ac:spMkLst>
            <pc:docMk/>
            <pc:sldMk cId="423198741" sldId="265"/>
            <ac:spMk id="4" creationId="{0F968BAC-B85F-8E43-567E-ECF7498C463D}"/>
          </ac:spMkLst>
        </pc:spChg>
        <pc:spChg chg="mod">
          <ac:chgData name="Devita, Mariano" userId="790ddd12-d095-4063-9590-047d0ef1fce2" providerId="ADAL" clId="{D72FB022-ACC1-432E-A309-C700CF44763B}" dt="2026-05-12T14:43:24.486" v="12589" actId="14100"/>
          <ac:spMkLst>
            <pc:docMk/>
            <pc:sldMk cId="423198741" sldId="265"/>
            <ac:spMk id="5" creationId="{7FADC6BB-838E-C367-34B5-8DE0967CDC1A}"/>
          </ac:spMkLst>
        </pc:spChg>
        <pc:spChg chg="mod">
          <ac:chgData name="Devita, Mariano" userId="790ddd12-d095-4063-9590-047d0ef1fce2" providerId="ADAL" clId="{D72FB022-ACC1-432E-A309-C700CF44763B}" dt="2026-05-12T14:44:01.563" v="12594" actId="14100"/>
          <ac:spMkLst>
            <pc:docMk/>
            <pc:sldMk cId="423198741" sldId="265"/>
            <ac:spMk id="7" creationId="{06F6B9B3-40A9-937F-6AAE-724B105F7455}"/>
          </ac:spMkLst>
        </pc:spChg>
        <pc:spChg chg="mod">
          <ac:chgData name="Devita, Mariano" userId="790ddd12-d095-4063-9590-047d0ef1fce2" providerId="ADAL" clId="{D72FB022-ACC1-432E-A309-C700CF44763B}" dt="2026-05-12T14:44:01.563" v="12594" actId="14100"/>
          <ac:spMkLst>
            <pc:docMk/>
            <pc:sldMk cId="423198741" sldId="265"/>
            <ac:spMk id="8" creationId="{4693CE75-0189-8DEE-6005-C71778479CF8}"/>
          </ac:spMkLst>
        </pc:spChg>
        <pc:spChg chg="mod">
          <ac:chgData name="Devita, Mariano" userId="790ddd12-d095-4063-9590-047d0ef1fce2" providerId="ADAL" clId="{D72FB022-ACC1-432E-A309-C700CF44763B}" dt="2026-05-12T14:44:01.563" v="12594" actId="14100"/>
          <ac:spMkLst>
            <pc:docMk/>
            <pc:sldMk cId="423198741" sldId="265"/>
            <ac:spMk id="9" creationId="{1786EA6D-F9CB-35A2-4777-CFA57A35AB85}"/>
          </ac:spMkLst>
        </pc:spChg>
        <pc:spChg chg="mod">
          <ac:chgData name="Devita, Mariano" userId="790ddd12-d095-4063-9590-047d0ef1fce2" providerId="ADAL" clId="{D72FB022-ACC1-432E-A309-C700CF44763B}" dt="2026-05-12T14:44:01.563" v="12594" actId="14100"/>
          <ac:spMkLst>
            <pc:docMk/>
            <pc:sldMk cId="423198741" sldId="265"/>
            <ac:spMk id="11" creationId="{0F9598D5-9054-D6F9-6A37-990B8DC21CB7}"/>
          </ac:spMkLst>
        </pc:spChg>
        <pc:spChg chg="mod">
          <ac:chgData name="Devita, Mariano" userId="790ddd12-d095-4063-9590-047d0ef1fce2" providerId="ADAL" clId="{D72FB022-ACC1-432E-A309-C700CF44763B}" dt="2026-05-12T14:43:39.348" v="12590" actId="1076"/>
          <ac:spMkLst>
            <pc:docMk/>
            <pc:sldMk cId="423198741" sldId="265"/>
            <ac:spMk id="13" creationId="{F7415970-864D-CA0B-B01A-3A37CB17F15A}"/>
          </ac:spMkLst>
        </pc:spChg>
        <pc:spChg chg="mod">
          <ac:chgData name="Devita, Mariano" userId="790ddd12-d095-4063-9590-047d0ef1fce2" providerId="ADAL" clId="{D72FB022-ACC1-432E-A309-C700CF44763B}" dt="2026-05-12T14:43:39.348" v="12590" actId="1076"/>
          <ac:spMkLst>
            <pc:docMk/>
            <pc:sldMk cId="423198741" sldId="265"/>
            <ac:spMk id="14" creationId="{65B67DEA-9AFE-E99E-801B-CFBD04444628}"/>
          </ac:spMkLst>
        </pc:spChg>
        <pc:spChg chg="mod">
          <ac:chgData name="Devita, Mariano" userId="790ddd12-d095-4063-9590-047d0ef1fce2" providerId="ADAL" clId="{D72FB022-ACC1-432E-A309-C700CF44763B}" dt="2026-05-12T14:43:39.348" v="12590" actId="1076"/>
          <ac:spMkLst>
            <pc:docMk/>
            <pc:sldMk cId="423198741" sldId="265"/>
            <ac:spMk id="15" creationId="{252998B0-5736-3FBC-BAD4-A51FAFF79FD6}"/>
          </ac:spMkLst>
        </pc:spChg>
        <pc:spChg chg="mod topLvl">
          <ac:chgData name="Devita, Mariano" userId="790ddd12-d095-4063-9590-047d0ef1fce2" providerId="ADAL" clId="{D72FB022-ACC1-432E-A309-C700CF44763B}" dt="2026-04-23T19:29:09.439" v="9953" actId="165"/>
          <ac:spMkLst>
            <pc:docMk/>
            <pc:sldMk cId="423198741" sldId="265"/>
            <ac:spMk id="17" creationId="{55DCAF75-7E3E-1DE1-B08A-5CBDA52ACAEF}"/>
          </ac:spMkLst>
        </pc:spChg>
        <pc:spChg chg="mod topLvl">
          <ac:chgData name="Devita, Mariano" userId="790ddd12-d095-4063-9590-047d0ef1fce2" providerId="ADAL" clId="{D72FB022-ACC1-432E-A309-C700CF44763B}" dt="2026-04-23T19:29:09.439" v="9953" actId="165"/>
          <ac:spMkLst>
            <pc:docMk/>
            <pc:sldMk cId="423198741" sldId="265"/>
            <ac:spMk id="18" creationId="{801C966B-6466-47C5-B373-7BC0BCA77CED}"/>
          </ac:spMkLst>
        </pc:spChg>
        <pc:spChg chg="mod topLvl">
          <ac:chgData name="Devita, Mariano" userId="790ddd12-d095-4063-9590-047d0ef1fce2" providerId="ADAL" clId="{D72FB022-ACC1-432E-A309-C700CF44763B}" dt="2026-04-23T19:29:09.439" v="9953" actId="165"/>
          <ac:spMkLst>
            <pc:docMk/>
            <pc:sldMk cId="423198741" sldId="265"/>
            <ac:spMk id="22" creationId="{710E688F-155A-CBA6-4CC7-1482FFE40A35}"/>
          </ac:spMkLst>
        </pc:spChg>
        <pc:grpChg chg="add mod">
          <ac:chgData name="Devita, Mariano" userId="790ddd12-d095-4063-9590-047d0ef1fce2" providerId="ADAL" clId="{D72FB022-ACC1-432E-A309-C700CF44763B}" dt="2026-04-21T18:29:04.104" v="8192"/>
          <ac:grpSpMkLst>
            <pc:docMk/>
            <pc:sldMk cId="423198741" sldId="265"/>
            <ac:grpSpMk id="2" creationId="{FA130EAA-6694-DFF6-C46B-64E4115A1EC4}"/>
          </ac:grpSpMkLst>
        </pc:grpChg>
        <pc:grpChg chg="add del mod">
          <ac:chgData name="Devita, Mariano" userId="790ddd12-d095-4063-9590-047d0ef1fce2" providerId="ADAL" clId="{D72FB022-ACC1-432E-A309-C700CF44763B}" dt="2026-04-23T19:29:09.439" v="9953" actId="165"/>
          <ac:grpSpMkLst>
            <pc:docMk/>
            <pc:sldMk cId="423198741" sldId="265"/>
            <ac:grpSpMk id="12" creationId="{0EAE290C-21FA-2B99-E5CD-8DA8F75933D2}"/>
          </ac:grpSpMkLst>
        </pc:grpChg>
        <pc:grpChg chg="add del mod topLvl">
          <ac:chgData name="Devita, Mariano" userId="790ddd12-d095-4063-9590-047d0ef1fce2" providerId="ADAL" clId="{D72FB022-ACC1-432E-A309-C700CF44763B}" dt="2026-04-23T19:29:09.439" v="9953" actId="165"/>
          <ac:grpSpMkLst>
            <pc:docMk/>
            <pc:sldMk cId="423198741" sldId="265"/>
            <ac:grpSpMk id="16" creationId="{F07B2A7A-FFDD-5656-B03D-D7CF4CDC3E92}"/>
          </ac:grpSpMkLst>
        </pc:grpChg>
        <pc:cxnChg chg="mod">
          <ac:chgData name="Devita, Mariano" userId="790ddd12-d095-4063-9590-047d0ef1fce2" providerId="ADAL" clId="{D72FB022-ACC1-432E-A309-C700CF44763B}" dt="2026-04-21T18:29:04.104" v="8192"/>
          <ac:cxnSpMkLst>
            <pc:docMk/>
            <pc:sldMk cId="423198741" sldId="265"/>
            <ac:cxnSpMk id="10" creationId="{73F72A82-9F38-C9D4-6C81-FA40BD9E83CB}"/>
          </ac:cxnSpMkLst>
        </pc:cxnChg>
        <pc:cxnChg chg="mod topLvl">
          <ac:chgData name="Devita, Mariano" userId="790ddd12-d095-4063-9590-047d0ef1fce2" providerId="ADAL" clId="{D72FB022-ACC1-432E-A309-C700CF44763B}" dt="2026-04-23T19:29:09.439" v="9953" actId="165"/>
          <ac:cxnSpMkLst>
            <pc:docMk/>
            <pc:sldMk cId="423198741" sldId="265"/>
            <ac:cxnSpMk id="19" creationId="{789B4E63-BA58-B036-D918-8B1C56F58634}"/>
          </ac:cxnSpMkLst>
        </pc:cxnChg>
        <pc:cxnChg chg="mod topLvl">
          <ac:chgData name="Devita, Mariano" userId="790ddd12-d095-4063-9590-047d0ef1fce2" providerId="ADAL" clId="{D72FB022-ACC1-432E-A309-C700CF44763B}" dt="2026-04-23T19:29:09.439" v="9953" actId="165"/>
          <ac:cxnSpMkLst>
            <pc:docMk/>
            <pc:sldMk cId="423198741" sldId="265"/>
            <ac:cxnSpMk id="20" creationId="{4B7C5951-B0BB-BE66-1DCB-435B5510F052}"/>
          </ac:cxnSpMkLst>
        </pc:cxnChg>
        <pc:cxnChg chg="mod topLvl">
          <ac:chgData name="Devita, Mariano" userId="790ddd12-d095-4063-9590-047d0ef1fce2" providerId="ADAL" clId="{D72FB022-ACC1-432E-A309-C700CF44763B}" dt="2026-04-23T19:29:09.439" v="9953" actId="165"/>
          <ac:cxnSpMkLst>
            <pc:docMk/>
            <pc:sldMk cId="423198741" sldId="265"/>
            <ac:cxnSpMk id="21" creationId="{320D0734-7927-7773-8D55-84711B264135}"/>
          </ac:cxnSpMkLst>
        </pc:cxnChg>
      </pc:sldChg>
      <pc:sldChg chg="addSp delSp modSp add mod ord">
        <pc:chgData name="Devita, Mariano" userId="790ddd12-d095-4063-9590-047d0ef1fce2" providerId="ADAL" clId="{D72FB022-ACC1-432E-A309-C700CF44763B}" dt="2026-05-12T14:45:31.951" v="12609" actId="14100"/>
        <pc:sldMkLst>
          <pc:docMk/>
          <pc:sldMk cId="2642345643" sldId="266"/>
        </pc:sldMkLst>
        <pc:spChg chg="mod">
          <ac:chgData name="Devita, Mariano" userId="790ddd12-d095-4063-9590-047d0ef1fce2" providerId="ADAL" clId="{D72FB022-ACC1-432E-A309-C700CF44763B}" dt="2026-05-12T14:45:31.951" v="12609" actId="14100"/>
          <ac:spMkLst>
            <pc:docMk/>
            <pc:sldMk cId="2642345643" sldId="266"/>
            <ac:spMk id="2" creationId="{0BC0F496-9175-4328-D785-C92E42492ABC}"/>
          </ac:spMkLst>
        </pc:spChg>
        <pc:spChg chg="add mod">
          <ac:chgData name="Devita, Mariano" userId="790ddd12-d095-4063-9590-047d0ef1fce2" providerId="ADAL" clId="{D72FB022-ACC1-432E-A309-C700CF44763B}" dt="2026-04-21T19:16:12.196" v="8482" actId="12"/>
          <ac:spMkLst>
            <pc:docMk/>
            <pc:sldMk cId="2642345643" sldId="266"/>
            <ac:spMk id="3" creationId="{3BDE3ECC-3D44-BB9C-8457-47D94E90A829}"/>
          </ac:spMkLst>
        </pc:spChg>
        <pc:spChg chg="add mod">
          <ac:chgData name="Devita, Mariano" userId="790ddd12-d095-4063-9590-047d0ef1fce2" providerId="ADAL" clId="{D72FB022-ACC1-432E-A309-C700CF44763B}" dt="2026-04-23T18:48:12.792" v="9891" actId="1076"/>
          <ac:spMkLst>
            <pc:docMk/>
            <pc:sldMk cId="2642345643" sldId="266"/>
            <ac:spMk id="4" creationId="{55D91376-166F-1691-C2D8-71563AA94C5D}"/>
          </ac:spMkLst>
        </pc:spChg>
        <pc:spChg chg="add mod">
          <ac:chgData name="Devita, Mariano" userId="790ddd12-d095-4063-9590-047d0ef1fce2" providerId="ADAL" clId="{D72FB022-ACC1-432E-A309-C700CF44763B}" dt="2026-04-23T18:42:41.799" v="9889" actId="14100"/>
          <ac:spMkLst>
            <pc:docMk/>
            <pc:sldMk cId="2642345643" sldId="266"/>
            <ac:spMk id="6" creationId="{63678043-2F32-6582-D59F-E9059AD0EF13}"/>
          </ac:spMkLst>
        </pc:spChg>
        <pc:spChg chg="mod">
          <ac:chgData name="Devita, Mariano" userId="790ddd12-d095-4063-9590-047d0ef1fce2" providerId="ADAL" clId="{D72FB022-ACC1-432E-A309-C700CF44763B}" dt="2026-04-21T18:30:13.610" v="8214"/>
          <ac:spMkLst>
            <pc:docMk/>
            <pc:sldMk cId="2642345643" sldId="266"/>
            <ac:spMk id="7" creationId="{21A7077B-CF95-DA12-2073-FC8149D7C299}"/>
          </ac:spMkLst>
        </pc:spChg>
        <pc:spChg chg="add mod">
          <ac:chgData name="Devita, Mariano" userId="790ddd12-d095-4063-9590-047d0ef1fce2" providerId="ADAL" clId="{D72FB022-ACC1-432E-A309-C700CF44763B}" dt="2026-04-23T18:48:04.939" v="9890" actId="14100"/>
          <ac:spMkLst>
            <pc:docMk/>
            <pc:sldMk cId="2642345643" sldId="266"/>
            <ac:spMk id="11" creationId="{1D0DC0F4-400A-C672-645A-B072914A3E9F}"/>
          </ac:spMkLst>
        </pc:spChg>
        <pc:spChg chg="add mod">
          <ac:chgData name="Devita, Mariano" userId="790ddd12-d095-4063-9590-047d0ef1fce2" providerId="ADAL" clId="{D72FB022-ACC1-432E-A309-C700CF44763B}" dt="2026-04-21T19:14:22.989" v="8479" actId="1076"/>
          <ac:spMkLst>
            <pc:docMk/>
            <pc:sldMk cId="2642345643" sldId="266"/>
            <ac:spMk id="14" creationId="{7853F82A-7B46-8D62-2E01-2CCD91F8A961}"/>
          </ac:spMkLst>
        </pc:spChg>
        <pc:spChg chg="add mod">
          <ac:chgData name="Devita, Mariano" userId="790ddd12-d095-4063-9590-047d0ef1fce2" providerId="ADAL" clId="{D72FB022-ACC1-432E-A309-C700CF44763B}" dt="2026-04-21T19:14:22.989" v="8479" actId="1076"/>
          <ac:spMkLst>
            <pc:docMk/>
            <pc:sldMk cId="2642345643" sldId="266"/>
            <ac:spMk id="15" creationId="{2A0E638E-D258-DBDF-62CD-6E58AF1E9611}"/>
          </ac:spMkLst>
        </pc:spChg>
        <pc:grpChg chg="add mod">
          <ac:chgData name="Devita, Mariano" userId="790ddd12-d095-4063-9590-047d0ef1fce2" providerId="ADAL" clId="{D72FB022-ACC1-432E-A309-C700CF44763B}" dt="2026-04-21T18:30:13.610" v="8214"/>
          <ac:grpSpMkLst>
            <pc:docMk/>
            <pc:sldMk cId="2642345643" sldId="266"/>
            <ac:grpSpMk id="5" creationId="{B293BDE5-A791-14AF-ED5D-A31DFF1D5E0C}"/>
          </ac:grpSpMkLst>
        </pc:grpChg>
        <pc:cxnChg chg="add mod">
          <ac:chgData name="Devita, Mariano" userId="790ddd12-d095-4063-9590-047d0ef1fce2" providerId="ADAL" clId="{D72FB022-ACC1-432E-A309-C700CF44763B}" dt="2026-04-21T19:14:22.989" v="8479" actId="1076"/>
          <ac:cxnSpMkLst>
            <pc:docMk/>
            <pc:sldMk cId="2642345643" sldId="266"/>
            <ac:cxnSpMk id="8" creationId="{1578BD8C-3759-F045-843B-685D9B4BA0FD}"/>
          </ac:cxnSpMkLst>
        </pc:cxnChg>
        <pc:cxnChg chg="add mod">
          <ac:chgData name="Devita, Mariano" userId="790ddd12-d095-4063-9590-047d0ef1fce2" providerId="ADAL" clId="{D72FB022-ACC1-432E-A309-C700CF44763B}" dt="2026-04-21T19:14:22.989" v="8479" actId="1076"/>
          <ac:cxnSpMkLst>
            <pc:docMk/>
            <pc:sldMk cId="2642345643" sldId="266"/>
            <ac:cxnSpMk id="9" creationId="{8FD4D165-2831-5C55-6A7D-20E1774E93F2}"/>
          </ac:cxnSpMkLst>
        </pc:cxnChg>
        <pc:cxnChg chg="mod">
          <ac:chgData name="Devita, Mariano" userId="790ddd12-d095-4063-9590-047d0ef1fce2" providerId="ADAL" clId="{D72FB022-ACC1-432E-A309-C700CF44763B}" dt="2026-04-21T18:30:13.610" v="8214"/>
          <ac:cxnSpMkLst>
            <pc:docMk/>
            <pc:sldMk cId="2642345643" sldId="266"/>
            <ac:cxnSpMk id="10" creationId="{FC3217B8-F263-DA61-8EAE-55CCACEA5AAE}"/>
          </ac:cxnSpMkLst>
        </pc:cxnChg>
      </pc:sldChg>
      <pc:sldChg chg="addSp delSp modSp add mod">
        <pc:chgData name="Devita, Mariano" userId="790ddd12-d095-4063-9590-047d0ef1fce2" providerId="ADAL" clId="{D72FB022-ACC1-432E-A309-C700CF44763B}" dt="2026-04-21T18:30:43.119" v="8228"/>
        <pc:sldMkLst>
          <pc:docMk/>
          <pc:sldMk cId="596885420" sldId="267"/>
        </pc:sldMkLst>
        <pc:spChg chg="mod">
          <ac:chgData name="Devita, Mariano" userId="790ddd12-d095-4063-9590-047d0ef1fce2" providerId="ADAL" clId="{D72FB022-ACC1-432E-A309-C700CF44763B}" dt="2026-04-21T18:30:43.119" v="8228"/>
          <ac:spMkLst>
            <pc:docMk/>
            <pc:sldMk cId="596885420" sldId="267"/>
            <ac:spMk id="3" creationId="{82CF11DD-007E-CD69-0CD8-50546C9707AE}"/>
          </ac:spMkLst>
        </pc:spChg>
        <pc:spChg chg="add mod">
          <ac:chgData name="Devita, Mariano" userId="790ddd12-d095-4063-9590-047d0ef1fce2" providerId="ADAL" clId="{D72FB022-ACC1-432E-A309-C700CF44763B}" dt="2026-04-17T19:46:46.572" v="5587" actId="1076"/>
          <ac:spMkLst>
            <pc:docMk/>
            <pc:sldMk cId="596885420" sldId="267"/>
            <ac:spMk id="7" creationId="{5B9C1479-2BDA-7AB2-83DF-AC96C132CCE7}"/>
          </ac:spMkLst>
        </pc:spChg>
        <pc:spChg chg="add mod">
          <ac:chgData name="Devita, Mariano" userId="790ddd12-d095-4063-9590-047d0ef1fce2" providerId="ADAL" clId="{D72FB022-ACC1-432E-A309-C700CF44763B}" dt="2026-04-17T19:45:12.544" v="5569" actId="164"/>
          <ac:spMkLst>
            <pc:docMk/>
            <pc:sldMk cId="596885420" sldId="267"/>
            <ac:spMk id="10" creationId="{9660AED8-849C-C03C-0615-467545DFC30E}"/>
          </ac:spMkLst>
        </pc:spChg>
        <pc:grpChg chg="add mod">
          <ac:chgData name="Devita, Mariano" userId="790ddd12-d095-4063-9590-047d0ef1fce2" providerId="ADAL" clId="{D72FB022-ACC1-432E-A309-C700CF44763B}" dt="2026-04-21T18:30:43.119" v="8228"/>
          <ac:grpSpMkLst>
            <pc:docMk/>
            <pc:sldMk cId="596885420" sldId="267"/>
            <ac:grpSpMk id="2" creationId="{8C42F008-E0EC-57B5-18E7-F60473049287}"/>
          </ac:grpSpMkLst>
        </pc:grpChg>
        <pc:grpChg chg="add mod">
          <ac:chgData name="Devita, Mariano" userId="790ddd12-d095-4063-9590-047d0ef1fce2" providerId="ADAL" clId="{D72FB022-ACC1-432E-A309-C700CF44763B}" dt="2026-04-17T19:46:46.572" v="5587" actId="1076"/>
          <ac:grpSpMkLst>
            <pc:docMk/>
            <pc:sldMk cId="596885420" sldId="267"/>
            <ac:grpSpMk id="11" creationId="{B81CBD94-B6F3-D74D-7282-B9A766CCA5B5}"/>
          </ac:grpSpMkLst>
        </pc:grpChg>
        <pc:picChg chg="mod">
          <ac:chgData name="Devita, Mariano" userId="790ddd12-d095-4063-9590-047d0ef1fce2" providerId="ADAL" clId="{D72FB022-ACC1-432E-A309-C700CF44763B}" dt="2026-04-17T19:45:12.544" v="5569" actId="164"/>
          <ac:picMkLst>
            <pc:docMk/>
            <pc:sldMk cId="596885420" sldId="267"/>
            <ac:picMk id="5" creationId="{8F8D19BC-96D7-46B0-4203-17909CE936E8}"/>
          </ac:picMkLst>
        </pc:picChg>
        <pc:cxnChg chg="mod">
          <ac:chgData name="Devita, Mariano" userId="790ddd12-d095-4063-9590-047d0ef1fce2" providerId="ADAL" clId="{D72FB022-ACC1-432E-A309-C700CF44763B}" dt="2026-04-21T18:30:43.119" v="8228"/>
          <ac:cxnSpMkLst>
            <pc:docMk/>
            <pc:sldMk cId="596885420" sldId="267"/>
            <ac:cxnSpMk id="6" creationId="{B762E029-9762-ABB7-8479-05663177B141}"/>
          </ac:cxnSpMkLst>
        </pc:cxnChg>
      </pc:sldChg>
      <pc:sldChg chg="addSp delSp modSp add mod">
        <pc:chgData name="Devita, Mariano" userId="790ddd12-d095-4063-9590-047d0ef1fce2" providerId="ADAL" clId="{D72FB022-ACC1-432E-A309-C700CF44763B}" dt="2026-05-12T14:47:14.668" v="12644" actId="1076"/>
        <pc:sldMkLst>
          <pc:docMk/>
          <pc:sldMk cId="2112972116" sldId="269"/>
        </pc:sldMkLst>
        <pc:spChg chg="mod">
          <ac:chgData name="Devita, Mariano" userId="790ddd12-d095-4063-9590-047d0ef1fce2" providerId="ADAL" clId="{D72FB022-ACC1-432E-A309-C700CF44763B}" dt="2026-05-12T14:46:13.905" v="12616" actId="255"/>
          <ac:spMkLst>
            <pc:docMk/>
            <pc:sldMk cId="2112972116" sldId="269"/>
            <ac:spMk id="5" creationId="{69569DAE-2CD3-F74D-46BD-ECC55CE603A5}"/>
          </ac:spMkLst>
        </pc:spChg>
        <pc:spChg chg="mod">
          <ac:chgData name="Devita, Mariano" userId="790ddd12-d095-4063-9590-047d0ef1fce2" providerId="ADAL" clId="{D72FB022-ACC1-432E-A309-C700CF44763B}" dt="2026-05-12T14:47:14.668" v="12644" actId="1076"/>
          <ac:spMkLst>
            <pc:docMk/>
            <pc:sldMk cId="2112972116" sldId="269"/>
            <ac:spMk id="6" creationId="{C89EF00B-2A5B-E4FC-A98F-1F9C577B0B9D}"/>
          </ac:spMkLst>
        </pc:spChg>
        <pc:spChg chg="mod">
          <ac:chgData name="Devita, Mariano" userId="790ddd12-d095-4063-9590-047d0ef1fce2" providerId="ADAL" clId="{D72FB022-ACC1-432E-A309-C700CF44763B}" dt="2026-04-21T18:30:31.109" v="8222"/>
          <ac:spMkLst>
            <pc:docMk/>
            <pc:sldMk cId="2112972116" sldId="269"/>
            <ac:spMk id="7" creationId="{C633058F-1E96-BD80-C1F7-E832E0992229}"/>
          </ac:spMkLst>
        </pc:spChg>
        <pc:spChg chg="mod">
          <ac:chgData name="Devita, Mariano" userId="790ddd12-d095-4063-9590-047d0ef1fce2" providerId="ADAL" clId="{D72FB022-ACC1-432E-A309-C700CF44763B}" dt="2026-05-12T14:46:13.905" v="12616" actId="255"/>
          <ac:spMkLst>
            <pc:docMk/>
            <pc:sldMk cId="2112972116" sldId="269"/>
            <ac:spMk id="8" creationId="{12D4A081-22D1-B588-8708-55D70ABBE37D}"/>
          </ac:spMkLst>
        </pc:spChg>
        <pc:spChg chg="mod">
          <ac:chgData name="Devita, Mariano" userId="790ddd12-d095-4063-9590-047d0ef1fce2" providerId="ADAL" clId="{D72FB022-ACC1-432E-A309-C700CF44763B}" dt="2026-05-12T14:46:55.697" v="12642" actId="114"/>
          <ac:spMkLst>
            <pc:docMk/>
            <pc:sldMk cId="2112972116" sldId="269"/>
            <ac:spMk id="12" creationId="{E4A6E799-5CAD-7410-4AF7-2233AAEA2ED7}"/>
          </ac:spMkLst>
        </pc:spChg>
        <pc:spChg chg="mod">
          <ac:chgData name="Devita, Mariano" userId="790ddd12-d095-4063-9590-047d0ef1fce2" providerId="ADAL" clId="{D72FB022-ACC1-432E-A309-C700CF44763B}" dt="2026-05-12T14:47:12.442" v="12643" actId="1076"/>
          <ac:spMkLst>
            <pc:docMk/>
            <pc:sldMk cId="2112972116" sldId="269"/>
            <ac:spMk id="13" creationId="{0F7EEB9B-2B2D-E0EB-0E46-A932323D6A0B}"/>
          </ac:spMkLst>
        </pc:spChg>
        <pc:grpChg chg="add mod">
          <ac:chgData name="Devita, Mariano" userId="790ddd12-d095-4063-9590-047d0ef1fce2" providerId="ADAL" clId="{D72FB022-ACC1-432E-A309-C700CF44763B}" dt="2026-04-21T18:30:31.109" v="8222"/>
          <ac:grpSpMkLst>
            <pc:docMk/>
            <pc:sldMk cId="2112972116" sldId="269"/>
            <ac:grpSpMk id="2" creationId="{D6661B89-4F57-D6EC-92F9-8F4A5DF77375}"/>
          </ac:grpSpMkLst>
        </pc:grpChg>
        <pc:cxnChg chg="mod">
          <ac:chgData name="Devita, Mariano" userId="790ddd12-d095-4063-9590-047d0ef1fce2" providerId="ADAL" clId="{D72FB022-ACC1-432E-A309-C700CF44763B}" dt="2026-04-21T18:30:31.109" v="8222"/>
          <ac:cxnSpMkLst>
            <pc:docMk/>
            <pc:sldMk cId="2112972116" sldId="269"/>
            <ac:cxnSpMk id="9" creationId="{2E3F0C48-5F01-4DB7-01EA-318B4208A7C8}"/>
          </ac:cxnSpMkLst>
        </pc:cxnChg>
      </pc:sldChg>
      <pc:sldChg chg="addSp delSp modSp add mod">
        <pc:chgData name="Devita, Mariano" userId="790ddd12-d095-4063-9590-047d0ef1fce2" providerId="ADAL" clId="{D72FB022-ACC1-432E-A309-C700CF44763B}" dt="2026-05-12T14:47:44.105" v="12649" actId="1076"/>
        <pc:sldMkLst>
          <pc:docMk/>
          <pc:sldMk cId="3697573161" sldId="270"/>
        </pc:sldMkLst>
        <pc:spChg chg="add mod">
          <ac:chgData name="Devita, Mariano" userId="790ddd12-d095-4063-9590-047d0ef1fce2" providerId="ADAL" clId="{D72FB022-ACC1-432E-A309-C700CF44763B}" dt="2026-05-12T14:47:24.355" v="12645" actId="255"/>
          <ac:spMkLst>
            <pc:docMk/>
            <pc:sldMk cId="3697573161" sldId="270"/>
            <ac:spMk id="2" creationId="{375F63D9-67A5-E954-97EA-CA97D93A0941}"/>
          </ac:spMkLst>
        </pc:spChg>
        <pc:spChg chg="mod">
          <ac:chgData name="Devita, Mariano" userId="790ddd12-d095-4063-9590-047d0ef1fce2" providerId="ADAL" clId="{D72FB022-ACC1-432E-A309-C700CF44763B}" dt="2026-05-12T14:47:44.105" v="12649" actId="1076"/>
          <ac:spMkLst>
            <pc:docMk/>
            <pc:sldMk cId="3697573161" sldId="270"/>
            <ac:spMk id="3" creationId="{0135C428-FF65-224A-CDDD-73D10EDAA63C}"/>
          </ac:spMkLst>
        </pc:spChg>
        <pc:spChg chg="mod">
          <ac:chgData name="Devita, Mariano" userId="790ddd12-d095-4063-9590-047d0ef1fce2" providerId="ADAL" clId="{D72FB022-ACC1-432E-A309-C700CF44763B}" dt="2026-04-21T18:30:34.067" v="8224"/>
          <ac:spMkLst>
            <pc:docMk/>
            <pc:sldMk cId="3697573161" sldId="270"/>
            <ac:spMk id="6" creationId="{536BB37F-C73F-FA63-478C-09C6371EDFF5}"/>
          </ac:spMkLst>
        </pc:spChg>
        <pc:spChg chg="add mod">
          <ac:chgData name="Devita, Mariano" userId="790ddd12-d095-4063-9590-047d0ef1fce2" providerId="ADAL" clId="{D72FB022-ACC1-432E-A309-C700CF44763B}" dt="2026-05-12T14:47:36.639" v="12647" actId="1076"/>
          <ac:spMkLst>
            <pc:docMk/>
            <pc:sldMk cId="3697573161" sldId="270"/>
            <ac:spMk id="7" creationId="{4BD92CBB-79E6-EF90-C812-E92A278345FF}"/>
          </ac:spMkLst>
        </pc:spChg>
        <pc:spChg chg="add mod">
          <ac:chgData name="Devita, Mariano" userId="790ddd12-d095-4063-9590-047d0ef1fce2" providerId="ADAL" clId="{D72FB022-ACC1-432E-A309-C700CF44763B}" dt="2026-05-12T14:47:36.639" v="12647" actId="1076"/>
          <ac:spMkLst>
            <pc:docMk/>
            <pc:sldMk cId="3697573161" sldId="270"/>
            <ac:spMk id="9" creationId="{0CCF02E7-1C6B-DDA6-1B7B-0A68C6EAB303}"/>
          </ac:spMkLst>
        </pc:spChg>
        <pc:spChg chg="add mod">
          <ac:chgData name="Devita, Mariano" userId="790ddd12-d095-4063-9590-047d0ef1fce2" providerId="ADAL" clId="{D72FB022-ACC1-432E-A309-C700CF44763B}" dt="2026-05-12T14:47:29.442" v="12646" actId="14100"/>
          <ac:spMkLst>
            <pc:docMk/>
            <pc:sldMk cId="3697573161" sldId="270"/>
            <ac:spMk id="10" creationId="{2E4ECCFA-5C49-F87A-0138-AC83F65EB421}"/>
          </ac:spMkLst>
        </pc:spChg>
        <pc:spChg chg="add mod">
          <ac:chgData name="Devita, Mariano" userId="790ddd12-d095-4063-9590-047d0ef1fce2" providerId="ADAL" clId="{D72FB022-ACC1-432E-A309-C700CF44763B}" dt="2026-05-12T14:47:36.639" v="12647" actId="1076"/>
          <ac:spMkLst>
            <pc:docMk/>
            <pc:sldMk cId="3697573161" sldId="270"/>
            <ac:spMk id="11" creationId="{B2130673-A38C-E957-07FD-EF131322098B}"/>
          </ac:spMkLst>
        </pc:spChg>
        <pc:grpChg chg="add mod">
          <ac:chgData name="Devita, Mariano" userId="790ddd12-d095-4063-9590-047d0ef1fce2" providerId="ADAL" clId="{D72FB022-ACC1-432E-A309-C700CF44763B}" dt="2026-04-21T18:30:34.067" v="8224"/>
          <ac:grpSpMkLst>
            <pc:docMk/>
            <pc:sldMk cId="3697573161" sldId="270"/>
            <ac:grpSpMk id="5" creationId="{25F95EE4-A121-53A7-5C33-CFD472177848}"/>
          </ac:grpSpMkLst>
        </pc:grpChg>
        <pc:cxnChg chg="mod">
          <ac:chgData name="Devita, Mariano" userId="790ddd12-d095-4063-9590-047d0ef1fce2" providerId="ADAL" clId="{D72FB022-ACC1-432E-A309-C700CF44763B}" dt="2026-04-21T18:30:34.067" v="8224"/>
          <ac:cxnSpMkLst>
            <pc:docMk/>
            <pc:sldMk cId="3697573161" sldId="270"/>
            <ac:cxnSpMk id="8" creationId="{3639DBD7-C51A-4E58-C2A5-DB0E4067C859}"/>
          </ac:cxnSpMkLst>
        </pc:cxnChg>
      </pc:sldChg>
      <pc:sldChg chg="addSp delSp modSp add mod">
        <pc:chgData name="Devita, Mariano" userId="790ddd12-d095-4063-9590-047d0ef1fce2" providerId="ADAL" clId="{D72FB022-ACC1-432E-A309-C700CF44763B}" dt="2026-05-12T14:48:58.106" v="12662" actId="1076"/>
        <pc:sldMkLst>
          <pc:docMk/>
          <pc:sldMk cId="3602756881" sldId="271"/>
        </pc:sldMkLst>
        <pc:spChg chg="add mod">
          <ac:chgData name="Devita, Mariano" userId="790ddd12-d095-4063-9590-047d0ef1fce2" providerId="ADAL" clId="{D72FB022-ACC1-432E-A309-C700CF44763B}" dt="2026-05-12T14:48:20.268" v="12655" actId="1076"/>
          <ac:spMkLst>
            <pc:docMk/>
            <pc:sldMk cId="3602756881" sldId="271"/>
            <ac:spMk id="2" creationId="{CA446329-D034-5CA5-76BA-76BB34BBDE3C}"/>
          </ac:spMkLst>
        </pc:spChg>
        <pc:spChg chg="add mod">
          <ac:chgData name="Devita, Mariano" userId="790ddd12-d095-4063-9590-047d0ef1fce2" providerId="ADAL" clId="{D72FB022-ACC1-432E-A309-C700CF44763B}" dt="2026-05-12T14:48:20.268" v="12655" actId="1076"/>
          <ac:spMkLst>
            <pc:docMk/>
            <pc:sldMk cId="3602756881" sldId="271"/>
            <ac:spMk id="5" creationId="{C3B13475-EC22-20B7-4D76-3DD0E22D8B2B}"/>
          </ac:spMkLst>
        </pc:spChg>
        <pc:spChg chg="add mod">
          <ac:chgData name="Devita, Mariano" userId="790ddd12-d095-4063-9590-047d0ef1fce2" providerId="ADAL" clId="{D72FB022-ACC1-432E-A309-C700CF44763B}" dt="2026-05-12T14:48:20.268" v="12655" actId="1076"/>
          <ac:spMkLst>
            <pc:docMk/>
            <pc:sldMk cId="3602756881" sldId="271"/>
            <ac:spMk id="6" creationId="{B8B4D16A-BCF5-7C70-8DC0-F7F80D1A1380}"/>
          </ac:spMkLst>
        </pc:spChg>
        <pc:spChg chg="add mod">
          <ac:chgData name="Devita, Mariano" userId="790ddd12-d095-4063-9590-047d0ef1fce2" providerId="ADAL" clId="{D72FB022-ACC1-432E-A309-C700CF44763B}" dt="2026-05-12T14:48:54.052" v="12661" actId="1076"/>
          <ac:spMkLst>
            <pc:docMk/>
            <pc:sldMk cId="3602756881" sldId="271"/>
            <ac:spMk id="7" creationId="{52A9EF7F-C6FD-B489-8C7E-8DE61552D4AA}"/>
          </ac:spMkLst>
        </pc:spChg>
        <pc:spChg chg="add mod">
          <ac:chgData name="Devita, Mariano" userId="790ddd12-d095-4063-9590-047d0ef1fce2" providerId="ADAL" clId="{D72FB022-ACC1-432E-A309-C700CF44763B}" dt="2026-05-12T14:48:54.052" v="12661" actId="1076"/>
          <ac:spMkLst>
            <pc:docMk/>
            <pc:sldMk cId="3602756881" sldId="271"/>
            <ac:spMk id="8" creationId="{13270ECD-3EF7-06BF-294F-A4393423EEBE}"/>
          </ac:spMkLst>
        </pc:spChg>
        <pc:spChg chg="mod">
          <ac:chgData name="Devita, Mariano" userId="790ddd12-d095-4063-9590-047d0ef1fce2" providerId="ADAL" clId="{D72FB022-ACC1-432E-A309-C700CF44763B}" dt="2026-04-21T18:30:39.313" v="8226"/>
          <ac:spMkLst>
            <pc:docMk/>
            <pc:sldMk cId="3602756881" sldId="271"/>
            <ac:spMk id="10" creationId="{2BC6952E-F01F-1CBF-5AC6-2ADE8FF2D02B}"/>
          </ac:spMkLst>
        </pc:spChg>
        <pc:spChg chg="mod">
          <ac:chgData name="Devita, Mariano" userId="790ddd12-d095-4063-9590-047d0ef1fce2" providerId="ADAL" clId="{D72FB022-ACC1-432E-A309-C700CF44763B}" dt="2026-05-12T14:48:09.916" v="12654" actId="14100"/>
          <ac:spMkLst>
            <pc:docMk/>
            <pc:sldMk cId="3602756881" sldId="271"/>
            <ac:spMk id="11" creationId="{6E0C5165-01B0-89AF-B3F3-48EBA4427291}"/>
          </ac:spMkLst>
        </pc:spChg>
        <pc:spChg chg="add mod">
          <ac:chgData name="Devita, Mariano" userId="790ddd12-d095-4063-9590-047d0ef1fce2" providerId="ADAL" clId="{D72FB022-ACC1-432E-A309-C700CF44763B}" dt="2026-05-12T14:48:54.052" v="12661" actId="1076"/>
          <ac:spMkLst>
            <pc:docMk/>
            <pc:sldMk cId="3602756881" sldId="271"/>
            <ac:spMk id="12" creationId="{4CC2030E-C6AD-37CE-389B-743D3B4EB22E}"/>
          </ac:spMkLst>
        </pc:spChg>
        <pc:spChg chg="add mod">
          <ac:chgData name="Devita, Mariano" userId="790ddd12-d095-4063-9590-047d0ef1fce2" providerId="ADAL" clId="{D72FB022-ACC1-432E-A309-C700CF44763B}" dt="2026-05-12T14:48:48.086" v="12660" actId="14100"/>
          <ac:spMkLst>
            <pc:docMk/>
            <pc:sldMk cId="3602756881" sldId="271"/>
            <ac:spMk id="13" creationId="{65C2844F-97D5-B8E4-3437-785D395B474B}"/>
          </ac:spMkLst>
        </pc:spChg>
        <pc:spChg chg="add del mod">
          <ac:chgData name="Devita, Mariano" userId="790ddd12-d095-4063-9590-047d0ef1fce2" providerId="ADAL" clId="{D72FB022-ACC1-432E-A309-C700CF44763B}" dt="2026-05-12T14:48:58.106" v="12662" actId="1076"/>
          <ac:spMkLst>
            <pc:docMk/>
            <pc:sldMk cId="3602756881" sldId="271"/>
            <ac:spMk id="14" creationId="{3A5837DA-6DF9-5CCC-3D41-B49C09A4AE96}"/>
          </ac:spMkLst>
        </pc:spChg>
        <pc:spChg chg="add mod">
          <ac:chgData name="Devita, Mariano" userId="790ddd12-d095-4063-9590-047d0ef1fce2" providerId="ADAL" clId="{D72FB022-ACC1-432E-A309-C700CF44763B}" dt="2026-05-12T14:48:06.456" v="12653" actId="1076"/>
          <ac:spMkLst>
            <pc:docMk/>
            <pc:sldMk cId="3602756881" sldId="271"/>
            <ac:spMk id="15" creationId="{9CA8FD69-B437-8315-AFCE-B98C8AEC694F}"/>
          </ac:spMkLst>
        </pc:spChg>
        <pc:grpChg chg="add mod">
          <ac:chgData name="Devita, Mariano" userId="790ddd12-d095-4063-9590-047d0ef1fce2" providerId="ADAL" clId="{D72FB022-ACC1-432E-A309-C700CF44763B}" dt="2026-04-21T18:30:39.313" v="8226"/>
          <ac:grpSpMkLst>
            <pc:docMk/>
            <pc:sldMk cId="3602756881" sldId="271"/>
            <ac:grpSpMk id="9" creationId="{65A5EAB5-C7FF-CF7C-04EA-754E1E2F6CA6}"/>
          </ac:grpSpMkLst>
        </pc:grpChg>
        <pc:cxnChg chg="add mod">
          <ac:chgData name="Devita, Mariano" userId="790ddd12-d095-4063-9590-047d0ef1fce2" providerId="ADAL" clId="{D72FB022-ACC1-432E-A309-C700CF44763B}" dt="2026-05-12T14:48:09.916" v="12654" actId="14100"/>
          <ac:cxnSpMkLst>
            <pc:docMk/>
            <pc:sldMk cId="3602756881" sldId="271"/>
            <ac:cxnSpMk id="16" creationId="{A17BF774-5020-AB0A-2CFF-57272F3396FE}"/>
          </ac:cxnSpMkLst>
        </pc:cxnChg>
        <pc:cxnChg chg="mod">
          <ac:chgData name="Devita, Mariano" userId="790ddd12-d095-4063-9590-047d0ef1fce2" providerId="ADAL" clId="{D72FB022-ACC1-432E-A309-C700CF44763B}" dt="2026-04-21T18:30:39.313" v="8226"/>
          <ac:cxnSpMkLst>
            <pc:docMk/>
            <pc:sldMk cId="3602756881" sldId="271"/>
            <ac:cxnSpMk id="17" creationId="{799C5579-C4C3-97D3-9719-FAF4293CAE29}"/>
          </ac:cxnSpMkLst>
        </pc:cxnChg>
      </pc:sldChg>
      <pc:sldChg chg="addSp delSp modSp add mod ord">
        <pc:chgData name="Devita, Mariano" userId="790ddd12-d095-4063-9590-047d0ef1fce2" providerId="ADAL" clId="{D72FB022-ACC1-432E-A309-C700CF44763B}" dt="2026-05-12T14:50:18.525" v="12681" actId="1076"/>
        <pc:sldMkLst>
          <pc:docMk/>
          <pc:sldMk cId="6178563" sldId="272"/>
        </pc:sldMkLst>
        <pc:spChg chg="mod topLvl">
          <ac:chgData name="Devita, Mariano" userId="790ddd12-d095-4063-9590-047d0ef1fce2" providerId="ADAL" clId="{D72FB022-ACC1-432E-A309-C700CF44763B}" dt="2026-04-21T18:10:32.084" v="8123" actId="164"/>
          <ac:spMkLst>
            <pc:docMk/>
            <pc:sldMk cId="6178563" sldId="272"/>
            <ac:spMk id="5" creationId="{CF45B305-3505-1845-0385-A59F989F350E}"/>
          </ac:spMkLst>
        </pc:spChg>
        <pc:spChg chg="mod topLvl">
          <ac:chgData name="Devita, Mariano" userId="790ddd12-d095-4063-9590-047d0ef1fce2" providerId="ADAL" clId="{D72FB022-ACC1-432E-A309-C700CF44763B}" dt="2026-04-21T18:10:32.084" v="8123" actId="164"/>
          <ac:spMkLst>
            <pc:docMk/>
            <pc:sldMk cId="6178563" sldId="272"/>
            <ac:spMk id="6" creationId="{360E1D0E-D060-0C84-EDBD-6AF7B4C08CDF}"/>
          </ac:spMkLst>
        </pc:spChg>
        <pc:spChg chg="add mod">
          <ac:chgData name="Devita, Mariano" userId="790ddd12-d095-4063-9590-047d0ef1fce2" providerId="ADAL" clId="{D72FB022-ACC1-432E-A309-C700CF44763B}" dt="2026-05-12T14:50:04.147" v="12676" actId="1076"/>
          <ac:spMkLst>
            <pc:docMk/>
            <pc:sldMk cId="6178563" sldId="272"/>
            <ac:spMk id="8" creationId="{1482E473-A06B-D0C5-EA70-97E5A08BACB4}"/>
          </ac:spMkLst>
        </pc:spChg>
        <pc:spChg chg="mod topLvl">
          <ac:chgData name="Devita, Mariano" userId="790ddd12-d095-4063-9590-047d0ef1fce2" providerId="ADAL" clId="{D72FB022-ACC1-432E-A309-C700CF44763B}" dt="2026-04-23T19:20:20.230" v="9914" actId="164"/>
          <ac:spMkLst>
            <pc:docMk/>
            <pc:sldMk cId="6178563" sldId="272"/>
            <ac:spMk id="13" creationId="{8815F40C-0944-A0D9-551F-480694E5E254}"/>
          </ac:spMkLst>
        </pc:spChg>
        <pc:spChg chg="mod">
          <ac:chgData name="Devita, Mariano" userId="790ddd12-d095-4063-9590-047d0ef1fce2" providerId="ADAL" clId="{D72FB022-ACC1-432E-A309-C700CF44763B}" dt="2026-05-12T14:49:49.679" v="12674" actId="12789"/>
          <ac:spMkLst>
            <pc:docMk/>
            <pc:sldMk cId="6178563" sldId="272"/>
            <ac:spMk id="15" creationId="{12AA0124-F01F-B02E-5A5F-87CE8258FAF4}"/>
          </ac:spMkLst>
        </pc:spChg>
        <pc:spChg chg="add mod">
          <ac:chgData name="Devita, Mariano" userId="790ddd12-d095-4063-9590-047d0ef1fce2" providerId="ADAL" clId="{D72FB022-ACC1-432E-A309-C700CF44763B}" dt="2026-05-12T14:50:04.147" v="12676" actId="1076"/>
          <ac:spMkLst>
            <pc:docMk/>
            <pc:sldMk cId="6178563" sldId="272"/>
            <ac:spMk id="21" creationId="{286D1827-8ADA-EDAA-B91F-297C78E248BA}"/>
          </ac:spMkLst>
        </pc:spChg>
        <pc:spChg chg="add mod">
          <ac:chgData name="Devita, Mariano" userId="790ddd12-d095-4063-9590-047d0ef1fce2" providerId="ADAL" clId="{D72FB022-ACC1-432E-A309-C700CF44763B}" dt="2026-05-12T14:50:18.525" v="12681" actId="1076"/>
          <ac:spMkLst>
            <pc:docMk/>
            <pc:sldMk cId="6178563" sldId="272"/>
            <ac:spMk id="23" creationId="{BB200827-4A4D-2184-C655-F43E14E0CD07}"/>
          </ac:spMkLst>
        </pc:spChg>
        <pc:spChg chg="mod">
          <ac:chgData name="Devita, Mariano" userId="790ddd12-d095-4063-9590-047d0ef1fce2" providerId="ADAL" clId="{D72FB022-ACC1-432E-A309-C700CF44763B}" dt="2026-04-21T18:30:46.457" v="8230"/>
          <ac:spMkLst>
            <pc:docMk/>
            <pc:sldMk cId="6178563" sldId="272"/>
            <ac:spMk id="29" creationId="{43119100-5B02-C17C-D254-2D54B627BE23}"/>
          </ac:spMkLst>
        </pc:spChg>
        <pc:grpChg chg="add mod">
          <ac:chgData name="Devita, Mariano" userId="790ddd12-d095-4063-9590-047d0ef1fce2" providerId="ADAL" clId="{D72FB022-ACC1-432E-A309-C700CF44763B}" dt="2026-04-23T19:20:20.230" v="9914" actId="164"/>
          <ac:grpSpMkLst>
            <pc:docMk/>
            <pc:sldMk cId="6178563" sldId="272"/>
            <ac:grpSpMk id="14" creationId="{70522EF7-ED17-68A8-3B8A-B9EE1256F0E6}"/>
          </ac:grpSpMkLst>
        </pc:grpChg>
        <pc:grpChg chg="add mod">
          <ac:chgData name="Devita, Mariano" userId="790ddd12-d095-4063-9590-047d0ef1fce2" providerId="ADAL" clId="{D72FB022-ACC1-432E-A309-C700CF44763B}" dt="2026-04-23T19:20:20.230" v="9914" actId="164"/>
          <ac:grpSpMkLst>
            <pc:docMk/>
            <pc:sldMk cId="6178563" sldId="272"/>
            <ac:grpSpMk id="27" creationId="{04D0C184-239C-6F71-4ECE-8CFF9510382A}"/>
          </ac:grpSpMkLst>
        </pc:grpChg>
        <pc:grpChg chg="add mod">
          <ac:chgData name="Devita, Mariano" userId="790ddd12-d095-4063-9590-047d0ef1fce2" providerId="ADAL" clId="{D72FB022-ACC1-432E-A309-C700CF44763B}" dt="2026-04-21T18:30:46.457" v="8230"/>
          <ac:grpSpMkLst>
            <pc:docMk/>
            <pc:sldMk cId="6178563" sldId="272"/>
            <ac:grpSpMk id="28" creationId="{06CE38AD-10B0-81B4-CC79-DB051DE75C2B}"/>
          </ac:grpSpMkLst>
        </pc:grpChg>
        <pc:cxnChg chg="mod topLvl">
          <ac:chgData name="Devita, Mariano" userId="790ddd12-d095-4063-9590-047d0ef1fce2" providerId="ADAL" clId="{D72FB022-ACC1-432E-A309-C700CF44763B}" dt="2026-04-21T18:10:32.084" v="8123" actId="164"/>
          <ac:cxnSpMkLst>
            <pc:docMk/>
            <pc:sldMk cId="6178563" sldId="272"/>
            <ac:cxnSpMk id="9" creationId="{01AAFBBE-37DB-BE6E-375A-2C3589ABD488}"/>
          </ac:cxnSpMkLst>
        </pc:cxnChg>
        <pc:cxnChg chg="add mod">
          <ac:chgData name="Devita, Mariano" userId="790ddd12-d095-4063-9590-047d0ef1fce2" providerId="ADAL" clId="{D72FB022-ACC1-432E-A309-C700CF44763B}" dt="2026-05-12T14:49:29.383" v="12669" actId="1076"/>
          <ac:cxnSpMkLst>
            <pc:docMk/>
            <pc:sldMk cId="6178563" sldId="272"/>
            <ac:cxnSpMk id="10" creationId="{1C3FCFB1-B03A-C767-8900-FAC8E134CDD5}"/>
          </ac:cxnSpMkLst>
        </pc:cxnChg>
        <pc:cxnChg chg="mod topLvl">
          <ac:chgData name="Devita, Mariano" userId="790ddd12-d095-4063-9590-047d0ef1fce2" providerId="ADAL" clId="{D72FB022-ACC1-432E-A309-C700CF44763B}" dt="2026-04-21T18:10:32.084" v="8123" actId="164"/>
          <ac:cxnSpMkLst>
            <pc:docMk/>
            <pc:sldMk cId="6178563" sldId="272"/>
            <ac:cxnSpMk id="11" creationId="{A46B430E-61FF-979E-2E00-DD985AFED54C}"/>
          </ac:cxnSpMkLst>
        </pc:cxnChg>
        <pc:cxnChg chg="mod topLvl">
          <ac:chgData name="Devita, Mariano" userId="790ddd12-d095-4063-9590-047d0ef1fce2" providerId="ADAL" clId="{D72FB022-ACC1-432E-A309-C700CF44763B}" dt="2026-04-21T18:10:32.084" v="8123" actId="164"/>
          <ac:cxnSpMkLst>
            <pc:docMk/>
            <pc:sldMk cId="6178563" sldId="272"/>
            <ac:cxnSpMk id="12" creationId="{FD67F5A4-EFC1-22F7-03D5-6DD0D13D4941}"/>
          </ac:cxnSpMkLst>
        </pc:cxnChg>
        <pc:cxnChg chg="mod">
          <ac:chgData name="Devita, Mariano" userId="790ddd12-d095-4063-9590-047d0ef1fce2" providerId="ADAL" clId="{D72FB022-ACC1-432E-A309-C700CF44763B}" dt="2026-05-12T14:50:04.147" v="12676" actId="1076"/>
          <ac:cxnSpMkLst>
            <pc:docMk/>
            <pc:sldMk cId="6178563" sldId="272"/>
            <ac:cxnSpMk id="16" creationId="{D7F8505D-D509-FDE9-4FE1-12C110F5E661}"/>
          </ac:cxnSpMkLst>
        </pc:cxnChg>
        <pc:cxnChg chg="add mod">
          <ac:chgData name="Devita, Mariano" userId="790ddd12-d095-4063-9590-047d0ef1fce2" providerId="ADAL" clId="{D72FB022-ACC1-432E-A309-C700CF44763B}" dt="2026-05-12T14:50:04.147" v="12676" actId="1076"/>
          <ac:cxnSpMkLst>
            <pc:docMk/>
            <pc:sldMk cId="6178563" sldId="272"/>
            <ac:cxnSpMk id="19" creationId="{C7250251-9F46-6208-0E5F-58986A55AB90}"/>
          </ac:cxnSpMkLst>
        </pc:cxnChg>
        <pc:cxnChg chg="add mod">
          <ac:chgData name="Devita, Mariano" userId="790ddd12-d095-4063-9590-047d0ef1fce2" providerId="ADAL" clId="{D72FB022-ACC1-432E-A309-C700CF44763B}" dt="2026-04-21T18:10:32.084" v="8123" actId="164"/>
          <ac:cxnSpMkLst>
            <pc:docMk/>
            <pc:sldMk cId="6178563" sldId="272"/>
            <ac:cxnSpMk id="20" creationId="{979BBF83-4D77-31D8-3B47-1209D484F91F}"/>
          </ac:cxnSpMkLst>
        </pc:cxnChg>
        <pc:cxnChg chg="add mod">
          <ac:chgData name="Devita, Mariano" userId="790ddd12-d095-4063-9590-047d0ef1fce2" providerId="ADAL" clId="{D72FB022-ACC1-432E-A309-C700CF44763B}" dt="2026-05-12T14:50:12.996" v="12679" actId="1076"/>
          <ac:cxnSpMkLst>
            <pc:docMk/>
            <pc:sldMk cId="6178563" sldId="272"/>
            <ac:cxnSpMk id="22" creationId="{B56000C9-2366-AC35-2217-431A9B0E8339}"/>
          </ac:cxnSpMkLst>
        </pc:cxnChg>
        <pc:cxnChg chg="mod">
          <ac:chgData name="Devita, Mariano" userId="790ddd12-d095-4063-9590-047d0ef1fce2" providerId="ADAL" clId="{D72FB022-ACC1-432E-A309-C700CF44763B}" dt="2026-04-21T18:30:46.457" v="8230"/>
          <ac:cxnSpMkLst>
            <pc:docMk/>
            <pc:sldMk cId="6178563" sldId="272"/>
            <ac:cxnSpMk id="30" creationId="{0443E205-2C2C-C770-DB59-FEC002273AD6}"/>
          </ac:cxnSpMkLst>
        </pc:cxnChg>
      </pc:sldChg>
      <pc:sldChg chg="addSp delSp modSp mod ord">
        <pc:chgData name="Devita, Mariano" userId="790ddd12-d095-4063-9590-047d0ef1fce2" providerId="ADAL" clId="{D72FB022-ACC1-432E-A309-C700CF44763B}" dt="2026-05-12T14:42:59.383" v="12587" actId="1076"/>
        <pc:sldMkLst>
          <pc:docMk/>
          <pc:sldMk cId="65182198" sldId="273"/>
        </pc:sldMkLst>
        <pc:spChg chg="add mod">
          <ac:chgData name="Devita, Mariano" userId="790ddd12-d095-4063-9590-047d0ef1fce2" providerId="ADAL" clId="{D72FB022-ACC1-432E-A309-C700CF44763B}" dt="2026-05-12T14:40:02.444" v="12556" actId="255"/>
          <ac:spMkLst>
            <pc:docMk/>
            <pc:sldMk cId="65182198" sldId="273"/>
            <ac:spMk id="3" creationId="{BD313070-83F8-53BE-4928-F083C10DD590}"/>
          </ac:spMkLst>
        </pc:spChg>
        <pc:spChg chg="mod">
          <ac:chgData name="Devita, Mariano" userId="790ddd12-d095-4063-9590-047d0ef1fce2" providerId="ADAL" clId="{D72FB022-ACC1-432E-A309-C700CF44763B}" dt="2026-05-12T14:41:34.583" v="12575" actId="1076"/>
          <ac:spMkLst>
            <pc:docMk/>
            <pc:sldMk cId="65182198" sldId="273"/>
            <ac:spMk id="6" creationId="{1FE83C01-2B27-C61B-F231-7508D429D641}"/>
          </ac:spMkLst>
        </pc:spChg>
        <pc:spChg chg="mod">
          <ac:chgData name="Devita, Mariano" userId="790ddd12-d095-4063-9590-047d0ef1fce2" providerId="ADAL" clId="{D72FB022-ACC1-432E-A309-C700CF44763B}" dt="2026-04-21T18:28:56.944" v="8188"/>
          <ac:spMkLst>
            <pc:docMk/>
            <pc:sldMk cId="65182198" sldId="273"/>
            <ac:spMk id="9" creationId="{14A13BEE-1DB9-4D2E-18D3-69FC908401A2}"/>
          </ac:spMkLst>
        </pc:spChg>
        <pc:spChg chg="mod">
          <ac:chgData name="Devita, Mariano" userId="790ddd12-d095-4063-9590-047d0ef1fce2" providerId="ADAL" clId="{D72FB022-ACC1-432E-A309-C700CF44763B}" dt="2026-05-12T14:42:52.270" v="12586" actId="1076"/>
          <ac:spMkLst>
            <pc:docMk/>
            <pc:sldMk cId="65182198" sldId="273"/>
            <ac:spMk id="10" creationId="{C64E7089-8343-A902-D594-F12BE7C86DE5}"/>
          </ac:spMkLst>
        </pc:spChg>
        <pc:spChg chg="mod">
          <ac:chgData name="Devita, Mariano" userId="790ddd12-d095-4063-9590-047d0ef1fce2" providerId="ADAL" clId="{D72FB022-ACC1-432E-A309-C700CF44763B}" dt="2026-05-12T14:42:59.383" v="12587" actId="1076"/>
          <ac:spMkLst>
            <pc:docMk/>
            <pc:sldMk cId="65182198" sldId="273"/>
            <ac:spMk id="11" creationId="{CFFBB0EF-65FD-AEAD-6ECD-D951E1C283BD}"/>
          </ac:spMkLst>
        </pc:spChg>
        <pc:spChg chg="mod">
          <ac:chgData name="Devita, Mariano" userId="790ddd12-d095-4063-9590-047d0ef1fce2" providerId="ADAL" clId="{D72FB022-ACC1-432E-A309-C700CF44763B}" dt="2026-05-12T14:42:45.215" v="12585" actId="1076"/>
          <ac:spMkLst>
            <pc:docMk/>
            <pc:sldMk cId="65182198" sldId="273"/>
            <ac:spMk id="12" creationId="{15371CD7-BAB6-EF32-8751-3730AE203485}"/>
          </ac:spMkLst>
        </pc:spChg>
        <pc:spChg chg="mod">
          <ac:chgData name="Devita, Mariano" userId="790ddd12-d095-4063-9590-047d0ef1fce2" providerId="ADAL" clId="{D72FB022-ACC1-432E-A309-C700CF44763B}" dt="2026-05-12T14:41:41.363" v="12577" actId="1076"/>
          <ac:spMkLst>
            <pc:docMk/>
            <pc:sldMk cId="65182198" sldId="273"/>
            <ac:spMk id="13" creationId="{4067EDB5-29F3-5901-9AE3-A8BB9761F279}"/>
          </ac:spMkLst>
        </pc:spChg>
        <pc:spChg chg="mod">
          <ac:chgData name="Devita, Mariano" userId="790ddd12-d095-4063-9590-047d0ef1fce2" providerId="ADAL" clId="{D72FB022-ACC1-432E-A309-C700CF44763B}" dt="2026-05-12T14:40:27.985" v="12560" actId="14100"/>
          <ac:spMkLst>
            <pc:docMk/>
            <pc:sldMk cId="65182198" sldId="273"/>
            <ac:spMk id="15" creationId="{978EA72C-1833-5BEB-6116-5C45BC12DCF2}"/>
          </ac:spMkLst>
        </pc:spChg>
        <pc:spChg chg="mod">
          <ac:chgData name="Devita, Mariano" userId="790ddd12-d095-4063-9590-047d0ef1fce2" providerId="ADAL" clId="{D72FB022-ACC1-432E-A309-C700CF44763B}" dt="2026-05-12T14:42:04.879" v="12581" actId="1076"/>
          <ac:spMkLst>
            <pc:docMk/>
            <pc:sldMk cId="65182198" sldId="273"/>
            <ac:spMk id="17" creationId="{7C025658-192D-EB8F-B126-BD40F16478F4}"/>
          </ac:spMkLst>
        </pc:spChg>
        <pc:spChg chg="mod">
          <ac:chgData name="Devita, Mariano" userId="790ddd12-d095-4063-9590-047d0ef1fce2" providerId="ADAL" clId="{D72FB022-ACC1-432E-A309-C700CF44763B}" dt="2026-05-12T14:40:36.825" v="12562" actId="14100"/>
          <ac:spMkLst>
            <pc:docMk/>
            <pc:sldMk cId="65182198" sldId="273"/>
            <ac:spMk id="18" creationId="{D6A5917E-B0F3-F9B8-061E-8FC3937FCFFF}"/>
          </ac:spMkLst>
        </pc:spChg>
        <pc:spChg chg="mod">
          <ac:chgData name="Devita, Mariano" userId="790ddd12-d095-4063-9590-047d0ef1fce2" providerId="ADAL" clId="{D72FB022-ACC1-432E-A309-C700CF44763B}" dt="2026-05-12T14:40:54.804" v="12567" actId="1076"/>
          <ac:spMkLst>
            <pc:docMk/>
            <pc:sldMk cId="65182198" sldId="273"/>
            <ac:spMk id="19" creationId="{D201478E-6243-0DF7-B9D2-65B86C19E58F}"/>
          </ac:spMkLst>
        </pc:spChg>
        <pc:spChg chg="mod">
          <ac:chgData name="Devita, Mariano" userId="790ddd12-d095-4063-9590-047d0ef1fce2" providerId="ADAL" clId="{D72FB022-ACC1-432E-A309-C700CF44763B}" dt="2026-05-12T14:42:15.712" v="12582" actId="1076"/>
          <ac:spMkLst>
            <pc:docMk/>
            <pc:sldMk cId="65182198" sldId="273"/>
            <ac:spMk id="20" creationId="{D8C88ED2-E046-4D45-0158-BF14383925D2}"/>
          </ac:spMkLst>
        </pc:spChg>
        <pc:spChg chg="mod">
          <ac:chgData name="Devita, Mariano" userId="790ddd12-d095-4063-9590-047d0ef1fce2" providerId="ADAL" clId="{D72FB022-ACC1-432E-A309-C700CF44763B}" dt="2026-05-12T14:41:18.132" v="12572" actId="14100"/>
          <ac:spMkLst>
            <pc:docMk/>
            <pc:sldMk cId="65182198" sldId="273"/>
            <ac:spMk id="21" creationId="{8A6E0104-F1C6-5D3D-F740-C40CC3E0117D}"/>
          </ac:spMkLst>
        </pc:spChg>
        <pc:spChg chg="mod">
          <ac:chgData name="Devita, Mariano" userId="790ddd12-d095-4063-9590-047d0ef1fce2" providerId="ADAL" clId="{D72FB022-ACC1-432E-A309-C700CF44763B}" dt="2026-05-12T14:41:37.355" v="12576" actId="1076"/>
          <ac:spMkLst>
            <pc:docMk/>
            <pc:sldMk cId="65182198" sldId="273"/>
            <ac:spMk id="22" creationId="{6DB28C07-75AA-D021-F555-298B0EB8D510}"/>
          </ac:spMkLst>
        </pc:spChg>
        <pc:spChg chg="mod">
          <ac:chgData name="Devita, Mariano" userId="790ddd12-d095-4063-9590-047d0ef1fce2" providerId="ADAL" clId="{D72FB022-ACC1-432E-A309-C700CF44763B}" dt="2026-05-12T14:42:04.879" v="12581" actId="1076"/>
          <ac:spMkLst>
            <pc:docMk/>
            <pc:sldMk cId="65182198" sldId="273"/>
            <ac:spMk id="23" creationId="{17C747E2-CF0D-C97E-BFDD-163BAF672DEE}"/>
          </ac:spMkLst>
        </pc:spChg>
        <pc:spChg chg="mod">
          <ac:chgData name="Devita, Mariano" userId="790ddd12-d095-4063-9590-047d0ef1fce2" providerId="ADAL" clId="{D72FB022-ACC1-432E-A309-C700CF44763B}" dt="2026-05-12T14:42:45.215" v="12585" actId="1076"/>
          <ac:spMkLst>
            <pc:docMk/>
            <pc:sldMk cId="65182198" sldId="273"/>
            <ac:spMk id="24" creationId="{B31C59DB-B084-DE6C-7932-F6AD21EA87DD}"/>
          </ac:spMkLst>
        </pc:spChg>
        <pc:spChg chg="mod">
          <ac:chgData name="Devita, Mariano" userId="790ddd12-d095-4063-9590-047d0ef1fce2" providerId="ADAL" clId="{D72FB022-ACC1-432E-A309-C700CF44763B}" dt="2026-04-21T18:42:35.064" v="8433" actId="1076"/>
          <ac:spMkLst>
            <pc:docMk/>
            <pc:sldMk cId="65182198" sldId="273"/>
            <ac:spMk id="25" creationId="{0D76C89C-5925-5E1B-71D7-268EECC14469}"/>
          </ac:spMkLst>
        </pc:spChg>
        <pc:spChg chg="add mod">
          <ac:chgData name="Devita, Mariano" userId="790ddd12-d095-4063-9590-047d0ef1fce2" providerId="ADAL" clId="{D72FB022-ACC1-432E-A309-C700CF44763B}" dt="2026-05-12T14:41:04.557" v="12569" actId="14100"/>
          <ac:spMkLst>
            <pc:docMk/>
            <pc:sldMk cId="65182198" sldId="273"/>
            <ac:spMk id="26" creationId="{3D19D224-5B3E-F481-9B76-291DD23E5A40}"/>
          </ac:spMkLst>
        </pc:spChg>
        <pc:spChg chg="add mod">
          <ac:chgData name="Devita, Mariano" userId="790ddd12-d095-4063-9590-047d0ef1fce2" providerId="ADAL" clId="{D72FB022-ACC1-432E-A309-C700CF44763B}" dt="2026-05-12T14:41:07.811" v="12570" actId="1076"/>
          <ac:spMkLst>
            <pc:docMk/>
            <pc:sldMk cId="65182198" sldId="273"/>
            <ac:spMk id="32" creationId="{1A1168CC-3615-46F9-6997-B6C83BB82EAD}"/>
          </ac:spMkLst>
        </pc:spChg>
        <pc:spChg chg="add mod">
          <ac:chgData name="Devita, Mariano" userId="790ddd12-d095-4063-9590-047d0ef1fce2" providerId="ADAL" clId="{D72FB022-ACC1-432E-A309-C700CF44763B}" dt="2026-05-12T14:40:18.790" v="12558" actId="255"/>
          <ac:spMkLst>
            <pc:docMk/>
            <pc:sldMk cId="65182198" sldId="273"/>
            <ac:spMk id="37" creationId="{493ED79C-7021-7385-8961-DDFFF130FD47}"/>
          </ac:spMkLst>
        </pc:spChg>
        <pc:spChg chg="add mod">
          <ac:chgData name="Devita, Mariano" userId="790ddd12-d095-4063-9590-047d0ef1fce2" providerId="ADAL" clId="{D72FB022-ACC1-432E-A309-C700CF44763B}" dt="2026-05-12T14:41:50.047" v="12579" actId="1076"/>
          <ac:spMkLst>
            <pc:docMk/>
            <pc:sldMk cId="65182198" sldId="273"/>
            <ac:spMk id="38" creationId="{2ACF196A-54C8-1C94-231E-6D15D0526F4F}"/>
          </ac:spMkLst>
        </pc:spChg>
        <pc:spChg chg="add mod">
          <ac:chgData name="Devita, Mariano" userId="790ddd12-d095-4063-9590-047d0ef1fce2" providerId="ADAL" clId="{D72FB022-ACC1-432E-A309-C700CF44763B}" dt="2026-05-12T14:41:44.764" v="12578" actId="1076"/>
          <ac:spMkLst>
            <pc:docMk/>
            <pc:sldMk cId="65182198" sldId="273"/>
            <ac:spMk id="39" creationId="{2719D014-D05C-171B-D1E4-B4A6CCD371A8}"/>
          </ac:spMkLst>
        </pc:spChg>
        <pc:spChg chg="add mod">
          <ac:chgData name="Devita, Mariano" userId="790ddd12-d095-4063-9590-047d0ef1fce2" providerId="ADAL" clId="{D72FB022-ACC1-432E-A309-C700CF44763B}" dt="2026-05-12T14:41:56.780" v="12580" actId="1076"/>
          <ac:spMkLst>
            <pc:docMk/>
            <pc:sldMk cId="65182198" sldId="273"/>
            <ac:spMk id="40" creationId="{6DE7B1F2-F42E-1EFB-ECE5-0E581A5FF114}"/>
          </ac:spMkLst>
        </pc:spChg>
        <pc:spChg chg="add mod">
          <ac:chgData name="Devita, Mariano" userId="790ddd12-d095-4063-9590-047d0ef1fce2" providerId="ADAL" clId="{D72FB022-ACC1-432E-A309-C700CF44763B}" dt="2026-05-12T14:41:27.172" v="12574" actId="14100"/>
          <ac:spMkLst>
            <pc:docMk/>
            <pc:sldMk cId="65182198" sldId="273"/>
            <ac:spMk id="48" creationId="{D97B06D9-7C6B-B841-79F9-FF66CB6F56DF}"/>
          </ac:spMkLst>
        </pc:spChg>
        <pc:grpChg chg="add mod">
          <ac:chgData name="Devita, Mariano" userId="790ddd12-d095-4063-9590-047d0ef1fce2" providerId="ADAL" clId="{D72FB022-ACC1-432E-A309-C700CF44763B}" dt="2026-04-21T18:28:56.944" v="8188"/>
          <ac:grpSpMkLst>
            <pc:docMk/>
            <pc:sldMk cId="65182198" sldId="273"/>
            <ac:grpSpMk id="8" creationId="{9095FA7F-7D8F-D12E-D021-553B1BE783EB}"/>
          </ac:grpSpMkLst>
        </pc:grpChg>
        <pc:cxnChg chg="mod">
          <ac:chgData name="Devita, Mariano" userId="790ddd12-d095-4063-9590-047d0ef1fce2" providerId="ADAL" clId="{D72FB022-ACC1-432E-A309-C700CF44763B}" dt="2026-04-21T18:28:56.944" v="8188"/>
          <ac:cxnSpMkLst>
            <pc:docMk/>
            <pc:sldMk cId="65182198" sldId="273"/>
            <ac:cxnSpMk id="14" creationId="{8B967AB2-A0F0-25D2-F14F-A6215B8FC3B8}"/>
          </ac:cxnSpMkLst>
        </pc:cxnChg>
        <pc:cxnChg chg="add mod">
          <ac:chgData name="Devita, Mariano" userId="790ddd12-d095-4063-9590-047d0ef1fce2" providerId="ADAL" clId="{D72FB022-ACC1-432E-A309-C700CF44763B}" dt="2026-05-12T14:41:27.172" v="12574" actId="14100"/>
          <ac:cxnSpMkLst>
            <pc:docMk/>
            <pc:sldMk cId="65182198" sldId="273"/>
            <ac:cxnSpMk id="42" creationId="{A0F17BB7-F14A-403D-A7E2-4ABE67FAB158}"/>
          </ac:cxnSpMkLst>
        </pc:cxnChg>
        <pc:cxnChg chg="add mod">
          <ac:chgData name="Devita, Mariano" userId="790ddd12-d095-4063-9590-047d0ef1fce2" providerId="ADAL" clId="{D72FB022-ACC1-432E-A309-C700CF44763B}" dt="2026-05-12T14:42:45.215" v="12585" actId="1076"/>
          <ac:cxnSpMkLst>
            <pc:docMk/>
            <pc:sldMk cId="65182198" sldId="273"/>
            <ac:cxnSpMk id="44" creationId="{A874CDD2-8B3D-88C0-6C6D-EB780DA49E26}"/>
          </ac:cxnSpMkLst>
        </pc:cxnChg>
      </pc:sldChg>
      <pc:sldChg chg="addSp delSp modSp add mod">
        <pc:chgData name="Devita, Mariano" userId="790ddd12-d095-4063-9590-047d0ef1fce2" providerId="ADAL" clId="{D72FB022-ACC1-432E-A309-C700CF44763B}" dt="2026-05-12T14:45:24.337" v="12607" actId="1076"/>
        <pc:sldMkLst>
          <pc:docMk/>
          <pc:sldMk cId="1336501256" sldId="274"/>
        </pc:sldMkLst>
        <pc:spChg chg="mod">
          <ac:chgData name="Devita, Mariano" userId="790ddd12-d095-4063-9590-047d0ef1fce2" providerId="ADAL" clId="{D72FB022-ACC1-432E-A309-C700CF44763B}" dt="2026-05-12T14:45:10.113" v="12604" actId="1076"/>
          <ac:spMkLst>
            <pc:docMk/>
            <pc:sldMk cId="1336501256" sldId="274"/>
            <ac:spMk id="2" creationId="{808CE789-81FB-E9B5-B0F1-AF190F6AD72F}"/>
          </ac:spMkLst>
        </pc:spChg>
        <pc:spChg chg="add mod">
          <ac:chgData name="Devita, Mariano" userId="790ddd12-d095-4063-9590-047d0ef1fce2" providerId="ADAL" clId="{D72FB022-ACC1-432E-A309-C700CF44763B}" dt="2026-05-12T14:45:24.337" v="12607" actId="1076"/>
          <ac:spMkLst>
            <pc:docMk/>
            <pc:sldMk cId="1336501256" sldId="274"/>
            <ac:spMk id="3" creationId="{EF3BED53-AF9A-333E-A655-F002FEB10205}"/>
          </ac:spMkLst>
        </pc:spChg>
        <pc:spChg chg="mod">
          <ac:chgData name="Devita, Mariano" userId="790ddd12-d095-4063-9590-047d0ef1fce2" providerId="ADAL" clId="{D72FB022-ACC1-432E-A309-C700CF44763B}" dt="2026-04-21T18:30:02.986" v="8211"/>
          <ac:spMkLst>
            <pc:docMk/>
            <pc:sldMk cId="1336501256" sldId="274"/>
            <ac:spMk id="7" creationId="{7050CBEA-05C7-5735-4C9A-27978BC0AC14}"/>
          </ac:spMkLst>
        </pc:spChg>
        <pc:spChg chg="add mod">
          <ac:chgData name="Devita, Mariano" userId="790ddd12-d095-4063-9590-047d0ef1fce2" providerId="ADAL" clId="{D72FB022-ACC1-432E-A309-C700CF44763B}" dt="2026-05-12T14:45:01.721" v="12603" actId="255"/>
          <ac:spMkLst>
            <pc:docMk/>
            <pc:sldMk cId="1336501256" sldId="274"/>
            <ac:spMk id="19" creationId="{8574FA5F-88AD-DBAB-48F8-77F5E20CFD2D}"/>
          </ac:spMkLst>
        </pc:spChg>
        <pc:spChg chg="add mod">
          <ac:chgData name="Devita, Mariano" userId="790ddd12-d095-4063-9590-047d0ef1fce2" providerId="ADAL" clId="{D72FB022-ACC1-432E-A309-C700CF44763B}" dt="2026-05-12T14:45:22.719" v="12606" actId="1076"/>
          <ac:spMkLst>
            <pc:docMk/>
            <pc:sldMk cId="1336501256" sldId="274"/>
            <ac:spMk id="20" creationId="{0E4A0FFE-4306-1768-B1A6-EF52FEA0A003}"/>
          </ac:spMkLst>
        </pc:spChg>
        <pc:grpChg chg="add mod">
          <ac:chgData name="Devita, Mariano" userId="790ddd12-d095-4063-9590-047d0ef1fce2" providerId="ADAL" clId="{D72FB022-ACC1-432E-A309-C700CF44763B}" dt="2026-04-21T18:30:02.986" v="8211"/>
          <ac:grpSpMkLst>
            <pc:docMk/>
            <pc:sldMk cId="1336501256" sldId="274"/>
            <ac:grpSpMk id="6" creationId="{1E83BE3E-F74B-02F8-E767-BA8771E5B515}"/>
          </ac:grpSpMkLst>
        </pc:grpChg>
        <pc:cxnChg chg="mod">
          <ac:chgData name="Devita, Mariano" userId="790ddd12-d095-4063-9590-047d0ef1fce2" providerId="ADAL" clId="{D72FB022-ACC1-432E-A309-C700CF44763B}" dt="2026-04-21T18:30:02.986" v="8211"/>
          <ac:cxnSpMkLst>
            <pc:docMk/>
            <pc:sldMk cId="1336501256" sldId="274"/>
            <ac:cxnSpMk id="8" creationId="{910EB9DD-C5F2-80EE-2794-28E09F86BFA6}"/>
          </ac:cxnSpMkLst>
        </pc:cxnChg>
      </pc:sldChg>
      <pc:sldChg chg="addSp delSp modSp add mod">
        <pc:chgData name="Devita, Mariano" userId="790ddd12-d095-4063-9590-047d0ef1fce2" providerId="ADAL" clId="{D72FB022-ACC1-432E-A309-C700CF44763B}" dt="2026-05-12T14:45:36.695" v="12610" actId="255"/>
        <pc:sldMkLst>
          <pc:docMk/>
          <pc:sldMk cId="804690771" sldId="277"/>
        </pc:sldMkLst>
        <pc:spChg chg="mod">
          <ac:chgData name="Devita, Mariano" userId="790ddd12-d095-4063-9590-047d0ef1fce2" providerId="ADAL" clId="{D72FB022-ACC1-432E-A309-C700CF44763B}" dt="2026-05-12T14:45:36.695" v="12610" actId="255"/>
          <ac:spMkLst>
            <pc:docMk/>
            <pc:sldMk cId="804690771" sldId="277"/>
            <ac:spMk id="2" creationId="{E8D4528B-64AB-59A5-59D9-99E794ECE557}"/>
          </ac:spMkLst>
        </pc:spChg>
        <pc:spChg chg="add mod ord">
          <ac:chgData name="Devita, Mariano" userId="790ddd12-d095-4063-9590-047d0ef1fce2" providerId="ADAL" clId="{D72FB022-ACC1-432E-A309-C700CF44763B}" dt="2026-04-21T19:51:00.170" v="8611" actId="114"/>
          <ac:spMkLst>
            <pc:docMk/>
            <pc:sldMk cId="804690771" sldId="277"/>
            <ac:spMk id="11" creationId="{4549B82F-1F45-168B-2E89-1AA207F8C68D}"/>
          </ac:spMkLst>
        </pc:spChg>
        <pc:spChg chg="add mod ord">
          <ac:chgData name="Devita, Mariano" userId="790ddd12-d095-4063-9590-047d0ef1fce2" providerId="ADAL" clId="{D72FB022-ACC1-432E-A309-C700CF44763B}" dt="2026-04-21T19:53:55.765" v="8666" actId="20577"/>
          <ac:spMkLst>
            <pc:docMk/>
            <pc:sldMk cId="804690771" sldId="277"/>
            <ac:spMk id="12" creationId="{D57B28B2-FDB7-8A27-C580-82E952759C04}"/>
          </ac:spMkLst>
        </pc:spChg>
        <pc:cxnChg chg="mod">
          <ac:chgData name="Devita, Mariano" userId="790ddd12-d095-4063-9590-047d0ef1fce2" providerId="ADAL" clId="{D72FB022-ACC1-432E-A309-C700CF44763B}" dt="2026-04-21T19:43:21.520" v="8570" actId="208"/>
          <ac:cxnSpMkLst>
            <pc:docMk/>
            <pc:sldMk cId="804690771" sldId="277"/>
            <ac:cxnSpMk id="8" creationId="{86D66C9B-984C-7189-D6AC-E489720333D6}"/>
          </ac:cxnSpMkLst>
        </pc:cxnChg>
        <pc:cxnChg chg="mod">
          <ac:chgData name="Devita, Mariano" userId="790ddd12-d095-4063-9590-047d0ef1fce2" providerId="ADAL" clId="{D72FB022-ACC1-432E-A309-C700CF44763B}" dt="2026-04-21T19:43:21.520" v="8570" actId="208"/>
          <ac:cxnSpMkLst>
            <pc:docMk/>
            <pc:sldMk cId="804690771" sldId="277"/>
            <ac:cxnSpMk id="9" creationId="{A315F004-298A-4C4A-24E3-B3E0A7942BFD}"/>
          </ac:cxnSpMkLst>
        </pc:cxnChg>
      </pc:sldChg>
      <pc:sldChg chg="addSp delSp modSp add mod ord">
        <pc:chgData name="Devita, Mariano" userId="790ddd12-d095-4063-9590-047d0ef1fce2" providerId="ADAL" clId="{D72FB022-ACC1-432E-A309-C700CF44763B}" dt="2026-05-12T14:45:43.359" v="12612" actId="14100"/>
        <pc:sldMkLst>
          <pc:docMk/>
          <pc:sldMk cId="1764889403" sldId="278"/>
        </pc:sldMkLst>
        <pc:spChg chg="mod">
          <ac:chgData name="Devita, Mariano" userId="790ddd12-d095-4063-9590-047d0ef1fce2" providerId="ADAL" clId="{D72FB022-ACC1-432E-A309-C700CF44763B}" dt="2026-05-12T14:45:43.359" v="12612" actId="14100"/>
          <ac:spMkLst>
            <pc:docMk/>
            <pc:sldMk cId="1764889403" sldId="278"/>
            <ac:spMk id="2" creationId="{77B6D28B-3451-4598-D60A-9F33AB0DB720}"/>
          </ac:spMkLst>
        </pc:spChg>
        <pc:spChg chg="add mod ord">
          <ac:chgData name="Devita, Mariano" userId="790ddd12-d095-4063-9590-047d0ef1fce2" providerId="ADAL" clId="{D72FB022-ACC1-432E-A309-C700CF44763B}" dt="2026-04-21T19:51:28.472" v="8618" actId="114"/>
          <ac:spMkLst>
            <pc:docMk/>
            <pc:sldMk cId="1764889403" sldId="278"/>
            <ac:spMk id="3" creationId="{96261F95-8C6F-D4F4-9E64-572C373A6702}"/>
          </ac:spMkLst>
        </pc:spChg>
        <pc:spChg chg="add mod ord">
          <ac:chgData name="Devita, Mariano" userId="790ddd12-d095-4063-9590-047d0ef1fce2" providerId="ADAL" clId="{D72FB022-ACC1-432E-A309-C700CF44763B}" dt="2026-04-21T19:53:19.426" v="8642" actId="20577"/>
          <ac:spMkLst>
            <pc:docMk/>
            <pc:sldMk cId="1764889403" sldId="278"/>
            <ac:spMk id="4" creationId="{D1270FB9-FD15-B97E-FFCD-2F439667BF85}"/>
          </ac:spMkLst>
        </pc:spChg>
        <pc:spChg chg="add mod">
          <ac:chgData name="Devita, Mariano" userId="790ddd12-d095-4063-9590-047d0ef1fce2" providerId="ADAL" clId="{D72FB022-ACC1-432E-A309-C700CF44763B}" dt="2026-04-23T15:38:31.761" v="9735" actId="1076"/>
          <ac:spMkLst>
            <pc:docMk/>
            <pc:sldMk cId="1764889403" sldId="278"/>
            <ac:spMk id="11" creationId="{44BB5129-DFBA-3174-2473-F8A67D3B24FD}"/>
          </ac:spMkLst>
        </pc:spChg>
        <pc:cxnChg chg="mod">
          <ac:chgData name="Devita, Mariano" userId="790ddd12-d095-4063-9590-047d0ef1fce2" providerId="ADAL" clId="{D72FB022-ACC1-432E-A309-C700CF44763B}" dt="2026-04-21T19:44:37.108" v="8600" actId="208"/>
          <ac:cxnSpMkLst>
            <pc:docMk/>
            <pc:sldMk cId="1764889403" sldId="278"/>
            <ac:cxnSpMk id="8" creationId="{29A03424-B3AA-A18E-CBBE-0DA54D0A6515}"/>
          </ac:cxnSpMkLst>
        </pc:cxnChg>
        <pc:cxnChg chg="mod">
          <ac:chgData name="Devita, Mariano" userId="790ddd12-d095-4063-9590-047d0ef1fce2" providerId="ADAL" clId="{D72FB022-ACC1-432E-A309-C700CF44763B}" dt="2026-04-21T19:44:37.108" v="8600" actId="208"/>
          <ac:cxnSpMkLst>
            <pc:docMk/>
            <pc:sldMk cId="1764889403" sldId="278"/>
            <ac:cxnSpMk id="9" creationId="{59B86098-6568-E8D5-1CB5-728231C6DF45}"/>
          </ac:cxnSpMkLst>
        </pc:cxnChg>
      </pc:sldChg>
      <pc:sldChg chg="addSp delSp modSp add mod delAnim modAnim">
        <pc:chgData name="Devita, Mariano" userId="790ddd12-d095-4063-9590-047d0ef1fce2" providerId="ADAL" clId="{D72FB022-ACC1-432E-A309-C700CF44763B}" dt="2026-05-12T14:46:08.040" v="12615" actId="255"/>
        <pc:sldMkLst>
          <pc:docMk/>
          <pc:sldMk cId="3799565953" sldId="279"/>
        </pc:sldMkLst>
        <pc:spChg chg="add mod">
          <ac:chgData name="Devita, Mariano" userId="790ddd12-d095-4063-9590-047d0ef1fce2" providerId="ADAL" clId="{D72FB022-ACC1-432E-A309-C700CF44763B}" dt="2026-04-21T20:42:44.461" v="9062" actId="571"/>
          <ac:spMkLst>
            <pc:docMk/>
            <pc:sldMk cId="3799565953" sldId="279"/>
            <ac:spMk id="2" creationId="{DE26DDB9-CED2-A84A-2AAE-F278CD5960A6}"/>
          </ac:spMkLst>
        </pc:spChg>
        <pc:spChg chg="mod">
          <ac:chgData name="Devita, Mariano" userId="790ddd12-d095-4063-9590-047d0ef1fce2" providerId="ADAL" clId="{D72FB022-ACC1-432E-A309-C700CF44763B}" dt="2026-04-21T20:42:27.181" v="9060" actId="20577"/>
          <ac:spMkLst>
            <pc:docMk/>
            <pc:sldMk cId="3799565953" sldId="279"/>
            <ac:spMk id="3" creationId="{DB7B57D9-76F3-20B2-E331-EE46970FFEDB}"/>
          </ac:spMkLst>
        </pc:spChg>
        <pc:spChg chg="mod">
          <ac:chgData name="Devita, Mariano" userId="790ddd12-d095-4063-9590-047d0ef1fce2" providerId="ADAL" clId="{D72FB022-ACC1-432E-A309-C700CF44763B}" dt="2026-04-21T20:47:24.680" v="9089" actId="552"/>
          <ac:spMkLst>
            <pc:docMk/>
            <pc:sldMk cId="3799565953" sldId="279"/>
            <ac:spMk id="4" creationId="{C4C74BFA-3BC1-88DD-951B-DF95A2B92908}"/>
          </ac:spMkLst>
        </pc:spChg>
        <pc:spChg chg="add mod">
          <ac:chgData name="Devita, Mariano" userId="790ddd12-d095-4063-9590-047d0ef1fce2" providerId="ADAL" clId="{D72FB022-ACC1-432E-A309-C700CF44763B}" dt="2026-04-22T14:04:55.866" v="9219" actId="1076"/>
          <ac:spMkLst>
            <pc:docMk/>
            <pc:sldMk cId="3799565953" sldId="279"/>
            <ac:spMk id="5" creationId="{BCD24C24-3C57-4302-2867-24790AB1CCAC}"/>
          </ac:spMkLst>
        </pc:spChg>
        <pc:spChg chg="add mod">
          <ac:chgData name="Devita, Mariano" userId="790ddd12-d095-4063-9590-047d0ef1fce2" providerId="ADAL" clId="{D72FB022-ACC1-432E-A309-C700CF44763B}" dt="2026-04-21T20:42:53.494" v="9063" actId="571"/>
          <ac:spMkLst>
            <pc:docMk/>
            <pc:sldMk cId="3799565953" sldId="279"/>
            <ac:spMk id="6" creationId="{777CA220-D719-61BE-221E-F484B2D06776}"/>
          </ac:spMkLst>
        </pc:spChg>
        <pc:spChg chg="add mod">
          <ac:chgData name="Devita, Mariano" userId="790ddd12-d095-4063-9590-047d0ef1fce2" providerId="ADAL" clId="{D72FB022-ACC1-432E-A309-C700CF44763B}" dt="2026-04-22T14:06:17.982" v="9223" actId="1076"/>
          <ac:spMkLst>
            <pc:docMk/>
            <pc:sldMk cId="3799565953" sldId="279"/>
            <ac:spMk id="7" creationId="{0695B5A0-3966-5E3F-9DDD-E01074B3F9E0}"/>
          </ac:spMkLst>
        </pc:spChg>
        <pc:spChg chg="add mod">
          <ac:chgData name="Devita, Mariano" userId="790ddd12-d095-4063-9590-047d0ef1fce2" providerId="ADAL" clId="{D72FB022-ACC1-432E-A309-C700CF44763B}" dt="2026-04-22T14:04:59.727" v="9220" actId="571"/>
          <ac:spMkLst>
            <pc:docMk/>
            <pc:sldMk cId="3799565953" sldId="279"/>
            <ac:spMk id="10" creationId="{E5BA95D8-F96A-07AC-1F3E-3BAFFF7F18F8}"/>
          </ac:spMkLst>
        </pc:spChg>
        <pc:spChg chg="add mod">
          <ac:chgData name="Devita, Mariano" userId="790ddd12-d095-4063-9590-047d0ef1fce2" providerId="ADAL" clId="{D72FB022-ACC1-432E-A309-C700CF44763B}" dt="2026-04-21T20:55:02.321" v="9106" actId="1076"/>
          <ac:spMkLst>
            <pc:docMk/>
            <pc:sldMk cId="3799565953" sldId="279"/>
            <ac:spMk id="11" creationId="{FFC8E9BA-8000-0C2C-827F-3DAEC547EEB0}"/>
          </ac:spMkLst>
        </pc:spChg>
        <pc:spChg chg="mod">
          <ac:chgData name="Devita, Mariano" userId="790ddd12-d095-4063-9590-047d0ef1fce2" providerId="ADAL" clId="{D72FB022-ACC1-432E-A309-C700CF44763B}" dt="2026-04-21T20:47:24.680" v="9089" actId="552"/>
          <ac:spMkLst>
            <pc:docMk/>
            <pc:sldMk cId="3799565953" sldId="279"/>
            <ac:spMk id="13" creationId="{82B263BF-A21B-8339-7FFD-E938194F6E80}"/>
          </ac:spMkLst>
        </pc:spChg>
        <pc:spChg chg="add mod">
          <ac:chgData name="Devita, Mariano" userId="790ddd12-d095-4063-9590-047d0ef1fce2" providerId="ADAL" clId="{D72FB022-ACC1-432E-A309-C700CF44763B}" dt="2026-04-23T19:11:20.261" v="9892" actId="1076"/>
          <ac:spMkLst>
            <pc:docMk/>
            <pc:sldMk cId="3799565953" sldId="279"/>
            <ac:spMk id="16" creationId="{972D7F1B-5262-1902-3463-CECD1167978B}"/>
          </ac:spMkLst>
        </pc:spChg>
        <pc:spChg chg="mod">
          <ac:chgData name="Devita, Mariano" userId="790ddd12-d095-4063-9590-047d0ef1fce2" providerId="ADAL" clId="{D72FB022-ACC1-432E-A309-C700CF44763B}" dt="2026-05-12T14:46:08.040" v="12615" actId="255"/>
          <ac:spMkLst>
            <pc:docMk/>
            <pc:sldMk cId="3799565953" sldId="279"/>
            <ac:spMk id="24" creationId="{FEC0F53C-A831-5F86-14C2-A51B5C0DD092}"/>
          </ac:spMkLst>
        </pc:spChg>
        <pc:spChg chg="mod">
          <ac:chgData name="Devita, Mariano" userId="790ddd12-d095-4063-9590-047d0ef1fce2" providerId="ADAL" clId="{D72FB022-ACC1-432E-A309-C700CF44763B}" dt="2026-05-12T14:46:08.040" v="12615" actId="255"/>
          <ac:spMkLst>
            <pc:docMk/>
            <pc:sldMk cId="3799565953" sldId="279"/>
            <ac:spMk id="25" creationId="{678E8671-E12D-7DCA-B817-1C10EFF92D26}"/>
          </ac:spMkLst>
        </pc:spChg>
        <pc:spChg chg="mod">
          <ac:chgData name="Devita, Mariano" userId="790ddd12-d095-4063-9590-047d0ef1fce2" providerId="ADAL" clId="{D72FB022-ACC1-432E-A309-C700CF44763B}" dt="2026-05-12T14:46:08.040" v="12615" actId="255"/>
          <ac:spMkLst>
            <pc:docMk/>
            <pc:sldMk cId="3799565953" sldId="279"/>
            <ac:spMk id="26" creationId="{546FA788-04DB-03C7-F09A-3FF28700857B}"/>
          </ac:spMkLst>
        </pc:spChg>
        <pc:spChg chg="add mod">
          <ac:chgData name="Devita, Mariano" userId="790ddd12-d095-4063-9590-047d0ef1fce2" providerId="ADAL" clId="{D72FB022-ACC1-432E-A309-C700CF44763B}" dt="2026-04-21T20:47:37.881" v="9090" actId="1076"/>
          <ac:spMkLst>
            <pc:docMk/>
            <pc:sldMk cId="3799565953" sldId="279"/>
            <ac:spMk id="27" creationId="{E52C72AF-0619-A42F-A0A3-991726EB144D}"/>
          </ac:spMkLst>
        </pc:spChg>
        <pc:spChg chg="add mod">
          <ac:chgData name="Devita, Mariano" userId="790ddd12-d095-4063-9590-047d0ef1fce2" providerId="ADAL" clId="{D72FB022-ACC1-432E-A309-C700CF44763B}" dt="2026-04-21T20:54:51.274" v="9105" actId="1076"/>
          <ac:spMkLst>
            <pc:docMk/>
            <pc:sldMk cId="3799565953" sldId="279"/>
            <ac:spMk id="28" creationId="{33043E49-E5EE-3141-BDC3-86F3116BC872}"/>
          </ac:spMkLst>
        </pc:spChg>
        <pc:spChg chg="add mod">
          <ac:chgData name="Devita, Mariano" userId="790ddd12-d095-4063-9590-047d0ef1fce2" providerId="ADAL" clId="{D72FB022-ACC1-432E-A309-C700CF44763B}" dt="2026-04-21T20:51:12.189" v="9100" actId="20577"/>
          <ac:spMkLst>
            <pc:docMk/>
            <pc:sldMk cId="3799565953" sldId="279"/>
            <ac:spMk id="29" creationId="{A6EB4B61-2A96-38D8-4011-A00AD80B5A2F}"/>
          </ac:spMkLst>
        </pc:spChg>
        <pc:spChg chg="add mod">
          <ac:chgData name="Devita, Mariano" userId="790ddd12-d095-4063-9590-047d0ef1fce2" providerId="ADAL" clId="{D72FB022-ACC1-432E-A309-C700CF44763B}" dt="2026-04-21T20:51:24.035" v="9102" actId="1076"/>
          <ac:spMkLst>
            <pc:docMk/>
            <pc:sldMk cId="3799565953" sldId="279"/>
            <ac:spMk id="30" creationId="{BBAC922B-769F-D980-63D8-78241EFC14EF}"/>
          </ac:spMkLst>
        </pc:spChg>
        <pc:spChg chg="add mod">
          <ac:chgData name="Devita, Mariano" userId="790ddd12-d095-4063-9590-047d0ef1fce2" providerId="ADAL" clId="{D72FB022-ACC1-432E-A309-C700CF44763B}" dt="2026-04-21T20:54:51.274" v="9105" actId="1076"/>
          <ac:spMkLst>
            <pc:docMk/>
            <pc:sldMk cId="3799565953" sldId="279"/>
            <ac:spMk id="31" creationId="{D545B6E6-5370-3F7F-9E07-E46151267EC2}"/>
          </ac:spMkLst>
        </pc:spChg>
        <pc:spChg chg="add mod">
          <ac:chgData name="Devita, Mariano" userId="790ddd12-d095-4063-9590-047d0ef1fce2" providerId="ADAL" clId="{D72FB022-ACC1-432E-A309-C700CF44763B}" dt="2026-04-21T20:55:20.958" v="9108" actId="1076"/>
          <ac:spMkLst>
            <pc:docMk/>
            <pc:sldMk cId="3799565953" sldId="279"/>
            <ac:spMk id="32" creationId="{3147578D-E9A4-9606-507B-22326732BCE0}"/>
          </ac:spMkLst>
        </pc:spChg>
        <pc:spChg chg="add mod">
          <ac:chgData name="Devita, Mariano" userId="790ddd12-d095-4063-9590-047d0ef1fce2" providerId="ADAL" clId="{D72FB022-ACC1-432E-A309-C700CF44763B}" dt="2026-04-22T14:09:28.278" v="9238" actId="20577"/>
          <ac:spMkLst>
            <pc:docMk/>
            <pc:sldMk cId="3799565953" sldId="279"/>
            <ac:spMk id="34" creationId="{7E9E91F7-7898-22AD-5996-5B5FDF17D55A}"/>
          </ac:spMkLst>
        </pc:spChg>
        <pc:spChg chg="add mod">
          <ac:chgData name="Devita, Mariano" userId="790ddd12-d095-4063-9590-047d0ef1fce2" providerId="ADAL" clId="{D72FB022-ACC1-432E-A309-C700CF44763B}" dt="2026-04-22T14:09:36.886" v="9239" actId="571"/>
          <ac:spMkLst>
            <pc:docMk/>
            <pc:sldMk cId="3799565953" sldId="279"/>
            <ac:spMk id="35" creationId="{20407A98-D43D-A575-73F8-35EB60B1E09B}"/>
          </ac:spMkLst>
        </pc:spChg>
        <pc:spChg chg="add mod">
          <ac:chgData name="Devita, Mariano" userId="790ddd12-d095-4063-9590-047d0ef1fce2" providerId="ADAL" clId="{D72FB022-ACC1-432E-A309-C700CF44763B}" dt="2026-04-22T14:10:16.060" v="9245" actId="1076"/>
          <ac:spMkLst>
            <pc:docMk/>
            <pc:sldMk cId="3799565953" sldId="279"/>
            <ac:spMk id="36" creationId="{5AF351AC-2F9C-1B95-02DE-6176931FE79B}"/>
          </ac:spMkLst>
        </pc:spChg>
        <pc:spChg chg="add mod">
          <ac:chgData name="Devita, Mariano" userId="790ddd12-d095-4063-9590-047d0ef1fce2" providerId="ADAL" clId="{D72FB022-ACC1-432E-A309-C700CF44763B}" dt="2026-04-22T14:10:11.425" v="9244" actId="1076"/>
          <ac:spMkLst>
            <pc:docMk/>
            <pc:sldMk cId="3799565953" sldId="279"/>
            <ac:spMk id="37" creationId="{5B6443AA-910A-EA6A-6B6C-B21F39BE1ED3}"/>
          </ac:spMkLst>
        </pc:spChg>
        <pc:spChg chg="add mod">
          <ac:chgData name="Devita, Mariano" userId="790ddd12-d095-4063-9590-047d0ef1fce2" providerId="ADAL" clId="{D72FB022-ACC1-432E-A309-C700CF44763B}" dt="2026-04-22T14:10:24.074" v="9246" actId="571"/>
          <ac:spMkLst>
            <pc:docMk/>
            <pc:sldMk cId="3799565953" sldId="279"/>
            <ac:spMk id="38" creationId="{C1F803B6-BB2A-4F7D-E244-FBA64192AD08}"/>
          </ac:spMkLst>
        </pc:spChg>
        <pc:spChg chg="add mod">
          <ac:chgData name="Devita, Mariano" userId="790ddd12-d095-4063-9590-047d0ef1fce2" providerId="ADAL" clId="{D72FB022-ACC1-432E-A309-C700CF44763B}" dt="2026-04-23T19:11:20.261" v="9892" actId="1076"/>
          <ac:spMkLst>
            <pc:docMk/>
            <pc:sldMk cId="3799565953" sldId="279"/>
            <ac:spMk id="39" creationId="{915A3725-DD8E-6985-A29F-F2E3AEF00A7B}"/>
          </ac:spMkLst>
        </pc:spChg>
      </pc:sldChg>
      <pc:sldChg chg="addSp delSp modSp add mod delAnim modAnim">
        <pc:chgData name="Devita, Mariano" userId="790ddd12-d095-4063-9590-047d0ef1fce2" providerId="ADAL" clId="{D72FB022-ACC1-432E-A309-C700CF44763B}" dt="2026-05-12T14:45:59.940" v="12614" actId="255"/>
        <pc:sldMkLst>
          <pc:docMk/>
          <pc:sldMk cId="2557100224" sldId="281"/>
        </pc:sldMkLst>
        <pc:spChg chg="mod">
          <ac:chgData name="Devita, Mariano" userId="790ddd12-d095-4063-9590-047d0ef1fce2" providerId="ADAL" clId="{D72FB022-ACC1-432E-A309-C700CF44763B}" dt="2026-04-23T16:18:18.912" v="9819" actId="114"/>
          <ac:spMkLst>
            <pc:docMk/>
            <pc:sldMk cId="2557100224" sldId="281"/>
            <ac:spMk id="3" creationId="{547FFB08-8294-64AE-67A0-EC55DA435FFD}"/>
          </ac:spMkLst>
        </pc:spChg>
        <pc:spChg chg="mod">
          <ac:chgData name="Devita, Mariano" userId="790ddd12-d095-4063-9590-047d0ef1fce2" providerId="ADAL" clId="{D72FB022-ACC1-432E-A309-C700CF44763B}" dt="2026-04-23T16:19:03.134" v="9826" actId="1076"/>
          <ac:spMkLst>
            <pc:docMk/>
            <pc:sldMk cId="2557100224" sldId="281"/>
            <ac:spMk id="5" creationId="{1C249F67-543E-B7E3-742C-5439D8D7D3D0}"/>
          </ac:spMkLst>
        </pc:spChg>
        <pc:spChg chg="mod">
          <ac:chgData name="Devita, Mariano" userId="790ddd12-d095-4063-9590-047d0ef1fce2" providerId="ADAL" clId="{D72FB022-ACC1-432E-A309-C700CF44763B}" dt="2026-04-23T16:18:56.351" v="9825" actId="1076"/>
          <ac:spMkLst>
            <pc:docMk/>
            <pc:sldMk cId="2557100224" sldId="281"/>
            <ac:spMk id="6" creationId="{EE417A76-134E-BCE0-C00A-D2B486D6C2AF}"/>
          </ac:spMkLst>
        </pc:spChg>
        <pc:spChg chg="mod">
          <ac:chgData name="Devita, Mariano" userId="790ddd12-d095-4063-9590-047d0ef1fce2" providerId="ADAL" clId="{D72FB022-ACC1-432E-A309-C700CF44763B}" dt="2026-04-23T16:18:27.517" v="9821" actId="114"/>
          <ac:spMkLst>
            <pc:docMk/>
            <pc:sldMk cId="2557100224" sldId="281"/>
            <ac:spMk id="7" creationId="{E6974298-BB2E-67FD-7244-24BF943BB28D}"/>
          </ac:spMkLst>
        </pc:spChg>
        <pc:spChg chg="mod">
          <ac:chgData name="Devita, Mariano" userId="790ddd12-d095-4063-9590-047d0ef1fce2" providerId="ADAL" clId="{D72FB022-ACC1-432E-A309-C700CF44763B}" dt="2026-04-23T16:18:39.801" v="9823" actId="114"/>
          <ac:spMkLst>
            <pc:docMk/>
            <pc:sldMk cId="2557100224" sldId="281"/>
            <ac:spMk id="10" creationId="{48D7DCBD-C7D0-5E02-C808-F4A74F17D8F7}"/>
          </ac:spMkLst>
        </pc:spChg>
        <pc:spChg chg="mod">
          <ac:chgData name="Devita, Mariano" userId="790ddd12-d095-4063-9590-047d0ef1fce2" providerId="ADAL" clId="{D72FB022-ACC1-432E-A309-C700CF44763B}" dt="2026-04-23T16:18:56.351" v="9825" actId="1076"/>
          <ac:spMkLst>
            <pc:docMk/>
            <pc:sldMk cId="2557100224" sldId="281"/>
            <ac:spMk id="11" creationId="{525137E4-D55F-DDEB-5CE4-0215F3F43F08}"/>
          </ac:spMkLst>
        </pc:spChg>
        <pc:spChg chg="mod">
          <ac:chgData name="Devita, Mariano" userId="790ddd12-d095-4063-9590-047d0ef1fce2" providerId="ADAL" clId="{D72FB022-ACC1-432E-A309-C700CF44763B}" dt="2026-04-23T16:19:03.134" v="9826" actId="1076"/>
          <ac:spMkLst>
            <pc:docMk/>
            <pc:sldMk cId="2557100224" sldId="281"/>
            <ac:spMk id="17" creationId="{89CCA3C1-4528-67E3-1A5D-2547A893A842}"/>
          </ac:spMkLst>
        </pc:spChg>
        <pc:spChg chg="mod">
          <ac:chgData name="Devita, Mariano" userId="790ddd12-d095-4063-9590-047d0ef1fce2" providerId="ADAL" clId="{D72FB022-ACC1-432E-A309-C700CF44763B}" dt="2026-05-12T14:45:59.940" v="12614" actId="255"/>
          <ac:spMkLst>
            <pc:docMk/>
            <pc:sldMk cId="2557100224" sldId="281"/>
            <ac:spMk id="24" creationId="{4D3FBAF8-AF8F-94B8-4A6A-03B09867BB6F}"/>
          </ac:spMkLst>
        </pc:spChg>
        <pc:spChg chg="mod">
          <ac:chgData name="Devita, Mariano" userId="790ddd12-d095-4063-9590-047d0ef1fce2" providerId="ADAL" clId="{D72FB022-ACC1-432E-A309-C700CF44763B}" dt="2026-05-12T14:45:59.940" v="12614" actId="255"/>
          <ac:spMkLst>
            <pc:docMk/>
            <pc:sldMk cId="2557100224" sldId="281"/>
            <ac:spMk id="25" creationId="{FD2D1F9C-73AD-5262-89AF-4D84CFFACE9E}"/>
          </ac:spMkLst>
        </pc:spChg>
        <pc:spChg chg="mod">
          <ac:chgData name="Devita, Mariano" userId="790ddd12-d095-4063-9590-047d0ef1fce2" providerId="ADAL" clId="{D72FB022-ACC1-432E-A309-C700CF44763B}" dt="2026-05-12T14:45:59.940" v="12614" actId="255"/>
          <ac:spMkLst>
            <pc:docMk/>
            <pc:sldMk cId="2557100224" sldId="281"/>
            <ac:spMk id="26" creationId="{4DD29108-5F6C-E510-3778-79AF1C73C84B}"/>
          </ac:spMkLst>
        </pc:spChg>
        <pc:spChg chg="mod">
          <ac:chgData name="Devita, Mariano" userId="790ddd12-d095-4063-9590-047d0ef1fce2" providerId="ADAL" clId="{D72FB022-ACC1-432E-A309-C700CF44763B}" dt="2026-04-23T16:19:09.057" v="9827" actId="1076"/>
          <ac:spMkLst>
            <pc:docMk/>
            <pc:sldMk cId="2557100224" sldId="281"/>
            <ac:spMk id="28" creationId="{DEF42116-8F7E-0AAE-6CC8-37FD4D528206}"/>
          </ac:spMkLst>
        </pc:spChg>
        <pc:spChg chg="mod">
          <ac:chgData name="Devita, Mariano" userId="790ddd12-d095-4063-9590-047d0ef1fce2" providerId="ADAL" clId="{D72FB022-ACC1-432E-A309-C700CF44763B}" dt="2026-04-23T16:19:09.057" v="9827" actId="1076"/>
          <ac:spMkLst>
            <pc:docMk/>
            <pc:sldMk cId="2557100224" sldId="281"/>
            <ac:spMk id="29" creationId="{39FAB054-338A-D684-A081-9282415333DA}"/>
          </ac:spMkLst>
        </pc:spChg>
        <pc:spChg chg="add mod">
          <ac:chgData name="Devita, Mariano" userId="790ddd12-d095-4063-9590-047d0ef1fce2" providerId="ADAL" clId="{D72FB022-ACC1-432E-A309-C700CF44763B}" dt="2026-04-23T16:30:19.482" v="9868" actId="6549"/>
          <ac:spMkLst>
            <pc:docMk/>
            <pc:sldMk cId="2557100224" sldId="281"/>
            <ac:spMk id="30" creationId="{1B1E8468-ED33-F070-4969-0AC667D029F4}"/>
          </ac:spMkLst>
        </pc:spChg>
        <pc:spChg chg="add mod">
          <ac:chgData name="Devita, Mariano" userId="790ddd12-d095-4063-9590-047d0ef1fce2" providerId="ADAL" clId="{D72FB022-ACC1-432E-A309-C700CF44763B}" dt="2026-04-23T16:29:45.927" v="9864" actId="20577"/>
          <ac:spMkLst>
            <pc:docMk/>
            <pc:sldMk cId="2557100224" sldId="281"/>
            <ac:spMk id="31" creationId="{79AE5C5B-3D65-1B8B-BEC6-779E1A48FD1E}"/>
          </ac:spMkLst>
        </pc:spChg>
      </pc:sldChg>
      <pc:sldChg chg="addSp delSp modSp add mod">
        <pc:chgData name="Devita, Mariano" userId="790ddd12-d095-4063-9590-047d0ef1fce2" providerId="ADAL" clId="{D72FB022-ACC1-432E-A309-C700CF44763B}" dt="2026-05-12T14:51:07.095" v="12707" actId="20577"/>
        <pc:sldMkLst>
          <pc:docMk/>
          <pc:sldMk cId="649734303" sldId="283"/>
        </pc:sldMkLst>
        <pc:spChg chg="add mod">
          <ac:chgData name="Devita, Mariano" userId="790ddd12-d095-4063-9590-047d0ef1fce2" providerId="ADAL" clId="{D72FB022-ACC1-432E-A309-C700CF44763B}" dt="2026-05-12T14:51:07.095" v="12707" actId="20577"/>
          <ac:spMkLst>
            <pc:docMk/>
            <pc:sldMk cId="649734303" sldId="283"/>
            <ac:spMk id="4" creationId="{7441D823-08BE-F20D-C9F9-192317AC5C4F}"/>
          </ac:spMkLst>
        </pc:spChg>
        <pc:picChg chg="add mod">
          <ac:chgData name="Devita, Mariano" userId="790ddd12-d095-4063-9590-047d0ef1fce2" providerId="ADAL" clId="{D72FB022-ACC1-432E-A309-C700CF44763B}" dt="2026-04-23T19:58:09.600" v="10213" actId="14100"/>
          <ac:picMkLst>
            <pc:docMk/>
            <pc:sldMk cId="649734303" sldId="283"/>
            <ac:picMk id="6" creationId="{4B2D15FF-696B-20EE-F4A3-ABDF7FD0C0CC}"/>
          </ac:picMkLst>
        </pc:picChg>
      </pc:sldChg>
      <pc:sldChg chg="addSp modSp add mod">
        <pc:chgData name="Devita, Mariano" userId="790ddd12-d095-4063-9590-047d0ef1fce2" providerId="ADAL" clId="{D72FB022-ACC1-432E-A309-C700CF44763B}" dt="2026-05-12T14:51:15.396" v="12709" actId="1076"/>
        <pc:sldMkLst>
          <pc:docMk/>
          <pc:sldMk cId="946661949" sldId="284"/>
        </pc:sldMkLst>
        <pc:spChg chg="add mod">
          <ac:chgData name="Devita, Mariano" userId="790ddd12-d095-4063-9590-047d0ef1fce2" providerId="ADAL" clId="{D72FB022-ACC1-432E-A309-C700CF44763B}" dt="2026-05-12T14:51:15.396" v="12709" actId="1076"/>
          <ac:spMkLst>
            <pc:docMk/>
            <pc:sldMk cId="946661949" sldId="284"/>
            <ac:spMk id="4" creationId="{BAEFE112-48DA-5FC2-FA3A-FCAAA0D5977B}"/>
          </ac:spMkLst>
        </pc:spChg>
        <pc:picChg chg="mod">
          <ac:chgData name="Devita, Mariano" userId="790ddd12-d095-4063-9590-047d0ef1fce2" providerId="ADAL" clId="{D72FB022-ACC1-432E-A309-C700CF44763B}" dt="2026-04-23T19:55:01.874" v="10164" actId="1076"/>
          <ac:picMkLst>
            <pc:docMk/>
            <pc:sldMk cId="946661949" sldId="284"/>
            <ac:picMk id="6" creationId="{C695C4FE-E2D9-DEE2-AA5C-4092486AE5B5}"/>
          </ac:picMkLst>
        </pc:picChg>
      </pc:sldChg>
      <pc:sldChg chg="add">
        <pc:chgData name="Devita, Mariano" userId="790ddd12-d095-4063-9590-047d0ef1fce2" providerId="ADAL" clId="{D72FB022-ACC1-432E-A309-C700CF44763B}" dt="2026-04-23T19:56:17.427" v="10212"/>
        <pc:sldMkLst>
          <pc:docMk/>
          <pc:sldMk cId="1682099021" sldId="285"/>
        </pc:sldMkLst>
      </pc:sldChg>
      <pc:sldChg chg="modSp add mod">
        <pc:chgData name="Devita, Mariano" userId="790ddd12-d095-4063-9590-047d0ef1fce2" providerId="ADAL" clId="{D72FB022-ACC1-432E-A309-C700CF44763B}" dt="2026-05-12T14:39:02.091" v="12547" actId="1076"/>
        <pc:sldMkLst>
          <pc:docMk/>
          <pc:sldMk cId="2690471110" sldId="286"/>
        </pc:sldMkLst>
        <pc:spChg chg="mod">
          <ac:chgData name="Devita, Mariano" userId="790ddd12-d095-4063-9590-047d0ef1fce2" providerId="ADAL" clId="{D72FB022-ACC1-432E-A309-C700CF44763B}" dt="2026-05-12T14:38:46.253" v="12545" actId="1076"/>
          <ac:spMkLst>
            <pc:docMk/>
            <pc:sldMk cId="2690471110" sldId="286"/>
            <ac:spMk id="2" creationId="{CB6D3EB5-E043-8642-97F2-E1777092096C}"/>
          </ac:spMkLst>
        </pc:spChg>
        <pc:spChg chg="mod">
          <ac:chgData name="Devita, Mariano" userId="790ddd12-d095-4063-9590-047d0ef1fce2" providerId="ADAL" clId="{D72FB022-ACC1-432E-A309-C700CF44763B}" dt="2026-05-12T14:38:51.685" v="12546" actId="1076"/>
          <ac:spMkLst>
            <pc:docMk/>
            <pc:sldMk cId="2690471110" sldId="286"/>
            <ac:spMk id="3" creationId="{B4A83150-5883-A759-0CA7-9DA4B68FAB11}"/>
          </ac:spMkLst>
        </pc:spChg>
        <pc:spChg chg="mod">
          <ac:chgData name="Devita, Mariano" userId="790ddd12-d095-4063-9590-047d0ef1fce2" providerId="ADAL" clId="{D72FB022-ACC1-432E-A309-C700CF44763B}" dt="2026-05-12T14:38:46.253" v="12545" actId="1076"/>
          <ac:spMkLst>
            <pc:docMk/>
            <pc:sldMk cId="2690471110" sldId="286"/>
            <ac:spMk id="5" creationId="{CA516337-0BAC-5564-67A5-04DE65B52BF6}"/>
          </ac:spMkLst>
        </pc:spChg>
        <pc:spChg chg="mod">
          <ac:chgData name="Devita, Mariano" userId="790ddd12-d095-4063-9590-047d0ef1fce2" providerId="ADAL" clId="{D72FB022-ACC1-432E-A309-C700CF44763B}" dt="2026-05-12T14:38:14.459" v="12541" actId="1076"/>
          <ac:spMkLst>
            <pc:docMk/>
            <pc:sldMk cId="2690471110" sldId="286"/>
            <ac:spMk id="6" creationId="{9E02FD5E-0D12-80F6-84CE-A5D9E4269E68}"/>
          </ac:spMkLst>
        </pc:spChg>
        <pc:spChg chg="mod">
          <ac:chgData name="Devita, Mariano" userId="790ddd12-d095-4063-9590-047d0ef1fce2" providerId="ADAL" clId="{D72FB022-ACC1-432E-A309-C700CF44763B}" dt="2026-05-12T14:38:46.253" v="12545" actId="1076"/>
          <ac:spMkLst>
            <pc:docMk/>
            <pc:sldMk cId="2690471110" sldId="286"/>
            <ac:spMk id="7" creationId="{65467C79-F693-F6F0-BFB9-665EBCD1E512}"/>
          </ac:spMkLst>
        </pc:spChg>
        <pc:spChg chg="mod">
          <ac:chgData name="Devita, Mariano" userId="790ddd12-d095-4063-9590-047d0ef1fce2" providerId="ADAL" clId="{D72FB022-ACC1-432E-A309-C700CF44763B}" dt="2026-05-12T14:38:51.685" v="12546" actId="1076"/>
          <ac:spMkLst>
            <pc:docMk/>
            <pc:sldMk cId="2690471110" sldId="286"/>
            <ac:spMk id="8" creationId="{C16A1426-35CF-EEA6-2720-97A5AA89B704}"/>
          </ac:spMkLst>
        </pc:spChg>
        <pc:spChg chg="mod">
          <ac:chgData name="Devita, Mariano" userId="790ddd12-d095-4063-9590-047d0ef1fce2" providerId="ADAL" clId="{D72FB022-ACC1-432E-A309-C700CF44763B}" dt="2026-05-12T14:39:02.091" v="12547" actId="1076"/>
          <ac:spMkLst>
            <pc:docMk/>
            <pc:sldMk cId="2690471110" sldId="286"/>
            <ac:spMk id="9" creationId="{1FE8B783-52F2-E508-DDCF-3AAFDE3A1B6F}"/>
          </ac:spMkLst>
        </pc:spChg>
      </pc:sldChg>
      <pc:sldChg chg="addSp delSp modSp add mod">
        <pc:chgData name="Devita, Mariano" userId="790ddd12-d095-4063-9590-047d0ef1fce2" providerId="ADAL" clId="{D72FB022-ACC1-432E-A309-C700CF44763B}" dt="2026-05-12T14:37:47.331" v="12537" actId="1076"/>
        <pc:sldMkLst>
          <pc:docMk/>
          <pc:sldMk cId="1659522194" sldId="287"/>
        </pc:sldMkLst>
        <pc:spChg chg="add mod">
          <ac:chgData name="Devita, Mariano" userId="790ddd12-d095-4063-9590-047d0ef1fce2" providerId="ADAL" clId="{D72FB022-ACC1-432E-A309-C700CF44763B}" dt="2026-05-12T14:37:47.331" v="12537" actId="1076"/>
          <ac:spMkLst>
            <pc:docMk/>
            <pc:sldMk cId="1659522194" sldId="287"/>
            <ac:spMk id="2" creationId="{E9AAAE59-6E83-2462-AC4B-32F33697DD7E}"/>
          </ac:spMkLst>
        </pc:spChg>
        <pc:spChg chg="mod">
          <ac:chgData name="Devita, Mariano" userId="790ddd12-d095-4063-9590-047d0ef1fce2" providerId="ADAL" clId="{D72FB022-ACC1-432E-A309-C700CF44763B}" dt="2026-05-12T14:37:45.518" v="12536" actId="1076"/>
          <ac:spMkLst>
            <pc:docMk/>
            <pc:sldMk cId="1659522194" sldId="287"/>
            <ac:spMk id="6" creationId="{15073AC5-E830-44E8-CAD1-F25871AE0E6C}"/>
          </ac:spMkLst>
        </pc:spChg>
      </pc:sldChg>
      <pc:sldChg chg="modSp mod">
        <pc:chgData name="Devita, Mariano" userId="790ddd12-d095-4063-9590-047d0ef1fce2" providerId="ADAL" clId="{D72FB022-ACC1-432E-A309-C700CF44763B}" dt="2026-05-12T14:51:29.772" v="12713" actId="1076"/>
        <pc:sldMkLst>
          <pc:docMk/>
          <pc:sldMk cId="1078624865" sldId="288"/>
        </pc:sldMkLst>
        <pc:spChg chg="mod">
          <ac:chgData name="Devita, Mariano" userId="790ddd12-d095-4063-9590-047d0ef1fce2" providerId="ADAL" clId="{D72FB022-ACC1-432E-A309-C700CF44763B}" dt="2026-05-12T14:51:29.772" v="12713" actId="1076"/>
          <ac:spMkLst>
            <pc:docMk/>
            <pc:sldMk cId="1078624865" sldId="288"/>
            <ac:spMk id="20" creationId="{0A2684FA-3D14-6AB7-DB5D-97D3084665D6}"/>
          </ac:spMkLst>
        </pc:spChg>
      </pc:sldChg>
    </pc:docChg>
  </pc:docChgLst>
  <pc:docChgLst>
    <pc:chgData name="Devita, Mariano" userId="790ddd12-d095-4063-9590-047d0ef1fce2" providerId="ADAL" clId="{CCBA6F51-92DE-43A8-901F-B14A75114952}"/>
    <pc:docChg chg="undo custSel addSld delSld modSld sldOrd">
      <pc:chgData name="Devita, Mariano" userId="790ddd12-d095-4063-9590-047d0ef1fce2" providerId="ADAL" clId="{CCBA6F51-92DE-43A8-901F-B14A75114952}" dt="2026-05-08T19:28:24.899" v="2097" actId="20577"/>
      <pc:docMkLst>
        <pc:docMk/>
      </pc:docMkLst>
      <pc:sldChg chg="addSp delSp modSp mod">
        <pc:chgData name="Devita, Mariano" userId="790ddd12-d095-4063-9590-047d0ef1fce2" providerId="ADAL" clId="{CCBA6F51-92DE-43A8-901F-B14A75114952}" dt="2026-05-08T15:06:02.621" v="1890" actId="20577"/>
        <pc:sldMkLst>
          <pc:docMk/>
          <pc:sldMk cId="1367159607" sldId="257"/>
        </pc:sldMkLst>
        <pc:spChg chg="mod">
          <ac:chgData name="Devita, Mariano" userId="790ddd12-d095-4063-9590-047d0ef1fce2" providerId="ADAL" clId="{CCBA6F51-92DE-43A8-901F-B14A75114952}" dt="2026-05-08T15:06:02.621" v="1890" actId="20577"/>
          <ac:spMkLst>
            <pc:docMk/>
            <pc:sldMk cId="1367159607" sldId="257"/>
            <ac:spMk id="6" creationId="{721A48EB-4918-EBB9-EAF8-92B28AF1A8E5}"/>
          </ac:spMkLst>
        </pc:spChg>
      </pc:sldChg>
      <pc:sldChg chg="modSp mod">
        <pc:chgData name="Devita, Mariano" userId="790ddd12-d095-4063-9590-047d0ef1fce2" providerId="ADAL" clId="{CCBA6F51-92DE-43A8-901F-B14A75114952}" dt="2026-04-20T20:44:14.629" v="1326" actId="20577"/>
        <pc:sldMkLst>
          <pc:docMk/>
          <pc:sldMk cId="3089178181" sldId="258"/>
        </pc:sldMkLst>
        <pc:spChg chg="mod">
          <ac:chgData name="Devita, Mariano" userId="790ddd12-d095-4063-9590-047d0ef1fce2" providerId="ADAL" clId="{CCBA6F51-92DE-43A8-901F-B14A75114952}" dt="2026-04-20T20:44:14.629" v="1326" actId="20577"/>
          <ac:spMkLst>
            <pc:docMk/>
            <pc:sldMk cId="3089178181" sldId="258"/>
            <ac:spMk id="2" creationId="{ECF09C4B-E288-86F3-FC7B-7FA6B1C2C87F}"/>
          </ac:spMkLst>
        </pc:spChg>
      </pc:sldChg>
      <pc:sldChg chg="modSp mod modNotesTx">
        <pc:chgData name="Devita, Mariano" userId="790ddd12-d095-4063-9590-047d0ef1fce2" providerId="ADAL" clId="{CCBA6F51-92DE-43A8-901F-B14A75114952}" dt="2026-05-08T19:28:24.899" v="2097" actId="20577"/>
        <pc:sldMkLst>
          <pc:docMk/>
          <pc:sldMk cId="36716778" sldId="259"/>
        </pc:sldMkLst>
        <pc:spChg chg="mod">
          <ac:chgData name="Devita, Mariano" userId="790ddd12-d095-4063-9590-047d0ef1fce2" providerId="ADAL" clId="{CCBA6F51-92DE-43A8-901F-B14A75114952}" dt="2026-05-01T12:02:14.911" v="1532" actId="6549"/>
          <ac:spMkLst>
            <pc:docMk/>
            <pc:sldMk cId="36716778" sldId="259"/>
            <ac:spMk id="20" creationId="{D1502F9D-F0CB-9AAB-E3DE-5E21FEAEC70A}"/>
          </ac:spMkLst>
        </pc:spChg>
      </pc:sldChg>
      <pc:sldChg chg="delSp modSp mod ord">
        <pc:chgData name="Devita, Mariano" userId="790ddd12-d095-4063-9590-047d0ef1fce2" providerId="ADAL" clId="{CCBA6F51-92DE-43A8-901F-B14A75114952}" dt="2026-04-18T14:40:54.886" v="1219"/>
        <pc:sldMkLst>
          <pc:docMk/>
          <pc:sldMk cId="1043087789" sldId="260"/>
        </pc:sldMkLst>
        <pc:spChg chg="mod">
          <ac:chgData name="Devita, Mariano" userId="790ddd12-d095-4063-9590-047d0ef1fce2" providerId="ADAL" clId="{CCBA6F51-92DE-43A8-901F-B14A75114952}" dt="2026-04-18T14:40:54.886" v="1219"/>
          <ac:spMkLst>
            <pc:docMk/>
            <pc:sldMk cId="1043087789" sldId="260"/>
            <ac:spMk id="4" creationId="{2444AE63-B0E9-70F7-79F1-6DDE8E2D49B4}"/>
          </ac:spMkLst>
        </pc:spChg>
      </pc:sldChg>
      <pc:sldChg chg="addSp delSp modSp mod">
        <pc:chgData name="Devita, Mariano" userId="790ddd12-d095-4063-9590-047d0ef1fce2" providerId="ADAL" clId="{CCBA6F51-92DE-43A8-901F-B14A75114952}" dt="2026-05-01T10:40:59.102" v="1501" actId="114"/>
        <pc:sldMkLst>
          <pc:docMk/>
          <pc:sldMk cId="3088391572" sldId="262"/>
        </pc:sldMkLst>
        <pc:spChg chg="mod">
          <ac:chgData name="Devita, Mariano" userId="790ddd12-d095-4063-9590-047d0ef1fce2" providerId="ADAL" clId="{CCBA6F51-92DE-43A8-901F-B14A75114952}" dt="2026-05-01T10:38:51.512" v="1489" actId="1076"/>
          <ac:spMkLst>
            <pc:docMk/>
            <pc:sldMk cId="3088391572" sldId="262"/>
            <ac:spMk id="2" creationId="{A24EBC41-9B71-D040-510B-4601E940FA86}"/>
          </ac:spMkLst>
        </pc:spChg>
        <pc:spChg chg="mod">
          <ac:chgData name="Devita, Mariano" userId="790ddd12-d095-4063-9590-047d0ef1fce2" providerId="ADAL" clId="{CCBA6F51-92DE-43A8-901F-B14A75114952}" dt="2026-05-01T10:40:59.102" v="1501" actId="114"/>
          <ac:spMkLst>
            <pc:docMk/>
            <pc:sldMk cId="3088391572" sldId="262"/>
            <ac:spMk id="3" creationId="{93C1C5D6-63C3-FEAC-218B-45E81FA68767}"/>
          </ac:spMkLst>
        </pc:spChg>
        <pc:spChg chg="mod">
          <ac:chgData name="Devita, Mariano" userId="790ddd12-d095-4063-9590-047d0ef1fce2" providerId="ADAL" clId="{CCBA6F51-92DE-43A8-901F-B14A75114952}" dt="2026-04-18T14:09:31.048" v="396" actId="20577"/>
          <ac:spMkLst>
            <pc:docMk/>
            <pc:sldMk cId="3088391572" sldId="262"/>
            <ac:spMk id="4" creationId="{113BBD36-4921-483B-7A82-A5B52FF49D68}"/>
          </ac:spMkLst>
        </pc:spChg>
        <pc:spChg chg="mod">
          <ac:chgData name="Devita, Mariano" userId="790ddd12-d095-4063-9590-047d0ef1fce2" providerId="ADAL" clId="{CCBA6F51-92DE-43A8-901F-B14A75114952}" dt="2026-04-18T14:23:32.549" v="781" actId="14100"/>
          <ac:spMkLst>
            <pc:docMk/>
            <pc:sldMk cId="3088391572" sldId="262"/>
            <ac:spMk id="5" creationId="{5CB32052-B882-63A6-CD76-D74ED68285AE}"/>
          </ac:spMkLst>
        </pc:spChg>
        <pc:spChg chg="add mod">
          <ac:chgData name="Devita, Mariano" userId="790ddd12-d095-4063-9590-047d0ef1fce2" providerId="ADAL" clId="{CCBA6F51-92DE-43A8-901F-B14A75114952}" dt="2026-04-18T14:17:50.507" v="712" actId="20577"/>
          <ac:spMkLst>
            <pc:docMk/>
            <pc:sldMk cId="3088391572" sldId="262"/>
            <ac:spMk id="9" creationId="{70B4244C-2B98-48BE-0482-7A286765617F}"/>
          </ac:spMkLst>
        </pc:spChg>
        <pc:spChg chg="mod">
          <ac:chgData name="Devita, Mariano" userId="790ddd12-d095-4063-9590-047d0ef1fce2" providerId="ADAL" clId="{CCBA6F51-92DE-43A8-901F-B14A75114952}" dt="2026-04-18T14:23:14.597" v="780" actId="20577"/>
          <ac:spMkLst>
            <pc:docMk/>
            <pc:sldMk cId="3088391572" sldId="262"/>
            <ac:spMk id="10" creationId="{25B4B691-CE4D-4052-B047-38F08F1E52D3}"/>
          </ac:spMkLst>
        </pc:spChg>
        <pc:spChg chg="add mod">
          <ac:chgData name="Devita, Mariano" userId="790ddd12-d095-4063-9590-047d0ef1fce2" providerId="ADAL" clId="{CCBA6F51-92DE-43A8-901F-B14A75114952}" dt="2026-04-18T14:27:27.960" v="1163" actId="20577"/>
          <ac:spMkLst>
            <pc:docMk/>
            <pc:sldMk cId="3088391572" sldId="262"/>
            <ac:spMk id="11" creationId="{B28115A8-DC59-7EFD-3EA8-BDB9F794B1E6}"/>
          </ac:spMkLst>
        </pc:spChg>
      </pc:sldChg>
      <pc:sldChg chg="modSp mod">
        <pc:chgData name="Devita, Mariano" userId="790ddd12-d095-4063-9590-047d0ef1fce2" providerId="ADAL" clId="{CCBA6F51-92DE-43A8-901F-B14A75114952}" dt="2026-04-20T20:45:25.644" v="1327" actId="20577"/>
        <pc:sldMkLst>
          <pc:docMk/>
          <pc:sldMk cId="451311008" sldId="263"/>
        </pc:sldMkLst>
      </pc:sldChg>
      <pc:sldChg chg="modSp">
        <pc:chgData name="Devita, Mariano" userId="790ddd12-d095-4063-9590-047d0ef1fce2" providerId="ADAL" clId="{CCBA6F51-92DE-43A8-901F-B14A75114952}" dt="2026-04-18T14:21:56.234" v="714"/>
        <pc:sldMkLst>
          <pc:docMk/>
          <pc:sldMk cId="2642345643" sldId="266"/>
        </pc:sldMkLst>
        <pc:spChg chg="mod">
          <ac:chgData name="Devita, Mariano" userId="790ddd12-d095-4063-9590-047d0ef1fce2" providerId="ADAL" clId="{CCBA6F51-92DE-43A8-901F-B14A75114952}" dt="2026-04-18T14:21:56.234" v="714"/>
          <ac:spMkLst>
            <pc:docMk/>
            <pc:sldMk cId="2642345643" sldId="266"/>
            <ac:spMk id="6" creationId="{63678043-2F32-6582-D59F-E9059AD0EF13}"/>
          </ac:spMkLst>
        </pc:spChg>
      </pc:sldChg>
      <pc:sldChg chg="modSp mod">
        <pc:chgData name="Devita, Mariano" userId="790ddd12-d095-4063-9590-047d0ef1fce2" providerId="ADAL" clId="{CCBA6F51-92DE-43A8-901F-B14A75114952}" dt="2026-04-18T13:36:09.896" v="351" actId="14100"/>
        <pc:sldMkLst>
          <pc:docMk/>
          <pc:sldMk cId="2112972116" sldId="269"/>
        </pc:sldMkLst>
        <pc:spChg chg="mod">
          <ac:chgData name="Devita, Mariano" userId="790ddd12-d095-4063-9590-047d0ef1fce2" providerId="ADAL" clId="{CCBA6F51-92DE-43A8-901F-B14A75114952}" dt="2026-04-18T13:36:09.896" v="351" actId="14100"/>
          <ac:spMkLst>
            <pc:docMk/>
            <pc:sldMk cId="2112972116" sldId="269"/>
            <ac:spMk id="13" creationId="{0F7EEB9B-2B2D-E0EB-0E46-A932323D6A0B}"/>
          </ac:spMkLst>
        </pc:spChg>
      </pc:sldChg>
      <pc:sldChg chg="modSp">
        <pc:chgData name="Devita, Mariano" userId="790ddd12-d095-4063-9590-047d0ef1fce2" providerId="ADAL" clId="{CCBA6F51-92DE-43A8-901F-B14A75114952}" dt="2026-04-18T13:34:55.695" v="337" actId="114"/>
        <pc:sldMkLst>
          <pc:docMk/>
          <pc:sldMk cId="3697573161" sldId="270"/>
        </pc:sldMkLst>
        <pc:spChg chg="mod">
          <ac:chgData name="Devita, Mariano" userId="790ddd12-d095-4063-9590-047d0ef1fce2" providerId="ADAL" clId="{CCBA6F51-92DE-43A8-901F-B14A75114952}" dt="2026-04-18T13:34:55.695" v="337" actId="114"/>
          <ac:spMkLst>
            <pc:docMk/>
            <pc:sldMk cId="3697573161" sldId="270"/>
            <ac:spMk id="2" creationId="{375F63D9-67A5-E954-97EA-CA97D93A0941}"/>
          </ac:spMkLst>
        </pc:spChg>
        <pc:spChg chg="mod">
          <ac:chgData name="Devita, Mariano" userId="790ddd12-d095-4063-9590-047d0ef1fce2" providerId="ADAL" clId="{CCBA6F51-92DE-43A8-901F-B14A75114952}" dt="2026-04-18T13:34:55.695" v="337" actId="114"/>
          <ac:spMkLst>
            <pc:docMk/>
            <pc:sldMk cId="3697573161" sldId="270"/>
            <ac:spMk id="7" creationId="{4BD92CBB-79E6-EF90-C812-E92A278345FF}"/>
          </ac:spMkLst>
        </pc:spChg>
        <pc:spChg chg="mod">
          <ac:chgData name="Devita, Mariano" userId="790ddd12-d095-4063-9590-047d0ef1fce2" providerId="ADAL" clId="{CCBA6F51-92DE-43A8-901F-B14A75114952}" dt="2026-04-18T13:34:55.695" v="337" actId="114"/>
          <ac:spMkLst>
            <pc:docMk/>
            <pc:sldMk cId="3697573161" sldId="270"/>
            <ac:spMk id="9" creationId="{0CCF02E7-1C6B-DDA6-1B7B-0A68C6EAB303}"/>
          </ac:spMkLst>
        </pc:spChg>
        <pc:spChg chg="mod">
          <ac:chgData name="Devita, Mariano" userId="790ddd12-d095-4063-9590-047d0ef1fce2" providerId="ADAL" clId="{CCBA6F51-92DE-43A8-901F-B14A75114952}" dt="2026-04-18T13:34:55.695" v="337" actId="114"/>
          <ac:spMkLst>
            <pc:docMk/>
            <pc:sldMk cId="3697573161" sldId="270"/>
            <ac:spMk id="10" creationId="{2E4ECCFA-5C49-F87A-0138-AC83F65EB421}"/>
          </ac:spMkLst>
        </pc:spChg>
        <pc:spChg chg="mod">
          <ac:chgData name="Devita, Mariano" userId="790ddd12-d095-4063-9590-047d0ef1fce2" providerId="ADAL" clId="{CCBA6F51-92DE-43A8-901F-B14A75114952}" dt="2026-04-18T13:34:55.695" v="337" actId="114"/>
          <ac:spMkLst>
            <pc:docMk/>
            <pc:sldMk cId="3697573161" sldId="270"/>
            <ac:spMk id="11" creationId="{B2130673-A38C-E957-07FD-EF131322098B}"/>
          </ac:spMkLst>
        </pc:spChg>
      </pc:sldChg>
      <pc:sldChg chg="modSp mod">
        <pc:chgData name="Devita, Mariano" userId="790ddd12-d095-4063-9590-047d0ef1fce2" providerId="ADAL" clId="{CCBA6F51-92DE-43A8-901F-B14A75114952}" dt="2026-04-18T13:34:43.170" v="335" actId="1076"/>
        <pc:sldMkLst>
          <pc:docMk/>
          <pc:sldMk cId="3602756881" sldId="271"/>
        </pc:sldMkLst>
        <pc:spChg chg="mod">
          <ac:chgData name="Devita, Mariano" userId="790ddd12-d095-4063-9590-047d0ef1fce2" providerId="ADAL" clId="{CCBA6F51-92DE-43A8-901F-B14A75114952}" dt="2026-04-18T13:34:43.170" v="335" actId="1076"/>
          <ac:spMkLst>
            <pc:docMk/>
            <pc:sldMk cId="3602756881" sldId="271"/>
            <ac:spMk id="5" creationId="{C3B13475-EC22-20B7-4D76-3DD0E22D8B2B}"/>
          </ac:spMkLst>
        </pc:spChg>
        <pc:spChg chg="mod">
          <ac:chgData name="Devita, Mariano" userId="790ddd12-d095-4063-9590-047d0ef1fce2" providerId="ADAL" clId="{CCBA6F51-92DE-43A8-901F-B14A75114952}" dt="2026-04-18T13:34:43.170" v="335" actId="1076"/>
          <ac:spMkLst>
            <pc:docMk/>
            <pc:sldMk cId="3602756881" sldId="271"/>
            <ac:spMk id="6" creationId="{B8B4D16A-BCF5-7C70-8DC0-F7F80D1A1380}"/>
          </ac:spMkLst>
        </pc:spChg>
        <pc:spChg chg="mod">
          <ac:chgData name="Devita, Mariano" userId="790ddd12-d095-4063-9590-047d0ef1fce2" providerId="ADAL" clId="{CCBA6F51-92DE-43A8-901F-B14A75114952}" dt="2026-04-18T13:33:44.336" v="332" actId="114"/>
          <ac:spMkLst>
            <pc:docMk/>
            <pc:sldMk cId="3602756881" sldId="271"/>
            <ac:spMk id="11" creationId="{6E0C5165-01B0-89AF-B3F3-48EBA4427291}"/>
          </ac:spMkLst>
        </pc:spChg>
        <pc:spChg chg="mod">
          <ac:chgData name="Devita, Mariano" userId="790ddd12-d095-4063-9590-047d0ef1fce2" providerId="ADAL" clId="{CCBA6F51-92DE-43A8-901F-B14A75114952}" dt="2026-04-18T13:34:43.170" v="335" actId="1076"/>
          <ac:spMkLst>
            <pc:docMk/>
            <pc:sldMk cId="3602756881" sldId="271"/>
            <ac:spMk id="12" creationId="{4CC2030E-C6AD-37CE-389B-743D3B4EB22E}"/>
          </ac:spMkLst>
        </pc:spChg>
        <pc:spChg chg="mod">
          <ac:chgData name="Devita, Mariano" userId="790ddd12-d095-4063-9590-047d0ef1fce2" providerId="ADAL" clId="{CCBA6F51-92DE-43A8-901F-B14A75114952}" dt="2026-04-18T13:34:43.170" v="335" actId="1076"/>
          <ac:spMkLst>
            <pc:docMk/>
            <pc:sldMk cId="3602756881" sldId="271"/>
            <ac:spMk id="13" creationId="{65C2844F-97D5-B8E4-3437-785D395B474B}"/>
          </ac:spMkLst>
        </pc:spChg>
        <pc:spChg chg="mod">
          <ac:chgData name="Devita, Mariano" userId="790ddd12-d095-4063-9590-047d0ef1fce2" providerId="ADAL" clId="{CCBA6F51-92DE-43A8-901F-B14A75114952}" dt="2026-04-18T13:34:43.170" v="335" actId="1076"/>
          <ac:spMkLst>
            <pc:docMk/>
            <pc:sldMk cId="3602756881" sldId="271"/>
            <ac:spMk id="14" creationId="{3A5837DA-6DF9-5CCC-3D41-B49C09A4AE96}"/>
          </ac:spMkLst>
        </pc:spChg>
        <pc:spChg chg="mod">
          <ac:chgData name="Devita, Mariano" userId="790ddd12-d095-4063-9590-047d0ef1fce2" providerId="ADAL" clId="{CCBA6F51-92DE-43A8-901F-B14A75114952}" dt="2026-04-18T13:33:44.336" v="332" actId="114"/>
          <ac:spMkLst>
            <pc:docMk/>
            <pc:sldMk cId="3602756881" sldId="271"/>
            <ac:spMk id="15" creationId="{9CA8FD69-B437-8315-AFCE-B98C8AEC694F}"/>
          </ac:spMkLst>
        </pc:spChg>
        <pc:cxnChg chg="mod">
          <ac:chgData name="Devita, Mariano" userId="790ddd12-d095-4063-9590-047d0ef1fce2" providerId="ADAL" clId="{CCBA6F51-92DE-43A8-901F-B14A75114952}" dt="2026-04-18T13:33:44.336" v="332" actId="114"/>
          <ac:cxnSpMkLst>
            <pc:docMk/>
            <pc:sldMk cId="3602756881" sldId="271"/>
            <ac:cxnSpMk id="16" creationId="{A17BF774-5020-AB0A-2CFF-57272F3396FE}"/>
          </ac:cxnSpMkLst>
        </pc:cxnChg>
      </pc:sldChg>
      <pc:sldChg chg="modSp">
        <pc:chgData name="Devita, Mariano" userId="790ddd12-d095-4063-9590-047d0ef1fce2" providerId="ADAL" clId="{CCBA6F51-92DE-43A8-901F-B14A75114952}" dt="2026-04-18T13:33:09.788" v="330" actId="114"/>
        <pc:sldMkLst>
          <pc:docMk/>
          <pc:sldMk cId="6178563" sldId="272"/>
        </pc:sldMkLst>
        <pc:spChg chg="mod">
          <ac:chgData name="Devita, Mariano" userId="790ddd12-d095-4063-9590-047d0ef1fce2" providerId="ADAL" clId="{CCBA6F51-92DE-43A8-901F-B14A75114952}" dt="2026-04-18T13:33:04.812" v="328" actId="20577"/>
          <ac:spMkLst>
            <pc:docMk/>
            <pc:sldMk cId="6178563" sldId="272"/>
            <ac:spMk id="8" creationId="{1482E473-A06B-D0C5-EA70-97E5A08BACB4}"/>
          </ac:spMkLst>
        </pc:spChg>
        <pc:spChg chg="mod">
          <ac:chgData name="Devita, Mariano" userId="790ddd12-d095-4063-9590-047d0ef1fce2" providerId="ADAL" clId="{CCBA6F51-92DE-43A8-901F-B14A75114952}" dt="2026-04-18T13:32:52.635" v="325" actId="114"/>
          <ac:spMkLst>
            <pc:docMk/>
            <pc:sldMk cId="6178563" sldId="272"/>
            <ac:spMk id="15" creationId="{12AA0124-F01F-B02E-5A5F-87CE8258FAF4}"/>
          </ac:spMkLst>
        </pc:spChg>
        <pc:spChg chg="mod">
          <ac:chgData name="Devita, Mariano" userId="790ddd12-d095-4063-9590-047d0ef1fce2" providerId="ADAL" clId="{CCBA6F51-92DE-43A8-901F-B14A75114952}" dt="2026-04-18T13:33:09.788" v="330" actId="114"/>
          <ac:spMkLst>
            <pc:docMk/>
            <pc:sldMk cId="6178563" sldId="272"/>
            <ac:spMk id="21" creationId="{286D1827-8ADA-EDAA-B91F-297C78E248BA}"/>
          </ac:spMkLst>
        </pc:spChg>
      </pc:sldChg>
      <pc:sldChg chg="addSp delSp modSp new mod ord">
        <pc:chgData name="Devita, Mariano" userId="790ddd12-d095-4063-9590-047d0ef1fce2" providerId="ADAL" clId="{CCBA6F51-92DE-43A8-901F-B14A75114952}" dt="2026-05-08T15:54:57.705" v="1994" actId="20577"/>
        <pc:sldMkLst>
          <pc:docMk/>
          <pc:sldMk cId="65182198" sldId="273"/>
        </pc:sldMkLst>
        <pc:spChg chg="mod">
          <ac:chgData name="Devita, Mariano" userId="790ddd12-d095-4063-9590-047d0ef1fce2" providerId="ADAL" clId="{CCBA6F51-92DE-43A8-901F-B14A75114952}" dt="2026-05-01T10:46:07.467" v="1507" actId="1076"/>
          <ac:spMkLst>
            <pc:docMk/>
            <pc:sldMk cId="65182198" sldId="273"/>
            <ac:spMk id="3" creationId="{BD313070-83F8-53BE-4928-F083C10DD590}"/>
          </ac:spMkLst>
        </pc:spChg>
        <pc:spChg chg="add mod">
          <ac:chgData name="Devita, Mariano" userId="790ddd12-d095-4063-9590-047d0ef1fce2" providerId="ADAL" clId="{CCBA6F51-92DE-43A8-901F-B14A75114952}" dt="2026-05-08T15:53:58.889" v="1980" actId="20577"/>
          <ac:spMkLst>
            <pc:docMk/>
            <pc:sldMk cId="65182198" sldId="273"/>
            <ac:spMk id="6" creationId="{1FE83C01-2B27-C61B-F231-7508D429D641}"/>
          </ac:spMkLst>
        </pc:spChg>
        <pc:spChg chg="add mod">
          <ac:chgData name="Devita, Mariano" userId="790ddd12-d095-4063-9590-047d0ef1fce2" providerId="ADAL" clId="{CCBA6F51-92DE-43A8-901F-B14A75114952}" dt="2026-05-08T15:54:29.413" v="1986" actId="20577"/>
          <ac:spMkLst>
            <pc:docMk/>
            <pc:sldMk cId="65182198" sldId="273"/>
            <ac:spMk id="10" creationId="{C64E7089-8343-A902-D594-F12BE7C86DE5}"/>
          </ac:spMkLst>
        </pc:spChg>
        <pc:spChg chg="add mod">
          <ac:chgData name="Devita, Mariano" userId="790ddd12-d095-4063-9590-047d0ef1fce2" providerId="ADAL" clId="{CCBA6F51-92DE-43A8-901F-B14A75114952}" dt="2026-05-08T15:54:33.475" v="1987" actId="20577"/>
          <ac:spMkLst>
            <pc:docMk/>
            <pc:sldMk cId="65182198" sldId="273"/>
            <ac:spMk id="11" creationId="{CFFBB0EF-65FD-AEAD-6ECD-D951E1C283BD}"/>
          </ac:spMkLst>
        </pc:spChg>
        <pc:spChg chg="add mod">
          <ac:chgData name="Devita, Mariano" userId="790ddd12-d095-4063-9590-047d0ef1fce2" providerId="ADAL" clId="{CCBA6F51-92DE-43A8-901F-B14A75114952}" dt="2026-05-08T15:54:37.447" v="1988" actId="20577"/>
          <ac:spMkLst>
            <pc:docMk/>
            <pc:sldMk cId="65182198" sldId="273"/>
            <ac:spMk id="12" creationId="{15371CD7-BAB6-EF32-8751-3730AE203485}"/>
          </ac:spMkLst>
        </pc:spChg>
        <pc:spChg chg="add mod">
          <ac:chgData name="Devita, Mariano" userId="790ddd12-d095-4063-9590-047d0ef1fce2" providerId="ADAL" clId="{CCBA6F51-92DE-43A8-901F-B14A75114952}" dt="2026-04-18T13:29:36.359" v="261" actId="1076"/>
          <ac:spMkLst>
            <pc:docMk/>
            <pc:sldMk cId="65182198" sldId="273"/>
            <ac:spMk id="13" creationId="{4067EDB5-29F3-5901-9AE3-A8BB9761F279}"/>
          </ac:spMkLst>
        </pc:spChg>
        <pc:spChg chg="add mod">
          <ac:chgData name="Devita, Mariano" userId="790ddd12-d095-4063-9590-047d0ef1fce2" providerId="ADAL" clId="{CCBA6F51-92DE-43A8-901F-B14A75114952}" dt="2026-04-18T13:29:47.042" v="262" actId="1076"/>
          <ac:spMkLst>
            <pc:docMk/>
            <pc:sldMk cId="65182198" sldId="273"/>
            <ac:spMk id="15" creationId="{978EA72C-1833-5BEB-6116-5C45BC12DCF2}"/>
          </ac:spMkLst>
        </pc:spChg>
        <pc:spChg chg="add mod">
          <ac:chgData name="Devita, Mariano" userId="790ddd12-d095-4063-9590-047d0ef1fce2" providerId="ADAL" clId="{CCBA6F51-92DE-43A8-901F-B14A75114952}" dt="2026-05-08T15:54:45.339" v="1990" actId="20577"/>
          <ac:spMkLst>
            <pc:docMk/>
            <pc:sldMk cId="65182198" sldId="273"/>
            <ac:spMk id="17" creationId="{7C025658-192D-EB8F-B126-BD40F16478F4}"/>
          </ac:spMkLst>
        </pc:spChg>
        <pc:spChg chg="add mod">
          <ac:chgData name="Devita, Mariano" userId="790ddd12-d095-4063-9590-047d0ef1fce2" providerId="ADAL" clId="{CCBA6F51-92DE-43A8-901F-B14A75114952}" dt="2026-05-01T10:43:49.019" v="1505" actId="1076"/>
          <ac:spMkLst>
            <pc:docMk/>
            <pc:sldMk cId="65182198" sldId="273"/>
            <ac:spMk id="18" creationId="{D6A5917E-B0F3-F9B8-061E-8FC3937FCFFF}"/>
          </ac:spMkLst>
        </pc:spChg>
        <pc:spChg chg="add mod">
          <ac:chgData name="Devita, Mariano" userId="790ddd12-d095-4063-9590-047d0ef1fce2" providerId="ADAL" clId="{CCBA6F51-92DE-43A8-901F-B14A75114952}" dt="2026-05-01T10:43:28.696" v="1503" actId="12789"/>
          <ac:spMkLst>
            <pc:docMk/>
            <pc:sldMk cId="65182198" sldId="273"/>
            <ac:spMk id="19" creationId="{D201478E-6243-0DF7-B9D2-65B86C19E58F}"/>
          </ac:spMkLst>
        </pc:spChg>
        <pc:spChg chg="add mod">
          <ac:chgData name="Devita, Mariano" userId="790ddd12-d095-4063-9590-047d0ef1fce2" providerId="ADAL" clId="{CCBA6F51-92DE-43A8-901F-B14A75114952}" dt="2026-05-08T15:54:52.076" v="1992" actId="20577"/>
          <ac:spMkLst>
            <pc:docMk/>
            <pc:sldMk cId="65182198" sldId="273"/>
            <ac:spMk id="20" creationId="{D8C88ED2-E046-4D45-0158-BF14383925D2}"/>
          </ac:spMkLst>
        </pc:spChg>
        <pc:spChg chg="add mod">
          <ac:chgData name="Devita, Mariano" userId="790ddd12-d095-4063-9590-047d0ef1fce2" providerId="ADAL" clId="{CCBA6F51-92DE-43A8-901F-B14A75114952}" dt="2026-04-18T13:29:36.359" v="261" actId="1076"/>
          <ac:spMkLst>
            <pc:docMk/>
            <pc:sldMk cId="65182198" sldId="273"/>
            <ac:spMk id="21" creationId="{8A6E0104-F1C6-5D3D-F740-C40CC3E0117D}"/>
          </ac:spMkLst>
        </pc:spChg>
        <pc:spChg chg="add mod">
          <ac:chgData name="Devita, Mariano" userId="790ddd12-d095-4063-9590-047d0ef1fce2" providerId="ADAL" clId="{CCBA6F51-92DE-43A8-901F-B14A75114952}" dt="2026-04-18T13:29:36.359" v="261" actId="1076"/>
          <ac:spMkLst>
            <pc:docMk/>
            <pc:sldMk cId="65182198" sldId="273"/>
            <ac:spMk id="22" creationId="{6DB28C07-75AA-D021-F555-298B0EB8D510}"/>
          </ac:spMkLst>
        </pc:spChg>
        <pc:spChg chg="add mod">
          <ac:chgData name="Devita, Mariano" userId="790ddd12-d095-4063-9590-047d0ef1fce2" providerId="ADAL" clId="{CCBA6F51-92DE-43A8-901F-B14A75114952}" dt="2026-05-08T15:54:57.705" v="1994" actId="20577"/>
          <ac:spMkLst>
            <pc:docMk/>
            <pc:sldMk cId="65182198" sldId="273"/>
            <ac:spMk id="23" creationId="{17C747E2-CF0D-C97E-BFDD-163BAF672DEE}"/>
          </ac:spMkLst>
        </pc:spChg>
        <pc:spChg chg="add mod">
          <ac:chgData name="Devita, Mariano" userId="790ddd12-d095-4063-9590-047d0ef1fce2" providerId="ADAL" clId="{CCBA6F51-92DE-43A8-901F-B14A75114952}" dt="2026-05-08T15:54:07.765" v="1981" actId="20577"/>
          <ac:spMkLst>
            <pc:docMk/>
            <pc:sldMk cId="65182198" sldId="273"/>
            <ac:spMk id="24" creationId="{B31C59DB-B084-DE6C-7932-F6AD21EA87DD}"/>
          </ac:spMkLst>
        </pc:spChg>
        <pc:spChg chg="add mod">
          <ac:chgData name="Devita, Mariano" userId="790ddd12-d095-4063-9590-047d0ef1fce2" providerId="ADAL" clId="{CCBA6F51-92DE-43A8-901F-B14A75114952}" dt="2026-05-08T15:54:13.655" v="1982" actId="20577"/>
          <ac:spMkLst>
            <pc:docMk/>
            <pc:sldMk cId="65182198" sldId="273"/>
            <ac:spMk id="25" creationId="{0D76C89C-5925-5E1B-71D7-268EECC14469}"/>
          </ac:spMkLst>
        </pc:spChg>
        <pc:spChg chg="mod">
          <ac:chgData name="Devita, Mariano" userId="790ddd12-d095-4063-9590-047d0ef1fce2" providerId="ADAL" clId="{CCBA6F51-92DE-43A8-901F-B14A75114952}" dt="2026-05-01T10:43:28.696" v="1503" actId="12789"/>
          <ac:spMkLst>
            <pc:docMk/>
            <pc:sldMk cId="65182198" sldId="273"/>
            <ac:spMk id="26" creationId="{3D19D224-5B3E-F481-9B76-291DD23E5A40}"/>
          </ac:spMkLst>
        </pc:spChg>
        <pc:spChg chg="mod">
          <ac:chgData name="Devita, Mariano" userId="790ddd12-d095-4063-9590-047d0ef1fce2" providerId="ADAL" clId="{CCBA6F51-92DE-43A8-901F-B14A75114952}" dt="2026-05-01T10:43:28.696" v="1503" actId="12789"/>
          <ac:spMkLst>
            <pc:docMk/>
            <pc:sldMk cId="65182198" sldId="273"/>
            <ac:spMk id="32" creationId="{1A1168CC-3615-46F9-6997-B6C83BB82EAD}"/>
          </ac:spMkLst>
        </pc:spChg>
        <pc:cxnChg chg="mod">
          <ac:chgData name="Devita, Mariano" userId="790ddd12-d095-4063-9590-047d0ef1fce2" providerId="ADAL" clId="{CCBA6F51-92DE-43A8-901F-B14A75114952}" dt="2026-05-01T10:49:29.078" v="1513" actId="1076"/>
          <ac:cxnSpMkLst>
            <pc:docMk/>
            <pc:sldMk cId="65182198" sldId="273"/>
            <ac:cxnSpMk id="42" creationId="{A0F17BB7-F14A-403D-A7E2-4ABE67FAB158}"/>
          </ac:cxnSpMkLst>
        </pc:cxnChg>
      </pc:sldChg>
      <pc:sldChg chg="modSp mod">
        <pc:chgData name="Devita, Mariano" userId="790ddd12-d095-4063-9590-047d0ef1fce2" providerId="ADAL" clId="{CCBA6F51-92DE-43A8-901F-B14A75114952}" dt="2026-05-01T11:05:51.755" v="1531" actId="20577"/>
        <pc:sldMkLst>
          <pc:docMk/>
          <pc:sldMk cId="1336501256" sldId="274"/>
        </pc:sldMkLst>
        <pc:spChg chg="mod">
          <ac:chgData name="Devita, Mariano" userId="790ddd12-d095-4063-9590-047d0ef1fce2" providerId="ADAL" clId="{CCBA6F51-92DE-43A8-901F-B14A75114952}" dt="2026-05-01T11:05:51.755" v="1531" actId="20577"/>
          <ac:spMkLst>
            <pc:docMk/>
            <pc:sldMk cId="1336501256" sldId="274"/>
            <ac:spMk id="3" creationId="{EF3BED53-AF9A-333E-A655-F002FEB10205}"/>
          </ac:spMkLst>
        </pc:spChg>
      </pc:sldChg>
      <pc:sldChg chg="modSp mod">
        <pc:chgData name="Devita, Mariano" userId="790ddd12-d095-4063-9590-047d0ef1fce2" providerId="ADAL" clId="{CCBA6F51-92DE-43A8-901F-B14A75114952}" dt="2026-05-08T15:17:06.974" v="1978" actId="20577"/>
        <pc:sldMkLst>
          <pc:docMk/>
          <pc:sldMk cId="1659522194" sldId="287"/>
        </pc:sldMkLst>
        <pc:spChg chg="mod">
          <ac:chgData name="Devita, Mariano" userId="790ddd12-d095-4063-9590-047d0ef1fce2" providerId="ADAL" clId="{CCBA6F51-92DE-43A8-901F-B14A75114952}" dt="2026-05-08T15:17:06.974" v="1978" actId="20577"/>
          <ac:spMkLst>
            <pc:docMk/>
            <pc:sldMk cId="1659522194" sldId="287"/>
            <ac:spMk id="6" creationId="{15073AC5-E830-44E8-CAD1-F25871AE0E6C}"/>
          </ac:spMkLst>
        </pc:spChg>
      </pc:sldChg>
      <pc:sldChg chg="addSp delSp modSp add mod ord">
        <pc:chgData name="Devita, Mariano" userId="790ddd12-d095-4063-9590-047d0ef1fce2" providerId="ADAL" clId="{CCBA6F51-92DE-43A8-901F-B14A75114952}" dt="2026-05-01T12:21:31.208" v="1648" actId="12788"/>
        <pc:sldMkLst>
          <pc:docMk/>
          <pc:sldMk cId="1078624865" sldId="288"/>
        </pc:sldMkLst>
        <pc:spChg chg="mod topLvl">
          <ac:chgData name="Devita, Mariano" userId="790ddd12-d095-4063-9590-047d0ef1fce2" providerId="ADAL" clId="{CCBA6F51-92DE-43A8-901F-B14A75114952}" dt="2026-05-01T12:19:35.010" v="1553" actId="164"/>
          <ac:spMkLst>
            <pc:docMk/>
            <pc:sldMk cId="1078624865" sldId="288"/>
            <ac:spMk id="10" creationId="{2BADB7B2-3939-34E6-78D4-661F73DBA328}"/>
          </ac:spMkLst>
        </pc:spChg>
        <pc:spChg chg="mod topLvl">
          <ac:chgData name="Devita, Mariano" userId="790ddd12-d095-4063-9590-047d0ef1fce2" providerId="ADAL" clId="{CCBA6F51-92DE-43A8-901F-B14A75114952}" dt="2026-05-01T12:19:44.742" v="1554" actId="164"/>
          <ac:spMkLst>
            <pc:docMk/>
            <pc:sldMk cId="1078624865" sldId="288"/>
            <ac:spMk id="11" creationId="{7F788292-7830-7657-5C29-B2ED9673E112}"/>
          </ac:spMkLst>
        </pc:spChg>
        <pc:spChg chg="mod topLvl">
          <ac:chgData name="Devita, Mariano" userId="790ddd12-d095-4063-9590-047d0ef1fce2" providerId="ADAL" clId="{CCBA6F51-92DE-43A8-901F-B14A75114952}" dt="2026-05-01T12:19:44.742" v="1554" actId="164"/>
          <ac:spMkLst>
            <pc:docMk/>
            <pc:sldMk cId="1078624865" sldId="288"/>
            <ac:spMk id="12" creationId="{15C06365-BCB5-72E9-1A80-F24DAE6B6EE9}"/>
          </ac:spMkLst>
        </pc:spChg>
        <pc:spChg chg="mod topLvl">
          <ac:chgData name="Devita, Mariano" userId="790ddd12-d095-4063-9590-047d0ef1fce2" providerId="ADAL" clId="{CCBA6F51-92DE-43A8-901F-B14A75114952}" dt="2026-05-01T12:19:35.010" v="1553" actId="164"/>
          <ac:spMkLst>
            <pc:docMk/>
            <pc:sldMk cId="1078624865" sldId="288"/>
            <ac:spMk id="15" creationId="{6105B5CF-F7C6-B007-294C-F8F90FA0D607}"/>
          </ac:spMkLst>
        </pc:spChg>
        <pc:spChg chg="mod topLvl">
          <ac:chgData name="Devita, Mariano" userId="790ddd12-d095-4063-9590-047d0ef1fce2" providerId="ADAL" clId="{CCBA6F51-92DE-43A8-901F-B14A75114952}" dt="2026-05-01T12:19:44.742" v="1554" actId="164"/>
          <ac:spMkLst>
            <pc:docMk/>
            <pc:sldMk cId="1078624865" sldId="288"/>
            <ac:spMk id="17" creationId="{3A37747D-9C36-FBB1-29F1-604390BC568B}"/>
          </ac:spMkLst>
        </pc:spChg>
        <pc:spChg chg="mod topLvl">
          <ac:chgData name="Devita, Mariano" userId="790ddd12-d095-4063-9590-047d0ef1fce2" providerId="ADAL" clId="{CCBA6F51-92DE-43A8-901F-B14A75114952}" dt="2026-05-01T12:19:44.742" v="1554" actId="164"/>
          <ac:spMkLst>
            <pc:docMk/>
            <pc:sldMk cId="1078624865" sldId="288"/>
            <ac:spMk id="18" creationId="{F6EAB9F4-E76D-8980-7F64-631A56B71EF0}"/>
          </ac:spMkLst>
        </pc:spChg>
        <pc:spChg chg="mod topLvl">
          <ac:chgData name="Devita, Mariano" userId="790ddd12-d095-4063-9590-047d0ef1fce2" providerId="ADAL" clId="{CCBA6F51-92DE-43A8-901F-B14A75114952}" dt="2026-05-01T12:19:35.010" v="1553" actId="164"/>
          <ac:spMkLst>
            <pc:docMk/>
            <pc:sldMk cId="1078624865" sldId="288"/>
            <ac:spMk id="22" creationId="{F0D872E5-A552-F606-C71E-2C3841BD1F86}"/>
          </ac:spMkLst>
        </pc:spChg>
        <pc:spChg chg="mod topLvl">
          <ac:chgData name="Devita, Mariano" userId="790ddd12-d095-4063-9590-047d0ef1fce2" providerId="ADAL" clId="{CCBA6F51-92DE-43A8-901F-B14A75114952}" dt="2026-05-01T12:19:35.010" v="1553" actId="164"/>
          <ac:spMkLst>
            <pc:docMk/>
            <pc:sldMk cId="1078624865" sldId="288"/>
            <ac:spMk id="23" creationId="{B72787E9-BD70-3BC4-FA2A-87956D3B4A1D}"/>
          </ac:spMkLst>
        </pc:spChg>
        <pc:spChg chg="mod topLvl">
          <ac:chgData name="Devita, Mariano" userId="790ddd12-d095-4063-9590-047d0ef1fce2" providerId="ADAL" clId="{CCBA6F51-92DE-43A8-901F-B14A75114952}" dt="2026-05-01T12:20:56.959" v="1645" actId="164"/>
          <ac:spMkLst>
            <pc:docMk/>
            <pc:sldMk cId="1078624865" sldId="288"/>
            <ac:spMk id="27" creationId="{221E94CC-2EBF-E545-EFEA-DA8B497F378E}"/>
          </ac:spMkLst>
        </pc:spChg>
        <pc:spChg chg="mod topLvl">
          <ac:chgData name="Devita, Mariano" userId="790ddd12-d095-4063-9590-047d0ef1fce2" providerId="ADAL" clId="{CCBA6F51-92DE-43A8-901F-B14A75114952}" dt="2026-05-01T12:20:56.959" v="1645" actId="164"/>
          <ac:spMkLst>
            <pc:docMk/>
            <pc:sldMk cId="1078624865" sldId="288"/>
            <ac:spMk id="28" creationId="{74E2A26B-E71F-3922-0A55-1275DF025E98}"/>
          </ac:spMkLst>
        </pc:spChg>
        <pc:spChg chg="mod topLvl">
          <ac:chgData name="Devita, Mariano" userId="790ddd12-d095-4063-9590-047d0ef1fce2" providerId="ADAL" clId="{CCBA6F51-92DE-43A8-901F-B14A75114952}" dt="2026-05-01T12:20:56.959" v="1645" actId="164"/>
          <ac:spMkLst>
            <pc:docMk/>
            <pc:sldMk cId="1078624865" sldId="288"/>
            <ac:spMk id="31" creationId="{2558875B-5AA5-47C4-E157-5BE6E4C43E0D}"/>
          </ac:spMkLst>
        </pc:spChg>
        <pc:spChg chg="mod topLvl">
          <ac:chgData name="Devita, Mariano" userId="790ddd12-d095-4063-9590-047d0ef1fce2" providerId="ADAL" clId="{CCBA6F51-92DE-43A8-901F-B14A75114952}" dt="2026-05-01T12:20:56.959" v="1645" actId="164"/>
          <ac:spMkLst>
            <pc:docMk/>
            <pc:sldMk cId="1078624865" sldId="288"/>
            <ac:spMk id="32" creationId="{9B88BC9E-DE96-2E0D-2E2F-07916654E13C}"/>
          </ac:spMkLst>
        </pc:spChg>
        <pc:grpChg chg="add mod">
          <ac:chgData name="Devita, Mariano" userId="790ddd12-d095-4063-9590-047d0ef1fce2" providerId="ADAL" clId="{CCBA6F51-92DE-43A8-901F-B14A75114952}" dt="2026-05-01T12:21:31.208" v="1648" actId="12788"/>
          <ac:grpSpMkLst>
            <pc:docMk/>
            <pc:sldMk cId="1078624865" sldId="288"/>
            <ac:grpSpMk id="34" creationId="{3B84E243-D117-22A4-1BCC-A9C22D5729E7}"/>
          </ac:grpSpMkLst>
        </pc:grpChg>
        <pc:grpChg chg="add mod">
          <ac:chgData name="Devita, Mariano" userId="790ddd12-d095-4063-9590-047d0ef1fce2" providerId="ADAL" clId="{CCBA6F51-92DE-43A8-901F-B14A75114952}" dt="2026-05-01T12:19:44.742" v="1554" actId="164"/>
          <ac:grpSpMkLst>
            <pc:docMk/>
            <pc:sldMk cId="1078624865" sldId="288"/>
            <ac:grpSpMk id="35" creationId="{4246F240-51B5-37A7-5A74-E37C8EEDAEAA}"/>
          </ac:grpSpMkLst>
        </pc:grpChg>
        <pc:grpChg chg="add mod">
          <ac:chgData name="Devita, Mariano" userId="790ddd12-d095-4063-9590-047d0ef1fce2" providerId="ADAL" clId="{CCBA6F51-92DE-43A8-901F-B14A75114952}" dt="2026-05-01T12:21:31.208" v="1648" actId="12788"/>
          <ac:grpSpMkLst>
            <pc:docMk/>
            <pc:sldMk cId="1078624865" sldId="288"/>
            <ac:grpSpMk id="36" creationId="{6123304B-7651-C4B7-7127-747F5AC6FDC3}"/>
          </ac:grpSpMkLst>
        </pc:grpChg>
        <pc:cxnChg chg="mod topLvl">
          <ac:chgData name="Devita, Mariano" userId="790ddd12-d095-4063-9590-047d0ef1fce2" providerId="ADAL" clId="{CCBA6F51-92DE-43A8-901F-B14A75114952}" dt="2026-05-01T12:19:35.010" v="1553" actId="164"/>
          <ac:cxnSpMkLst>
            <pc:docMk/>
            <pc:sldMk cId="1078624865" sldId="288"/>
            <ac:cxnSpMk id="6" creationId="{1D0B01E7-4935-B6D7-40D9-ADD716F5BAE8}"/>
          </ac:cxnSpMkLst>
        </pc:cxnChg>
        <pc:cxnChg chg="mod topLvl">
          <ac:chgData name="Devita, Mariano" userId="790ddd12-d095-4063-9590-047d0ef1fce2" providerId="ADAL" clId="{CCBA6F51-92DE-43A8-901F-B14A75114952}" dt="2026-05-01T12:19:35.010" v="1553" actId="164"/>
          <ac:cxnSpMkLst>
            <pc:docMk/>
            <pc:sldMk cId="1078624865" sldId="288"/>
            <ac:cxnSpMk id="7" creationId="{5794B573-7283-115C-29D8-F0AA82D4DA1D}"/>
          </ac:cxnSpMkLst>
        </pc:cxnChg>
        <pc:cxnChg chg="mod topLvl">
          <ac:chgData name="Devita, Mariano" userId="790ddd12-d095-4063-9590-047d0ef1fce2" providerId="ADAL" clId="{CCBA6F51-92DE-43A8-901F-B14A75114952}" dt="2026-05-01T12:19:44.742" v="1554" actId="164"/>
          <ac:cxnSpMkLst>
            <pc:docMk/>
            <pc:sldMk cId="1078624865" sldId="288"/>
            <ac:cxnSpMk id="8" creationId="{F42CAB0F-4AAB-DC04-771A-6F4BDF8BB351}"/>
          </ac:cxnSpMkLst>
        </pc:cxnChg>
        <pc:cxnChg chg="mod topLvl">
          <ac:chgData name="Devita, Mariano" userId="790ddd12-d095-4063-9590-047d0ef1fce2" providerId="ADAL" clId="{CCBA6F51-92DE-43A8-901F-B14A75114952}" dt="2026-05-01T12:19:44.742" v="1554" actId="164"/>
          <ac:cxnSpMkLst>
            <pc:docMk/>
            <pc:sldMk cId="1078624865" sldId="288"/>
            <ac:cxnSpMk id="9" creationId="{E0EA0213-86F1-ADD5-4A4B-957F75D9C449}"/>
          </ac:cxnSpMkLst>
        </pc:cxnChg>
        <pc:cxnChg chg="mod ord topLvl">
          <ac:chgData name="Devita, Mariano" userId="790ddd12-d095-4063-9590-047d0ef1fce2" providerId="ADAL" clId="{CCBA6F51-92DE-43A8-901F-B14A75114952}" dt="2026-05-01T12:19:44.742" v="1554" actId="164"/>
          <ac:cxnSpMkLst>
            <pc:docMk/>
            <pc:sldMk cId="1078624865" sldId="288"/>
            <ac:cxnSpMk id="13" creationId="{535965B8-8864-5A45-C89C-6CF20093D57D}"/>
          </ac:cxnSpMkLst>
        </pc:cxnChg>
        <pc:cxnChg chg="mod topLvl">
          <ac:chgData name="Devita, Mariano" userId="790ddd12-d095-4063-9590-047d0ef1fce2" providerId="ADAL" clId="{CCBA6F51-92DE-43A8-901F-B14A75114952}" dt="2026-05-01T12:19:44.742" v="1554" actId="164"/>
          <ac:cxnSpMkLst>
            <pc:docMk/>
            <pc:sldMk cId="1078624865" sldId="288"/>
            <ac:cxnSpMk id="14" creationId="{B8917257-831E-DAB3-B46F-8A85FF0A21D8}"/>
          </ac:cxnSpMkLst>
        </pc:cxnChg>
        <pc:cxnChg chg="mod ord topLvl">
          <ac:chgData name="Devita, Mariano" userId="790ddd12-d095-4063-9590-047d0ef1fce2" providerId="ADAL" clId="{CCBA6F51-92DE-43A8-901F-B14A75114952}" dt="2026-05-01T12:19:35.010" v="1553" actId="164"/>
          <ac:cxnSpMkLst>
            <pc:docMk/>
            <pc:sldMk cId="1078624865" sldId="288"/>
            <ac:cxnSpMk id="16" creationId="{C31FC26B-993F-F676-4E46-51981C5EEEC7}"/>
          </ac:cxnSpMkLst>
        </pc:cxnChg>
        <pc:cxnChg chg="mod topLvl">
          <ac:chgData name="Devita, Mariano" userId="790ddd12-d095-4063-9590-047d0ef1fce2" providerId="ADAL" clId="{CCBA6F51-92DE-43A8-901F-B14A75114952}" dt="2026-05-01T12:19:35.010" v="1553" actId="164"/>
          <ac:cxnSpMkLst>
            <pc:docMk/>
            <pc:sldMk cId="1078624865" sldId="288"/>
            <ac:cxnSpMk id="21" creationId="{CEB37DD4-20E0-F407-2A57-C85067D03D8B}"/>
          </ac:cxnSpMkLst>
        </pc:cxnChg>
        <pc:cxnChg chg="mod topLvl">
          <ac:chgData name="Devita, Mariano" userId="790ddd12-d095-4063-9590-047d0ef1fce2" providerId="ADAL" clId="{CCBA6F51-92DE-43A8-901F-B14A75114952}" dt="2026-05-01T12:20:56.959" v="1645" actId="164"/>
          <ac:cxnSpMkLst>
            <pc:docMk/>
            <pc:sldMk cId="1078624865" sldId="288"/>
            <ac:cxnSpMk id="25" creationId="{82D985E1-A44C-0E5B-640E-45CE5FD06015}"/>
          </ac:cxnSpMkLst>
        </pc:cxnChg>
        <pc:cxnChg chg="mod topLvl">
          <ac:chgData name="Devita, Mariano" userId="790ddd12-d095-4063-9590-047d0ef1fce2" providerId="ADAL" clId="{CCBA6F51-92DE-43A8-901F-B14A75114952}" dt="2026-05-01T12:20:56.959" v="1645" actId="164"/>
          <ac:cxnSpMkLst>
            <pc:docMk/>
            <pc:sldMk cId="1078624865" sldId="288"/>
            <ac:cxnSpMk id="26" creationId="{0391C29A-9D88-05B5-6D60-9195B2B84B93}"/>
          </ac:cxnSpMkLst>
        </pc:cxnChg>
        <pc:cxnChg chg="mod ord topLvl">
          <ac:chgData name="Devita, Mariano" userId="790ddd12-d095-4063-9590-047d0ef1fce2" providerId="ADAL" clId="{CCBA6F51-92DE-43A8-901F-B14A75114952}" dt="2026-05-01T12:20:56.959" v="1645" actId="164"/>
          <ac:cxnSpMkLst>
            <pc:docMk/>
            <pc:sldMk cId="1078624865" sldId="288"/>
            <ac:cxnSpMk id="29" creationId="{0B21C275-0FEA-71C2-D9FB-3AF66E478089}"/>
          </ac:cxnSpMkLst>
        </pc:cxnChg>
        <pc:cxnChg chg="mod topLvl">
          <ac:chgData name="Devita, Mariano" userId="790ddd12-d095-4063-9590-047d0ef1fce2" providerId="ADAL" clId="{CCBA6F51-92DE-43A8-901F-B14A75114952}" dt="2026-05-01T12:20:56.959" v="1645" actId="164"/>
          <ac:cxnSpMkLst>
            <pc:docMk/>
            <pc:sldMk cId="1078624865" sldId="288"/>
            <ac:cxnSpMk id="30" creationId="{B55F288E-7D79-4D1D-2AF2-ADD6C1D76CA8}"/>
          </ac:cxnSpMkLst>
        </pc:cxnChg>
      </pc:sldChg>
      <pc:sldChg chg="addSp delSp modSp add mod">
        <pc:chgData name="Devita, Mariano" userId="790ddd12-d095-4063-9590-047d0ef1fce2" providerId="ADAL" clId="{CCBA6F51-92DE-43A8-901F-B14A75114952}" dt="2026-05-01T18:30:01.569" v="1872" actId="120"/>
        <pc:sldMkLst>
          <pc:docMk/>
          <pc:sldMk cId="1865262064" sldId="289"/>
        </pc:sldMkLst>
        <pc:spChg chg="add mod">
          <ac:chgData name="Devita, Mariano" userId="790ddd12-d095-4063-9590-047d0ef1fce2" providerId="ADAL" clId="{CCBA6F51-92DE-43A8-901F-B14A75114952}" dt="2026-05-01T18:28:06.064" v="1816" actId="20577"/>
          <ac:spMkLst>
            <pc:docMk/>
            <pc:sldMk cId="1865262064" sldId="289"/>
            <ac:spMk id="24" creationId="{74ADF037-9148-81AE-CA7C-7D8F4DCB071C}"/>
          </ac:spMkLst>
        </pc:spChg>
        <pc:spChg chg="add mod">
          <ac:chgData name="Devita, Mariano" userId="790ddd12-d095-4063-9590-047d0ef1fce2" providerId="ADAL" clId="{CCBA6F51-92DE-43A8-901F-B14A75114952}" dt="2026-05-01T18:28:15.655" v="1817" actId="12788"/>
          <ac:spMkLst>
            <pc:docMk/>
            <pc:sldMk cId="1865262064" sldId="289"/>
            <ac:spMk id="33" creationId="{F608511F-BA0E-7F4D-4440-26E5603A2BDB}"/>
          </ac:spMkLst>
        </pc:spChg>
        <pc:spChg chg="add mod">
          <ac:chgData name="Devita, Mariano" userId="790ddd12-d095-4063-9590-047d0ef1fce2" providerId="ADAL" clId="{CCBA6F51-92DE-43A8-901F-B14A75114952}" dt="2026-05-01T18:30:01.569" v="1872" actId="120"/>
          <ac:spMkLst>
            <pc:docMk/>
            <pc:sldMk cId="1865262064" sldId="289"/>
            <ac:spMk id="37" creationId="{6C8EC47E-28BD-573B-B29F-8D8E31A7CAEF}"/>
          </ac:spMkLst>
        </pc:spChg>
        <pc:picChg chg="mod">
          <ac:chgData name="Devita, Mariano" userId="790ddd12-d095-4063-9590-047d0ef1fce2" providerId="ADAL" clId="{CCBA6F51-92DE-43A8-901F-B14A75114952}" dt="2026-05-01T18:28:58.542" v="1818" actId="14826"/>
          <ac:picMkLst>
            <pc:docMk/>
            <pc:sldMk cId="1865262064" sldId="289"/>
            <ac:picMk id="4" creationId="{A92A8539-D524-0019-511E-7CCD7322CB82}"/>
          </ac:picMkLst>
        </pc:picChg>
        <pc:picChg chg="mod">
          <ac:chgData name="Devita, Mariano" userId="790ddd12-d095-4063-9590-047d0ef1fce2" providerId="ADAL" clId="{CCBA6F51-92DE-43A8-901F-B14A75114952}" dt="2026-05-01T18:28:15.655" v="1817" actId="12788"/>
          <ac:picMkLst>
            <pc:docMk/>
            <pc:sldMk cId="1865262064" sldId="289"/>
            <ac:picMk id="19" creationId="{C7A63CEC-FA70-3E3C-D8C5-50C27A4AC215}"/>
          </ac:picMkLst>
        </pc:picChg>
      </pc:sldChg>
      <pc:sldChg chg="addSp delSp modSp add mod">
        <pc:chgData name="Devita, Mariano" userId="790ddd12-d095-4063-9590-047d0ef1fce2" providerId="ADAL" clId="{CCBA6F51-92DE-43A8-901F-B14A75114952}" dt="2026-05-01T18:30:27.098" v="1888" actId="20577"/>
        <pc:sldMkLst>
          <pc:docMk/>
          <pc:sldMk cId="3367127760" sldId="290"/>
        </pc:sldMkLst>
        <pc:spChg chg="add mod">
          <ac:chgData name="Devita, Mariano" userId="790ddd12-d095-4063-9590-047d0ef1fce2" providerId="ADAL" clId="{CCBA6F51-92DE-43A8-901F-B14A75114952}" dt="2026-05-01T18:30:27.098" v="1888" actId="20577"/>
          <ac:spMkLst>
            <pc:docMk/>
            <pc:sldMk cId="3367127760" sldId="290"/>
            <ac:spMk id="6" creationId="{EDDEF28B-CBDC-F97C-A81A-05938E7AAA31}"/>
          </ac:spMkLst>
        </pc:spChg>
        <pc:picChg chg="mod">
          <ac:chgData name="Devita, Mariano" userId="790ddd12-d095-4063-9590-047d0ef1fce2" providerId="ADAL" clId="{CCBA6F51-92DE-43A8-901F-B14A75114952}" dt="2026-05-01T18:19:19.711" v="1678" actId="1076"/>
          <ac:picMkLst>
            <pc:docMk/>
            <pc:sldMk cId="3367127760" sldId="290"/>
            <ac:picMk id="19" creationId="{2A65197A-67B8-7F3B-2D04-71E21CC46A5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A23384-5EE5-4CB5-9D5D-FCE48CF34B54}" type="datetimeFigureOut">
              <a:rPr lang="es-AR" smtClean="0"/>
              <a:t>12/5/2026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FD6F28-6B8B-4B26-A2BC-83661054027C}" type="slidenum">
              <a:rPr lang="es-AR" smtClean="0"/>
              <a:t>‹Nº›</a:t>
            </a:fld>
            <a:endParaRPr lang="es-AR"/>
          </a:p>
        </p:txBody>
      </p:sp>
    </p:spTree>
    <p:extLst>
      <p:ext uri="{BB962C8B-B14F-4D97-AF65-F5344CB8AC3E}">
        <p14:creationId xmlns:p14="http://schemas.microsoft.com/office/powerpoint/2010/main" val="2951856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Básicamente, el dinero es cualquier cosa que cumpla tres funciones fundamentales, es decir que, para que algo sea dinero se debe:</a:t>
            </a:r>
          </a:p>
          <a:p>
            <a:pPr marL="285750" indent="-285750">
              <a:buFont typeface="Arial" panose="020B0604020202020204" pitchFamily="34" charset="0"/>
              <a:buChar char="•"/>
            </a:pPr>
            <a:r>
              <a:rPr lang="es-AR" dirty="0"/>
              <a:t>utilizar como medio de pago</a:t>
            </a:r>
          </a:p>
          <a:p>
            <a:pPr marL="285750" indent="-285750">
              <a:buFont typeface="Arial" panose="020B0604020202020204" pitchFamily="34" charset="0"/>
              <a:buChar char="•"/>
            </a:pPr>
            <a:r>
              <a:rPr lang="es-AR" dirty="0"/>
              <a:t>utilizar como unidad de medida</a:t>
            </a:r>
          </a:p>
          <a:p>
            <a:pPr marL="285750" indent="-285750">
              <a:buFont typeface="Arial" panose="020B0604020202020204" pitchFamily="34" charset="0"/>
              <a:buChar char="•"/>
            </a:pPr>
            <a:r>
              <a:rPr lang="es-AR" dirty="0"/>
              <a:t>utilizar como resguardo de valor</a:t>
            </a:r>
          </a:p>
          <a:p>
            <a:endParaRPr lang="es-AR" dirty="0"/>
          </a:p>
          <a:p>
            <a:r>
              <a:rPr lang="es-AR" dirty="0"/>
              <a:t>La oferta de esa cosa constituye la oferta de dinero. En un pasado fue la sal, aleaciones de metales o metales puros, era mayormente billetes y monedas y, actualmente son los billetes y monedas que conocemos (papel impreso por un ente autorizado y monedas de aleación también acuñadas por ese ente) junto con otros activos financieros.</a:t>
            </a:r>
          </a:p>
          <a:p>
            <a:endParaRPr lang="es-AR" dirty="0"/>
          </a:p>
          <a:p>
            <a:r>
              <a:rPr lang="es-AR" dirty="0"/>
              <a:t>Los objetos que hoy se utilizan como dinero cumplen dichas funciones en menor o mayor medida: se utiliza un objeto para algunas transacciones y otro objeto para otras, se utiliza un objeto como unidad de cuenta de algunas cosas y otro objeto para otras cosas, y algunos objetos son más populares que otros como resguardo de valor.</a:t>
            </a:r>
          </a:p>
        </p:txBody>
      </p:sp>
      <p:sp>
        <p:nvSpPr>
          <p:cNvPr id="4" name="Marcador de número de diapositiva 3"/>
          <p:cNvSpPr>
            <a:spLocks noGrp="1"/>
          </p:cNvSpPr>
          <p:nvPr>
            <p:ph type="sldNum" sz="quarter" idx="5"/>
          </p:nvPr>
        </p:nvSpPr>
        <p:spPr/>
        <p:txBody>
          <a:bodyPr/>
          <a:lstStyle/>
          <a:p>
            <a:fld id="{E4FD6F28-6B8B-4B26-A2BC-83661054027C}" type="slidenum">
              <a:rPr lang="es-AR" smtClean="0"/>
              <a:t>9</a:t>
            </a:fld>
            <a:endParaRPr lang="es-AR"/>
          </a:p>
        </p:txBody>
      </p:sp>
    </p:spTree>
    <p:extLst>
      <p:ext uri="{BB962C8B-B14F-4D97-AF65-F5344CB8AC3E}">
        <p14:creationId xmlns:p14="http://schemas.microsoft.com/office/powerpoint/2010/main" val="3192197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0FBD-DFC9-8BD8-529F-0D7E72D67DE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519DD4-9D3C-9523-AB08-2F34AA9AA80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59BAC3-7892-FA3E-7CB1-49187C148626}"/>
              </a:ext>
            </a:extLst>
          </p:cNvPr>
          <p:cNvSpPr>
            <a:spLocks noGrp="1"/>
          </p:cNvSpPr>
          <p:nvPr>
            <p:ph type="body" idx="1"/>
          </p:nvPr>
        </p:nvSpPr>
        <p:spPr/>
        <p:txBody>
          <a:bodyPr/>
          <a:lstStyle/>
          <a:p>
            <a:r>
              <a:rPr lang="es-AR" dirty="0"/>
              <a:t>Básicamente, el dinero es cualquier cosa que cumpla tres funciones fundamentales, es decir que, para que algo sea dinero se debe:</a:t>
            </a:r>
          </a:p>
          <a:p>
            <a:pPr marL="285750" indent="-285750">
              <a:buFont typeface="Arial" panose="020B0604020202020204" pitchFamily="34" charset="0"/>
              <a:buChar char="•"/>
            </a:pPr>
            <a:r>
              <a:rPr lang="es-AR" dirty="0"/>
              <a:t>utilizar como medio de pago</a:t>
            </a:r>
          </a:p>
          <a:p>
            <a:pPr marL="285750" indent="-285750">
              <a:buFont typeface="Arial" panose="020B0604020202020204" pitchFamily="34" charset="0"/>
              <a:buChar char="•"/>
            </a:pPr>
            <a:r>
              <a:rPr lang="es-AR" dirty="0"/>
              <a:t>utilizar como unidad de medida</a:t>
            </a:r>
          </a:p>
          <a:p>
            <a:pPr marL="285750" indent="-285750">
              <a:buFont typeface="Arial" panose="020B0604020202020204" pitchFamily="34" charset="0"/>
              <a:buChar char="•"/>
            </a:pPr>
            <a:r>
              <a:rPr lang="es-AR" dirty="0"/>
              <a:t>utilizar como resguardo de valor</a:t>
            </a:r>
          </a:p>
          <a:p>
            <a:endParaRPr lang="es-AR" dirty="0"/>
          </a:p>
          <a:p>
            <a:r>
              <a:rPr lang="es-AR" dirty="0"/>
              <a:t>La oferta de esa cosa constituye la oferta de dinero. En un pasado fue la sal, aleaciones de metales o metales puros, era mayormente billetes y monedas y, actualmente son los billetes y monedas que conocemos (papel impreso por un ente autorizado y monedas de aleación también acuñadas por ese ente) junto con otros activos financieros.</a:t>
            </a:r>
          </a:p>
          <a:p>
            <a:endParaRPr lang="es-AR" dirty="0"/>
          </a:p>
          <a:p>
            <a:r>
              <a:rPr lang="es-AR" dirty="0"/>
              <a:t>Los objetos que hoy se utilizan como dinero cumplen dichas funciones en menor o mayor medida: se utiliza un objeto para algunas transacciones y otro objeto para otras, se utiliza un objeto como unidad de cuenta de algunas cosas y otro objeto para otras cosas, y algunos objetos son más populares que otros como resguardo de valor.</a:t>
            </a:r>
          </a:p>
        </p:txBody>
      </p:sp>
      <p:sp>
        <p:nvSpPr>
          <p:cNvPr id="4" name="Marcador de número de diapositiva 3">
            <a:extLst>
              <a:ext uri="{FF2B5EF4-FFF2-40B4-BE49-F238E27FC236}">
                <a16:creationId xmlns:a16="http://schemas.microsoft.com/office/drawing/2014/main" id="{7EDF83AB-EE8E-0662-D110-007AA2502C31}"/>
              </a:ext>
            </a:extLst>
          </p:cNvPr>
          <p:cNvSpPr>
            <a:spLocks noGrp="1"/>
          </p:cNvSpPr>
          <p:nvPr>
            <p:ph type="sldNum" sz="quarter" idx="5"/>
          </p:nvPr>
        </p:nvSpPr>
        <p:spPr/>
        <p:txBody>
          <a:bodyPr/>
          <a:lstStyle/>
          <a:p>
            <a:fld id="{E4FD6F28-6B8B-4B26-A2BC-83661054027C}" type="slidenum">
              <a:rPr lang="es-AR" smtClean="0"/>
              <a:t>10</a:t>
            </a:fld>
            <a:endParaRPr lang="es-AR" dirty="0"/>
          </a:p>
        </p:txBody>
      </p:sp>
    </p:spTree>
    <p:extLst>
      <p:ext uri="{BB962C8B-B14F-4D97-AF65-F5344CB8AC3E}">
        <p14:creationId xmlns:p14="http://schemas.microsoft.com/office/powerpoint/2010/main" val="1961527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54296-8FBD-EBF0-ADBA-D55FD049E6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0159B8A-3C3B-5D23-7D68-76663679C3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95F134-B8D0-4EF6-7151-1E9B33BD39E6}"/>
              </a:ext>
            </a:extLst>
          </p:cNvPr>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a:extLst>
              <a:ext uri="{FF2B5EF4-FFF2-40B4-BE49-F238E27FC236}">
                <a16:creationId xmlns:a16="http://schemas.microsoft.com/office/drawing/2014/main" id="{87C0F267-00A8-2928-317D-47964B85FF5A}"/>
              </a:ext>
            </a:extLst>
          </p:cNvPr>
          <p:cNvSpPr>
            <a:spLocks noGrp="1"/>
          </p:cNvSpPr>
          <p:nvPr>
            <p:ph type="sldNum" sz="quarter" idx="5"/>
          </p:nvPr>
        </p:nvSpPr>
        <p:spPr/>
        <p:txBody>
          <a:bodyPr/>
          <a:lstStyle/>
          <a:p>
            <a:fld id="{E4FD6F28-6B8B-4B26-A2BC-83661054027C}" type="slidenum">
              <a:rPr lang="es-AR" smtClean="0"/>
              <a:t>11</a:t>
            </a:fld>
            <a:endParaRPr lang="es-AR"/>
          </a:p>
        </p:txBody>
      </p:sp>
    </p:spTree>
    <p:extLst>
      <p:ext uri="{BB962C8B-B14F-4D97-AF65-F5344CB8AC3E}">
        <p14:creationId xmlns:p14="http://schemas.microsoft.com/office/powerpoint/2010/main" val="2566992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2975D-D717-3760-6D32-3D9AFD30C37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848D33-B582-9B3B-8716-D7D39F6F8A7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E36D10F-F285-3979-AB55-791D524AB0A5}"/>
              </a:ext>
            </a:extLst>
          </p:cNvPr>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a:extLst>
              <a:ext uri="{FF2B5EF4-FFF2-40B4-BE49-F238E27FC236}">
                <a16:creationId xmlns:a16="http://schemas.microsoft.com/office/drawing/2014/main" id="{76D62F73-15BF-3D96-B4C0-D817A201D74B}"/>
              </a:ext>
            </a:extLst>
          </p:cNvPr>
          <p:cNvSpPr>
            <a:spLocks noGrp="1"/>
          </p:cNvSpPr>
          <p:nvPr>
            <p:ph type="sldNum" sz="quarter" idx="5"/>
          </p:nvPr>
        </p:nvSpPr>
        <p:spPr/>
        <p:txBody>
          <a:bodyPr/>
          <a:lstStyle/>
          <a:p>
            <a:fld id="{E4FD6F28-6B8B-4B26-A2BC-83661054027C}" type="slidenum">
              <a:rPr lang="es-AR" smtClean="0"/>
              <a:t>12</a:t>
            </a:fld>
            <a:endParaRPr lang="es-AR"/>
          </a:p>
        </p:txBody>
      </p:sp>
    </p:spTree>
    <p:extLst>
      <p:ext uri="{BB962C8B-B14F-4D97-AF65-F5344CB8AC3E}">
        <p14:creationId xmlns:p14="http://schemas.microsoft.com/office/powerpoint/2010/main" val="1008358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77D2D-FCA3-F1BB-A37E-130C6254E9A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0991EEC-B86B-C4CB-6FF4-C57780F5FBD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5BB008-10B5-D30E-3A43-07CC885048EC}"/>
              </a:ext>
            </a:extLst>
          </p:cNvPr>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a:extLst>
              <a:ext uri="{FF2B5EF4-FFF2-40B4-BE49-F238E27FC236}">
                <a16:creationId xmlns:a16="http://schemas.microsoft.com/office/drawing/2014/main" id="{A8736D86-612B-2693-E8C3-806F653D519E}"/>
              </a:ext>
            </a:extLst>
          </p:cNvPr>
          <p:cNvSpPr>
            <a:spLocks noGrp="1"/>
          </p:cNvSpPr>
          <p:nvPr>
            <p:ph type="sldNum" sz="quarter" idx="5"/>
          </p:nvPr>
        </p:nvSpPr>
        <p:spPr/>
        <p:txBody>
          <a:bodyPr/>
          <a:lstStyle/>
          <a:p>
            <a:fld id="{E4FD6F28-6B8B-4B26-A2BC-83661054027C}" type="slidenum">
              <a:rPr lang="es-AR" smtClean="0"/>
              <a:t>13</a:t>
            </a:fld>
            <a:endParaRPr lang="es-AR"/>
          </a:p>
        </p:txBody>
      </p:sp>
    </p:spTree>
    <p:extLst>
      <p:ext uri="{BB962C8B-B14F-4D97-AF65-F5344CB8AC3E}">
        <p14:creationId xmlns:p14="http://schemas.microsoft.com/office/powerpoint/2010/main" val="913580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p:cNvSpPr>
            <a:spLocks noGrp="1"/>
          </p:cNvSpPr>
          <p:nvPr>
            <p:ph type="sldNum" sz="quarter" idx="5"/>
          </p:nvPr>
        </p:nvSpPr>
        <p:spPr/>
        <p:txBody>
          <a:bodyPr/>
          <a:lstStyle/>
          <a:p>
            <a:fld id="{E4FD6F28-6B8B-4B26-A2BC-83661054027C}" type="slidenum">
              <a:rPr lang="es-AR" smtClean="0"/>
              <a:t>14</a:t>
            </a:fld>
            <a:endParaRPr lang="es-AR"/>
          </a:p>
        </p:txBody>
      </p:sp>
    </p:spTree>
    <p:extLst>
      <p:ext uri="{BB962C8B-B14F-4D97-AF65-F5344CB8AC3E}">
        <p14:creationId xmlns:p14="http://schemas.microsoft.com/office/powerpoint/2010/main" val="2096903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877EA-494D-1F37-BFC6-86268147FF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4C4451-A814-0663-ECC6-A561525F28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A53FFEC-1E96-0CC7-333C-98DB18C04A73}"/>
              </a:ext>
            </a:extLst>
          </p:cNvPr>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a:extLst>
              <a:ext uri="{FF2B5EF4-FFF2-40B4-BE49-F238E27FC236}">
                <a16:creationId xmlns:a16="http://schemas.microsoft.com/office/drawing/2014/main" id="{3082D003-A89F-ACBF-25D2-DCFA63A4C84B}"/>
              </a:ext>
            </a:extLst>
          </p:cNvPr>
          <p:cNvSpPr>
            <a:spLocks noGrp="1"/>
          </p:cNvSpPr>
          <p:nvPr>
            <p:ph type="sldNum" sz="quarter" idx="5"/>
          </p:nvPr>
        </p:nvSpPr>
        <p:spPr/>
        <p:txBody>
          <a:bodyPr/>
          <a:lstStyle/>
          <a:p>
            <a:fld id="{E4FD6F28-6B8B-4B26-A2BC-83661054027C}" type="slidenum">
              <a:rPr lang="es-AR" smtClean="0"/>
              <a:t>15</a:t>
            </a:fld>
            <a:endParaRPr lang="es-AR"/>
          </a:p>
        </p:txBody>
      </p:sp>
    </p:spTree>
    <p:extLst>
      <p:ext uri="{BB962C8B-B14F-4D97-AF65-F5344CB8AC3E}">
        <p14:creationId xmlns:p14="http://schemas.microsoft.com/office/powerpoint/2010/main" val="1166357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D4316-FC9F-252A-8385-DAAD1FEB070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681E45-2EBB-E584-571E-455DD91D992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C48EC6-B74A-DD08-518C-3DBFB73A7DCB}"/>
              </a:ext>
            </a:extLst>
          </p:cNvPr>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a:extLst>
              <a:ext uri="{FF2B5EF4-FFF2-40B4-BE49-F238E27FC236}">
                <a16:creationId xmlns:a16="http://schemas.microsoft.com/office/drawing/2014/main" id="{21005876-B410-4407-19C7-F900F72A1868}"/>
              </a:ext>
            </a:extLst>
          </p:cNvPr>
          <p:cNvSpPr>
            <a:spLocks noGrp="1"/>
          </p:cNvSpPr>
          <p:nvPr>
            <p:ph type="sldNum" sz="quarter" idx="5"/>
          </p:nvPr>
        </p:nvSpPr>
        <p:spPr/>
        <p:txBody>
          <a:bodyPr/>
          <a:lstStyle/>
          <a:p>
            <a:fld id="{E4FD6F28-6B8B-4B26-A2BC-83661054027C}" type="slidenum">
              <a:rPr lang="es-AR" smtClean="0"/>
              <a:t>16</a:t>
            </a:fld>
            <a:endParaRPr lang="es-AR"/>
          </a:p>
        </p:txBody>
      </p:sp>
    </p:spTree>
    <p:extLst>
      <p:ext uri="{BB962C8B-B14F-4D97-AF65-F5344CB8AC3E}">
        <p14:creationId xmlns:p14="http://schemas.microsoft.com/office/powerpoint/2010/main" val="3120956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903B0-52FB-0AB3-BC13-C9EA004769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E38343-8755-4C7C-8110-95B2D87633C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46EE07A-8425-115D-9E84-2ACA6D1E5116}"/>
              </a:ext>
            </a:extLst>
          </p:cNvPr>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a:extLst>
              <a:ext uri="{FF2B5EF4-FFF2-40B4-BE49-F238E27FC236}">
                <a16:creationId xmlns:a16="http://schemas.microsoft.com/office/drawing/2014/main" id="{5F8C01F4-5C6F-6FE4-6EBC-149EA071C17F}"/>
              </a:ext>
            </a:extLst>
          </p:cNvPr>
          <p:cNvSpPr>
            <a:spLocks noGrp="1"/>
          </p:cNvSpPr>
          <p:nvPr>
            <p:ph type="sldNum" sz="quarter" idx="5"/>
          </p:nvPr>
        </p:nvSpPr>
        <p:spPr/>
        <p:txBody>
          <a:bodyPr/>
          <a:lstStyle/>
          <a:p>
            <a:fld id="{E4FD6F28-6B8B-4B26-A2BC-83661054027C}" type="slidenum">
              <a:rPr lang="es-AR" smtClean="0"/>
              <a:t>17</a:t>
            </a:fld>
            <a:endParaRPr lang="es-AR"/>
          </a:p>
        </p:txBody>
      </p:sp>
    </p:spTree>
    <p:extLst>
      <p:ext uri="{BB962C8B-B14F-4D97-AF65-F5344CB8AC3E}">
        <p14:creationId xmlns:p14="http://schemas.microsoft.com/office/powerpoint/2010/main" val="105803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58E3C-7200-F650-496B-C0920A553B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ED4F1E-4965-C197-671E-01E9FC21466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D103BF-BE4A-3C3A-E1B7-63B674089D86}"/>
              </a:ext>
            </a:extLst>
          </p:cNvPr>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a:extLst>
              <a:ext uri="{FF2B5EF4-FFF2-40B4-BE49-F238E27FC236}">
                <a16:creationId xmlns:a16="http://schemas.microsoft.com/office/drawing/2014/main" id="{3F904569-4FD5-719C-ADBA-7DE4B95D4303}"/>
              </a:ext>
            </a:extLst>
          </p:cNvPr>
          <p:cNvSpPr>
            <a:spLocks noGrp="1"/>
          </p:cNvSpPr>
          <p:nvPr>
            <p:ph type="sldNum" sz="quarter" idx="5"/>
          </p:nvPr>
        </p:nvSpPr>
        <p:spPr/>
        <p:txBody>
          <a:bodyPr/>
          <a:lstStyle/>
          <a:p>
            <a:fld id="{E4FD6F28-6B8B-4B26-A2BC-83661054027C}" type="slidenum">
              <a:rPr lang="es-AR" smtClean="0"/>
              <a:t>18</a:t>
            </a:fld>
            <a:endParaRPr lang="es-AR"/>
          </a:p>
        </p:txBody>
      </p:sp>
    </p:spTree>
    <p:extLst>
      <p:ext uri="{BB962C8B-B14F-4D97-AF65-F5344CB8AC3E}">
        <p14:creationId xmlns:p14="http://schemas.microsoft.com/office/powerpoint/2010/main" val="3387624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548FC-1A88-F36F-2910-30E8D83EEAF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EF34F7-745C-0160-6426-8F4C52A745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25009D-3F93-4498-849C-507991CCED62}"/>
              </a:ext>
            </a:extLst>
          </p:cNvPr>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a:extLst>
              <a:ext uri="{FF2B5EF4-FFF2-40B4-BE49-F238E27FC236}">
                <a16:creationId xmlns:a16="http://schemas.microsoft.com/office/drawing/2014/main" id="{F1551139-B3C1-A584-4A07-FAB260B3A20C}"/>
              </a:ext>
            </a:extLst>
          </p:cNvPr>
          <p:cNvSpPr>
            <a:spLocks noGrp="1"/>
          </p:cNvSpPr>
          <p:nvPr>
            <p:ph type="sldNum" sz="quarter" idx="5"/>
          </p:nvPr>
        </p:nvSpPr>
        <p:spPr/>
        <p:txBody>
          <a:bodyPr/>
          <a:lstStyle/>
          <a:p>
            <a:fld id="{E4FD6F28-6B8B-4B26-A2BC-83661054027C}" type="slidenum">
              <a:rPr lang="es-AR" smtClean="0"/>
              <a:t>19</a:t>
            </a:fld>
            <a:endParaRPr lang="es-AR"/>
          </a:p>
        </p:txBody>
      </p:sp>
    </p:spTree>
    <p:extLst>
      <p:ext uri="{BB962C8B-B14F-4D97-AF65-F5344CB8AC3E}">
        <p14:creationId xmlns:p14="http://schemas.microsoft.com/office/powerpoint/2010/main" val="1927598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CEEE0-2BD7-7441-D5E1-10EFCA9E5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2A35C7-89D4-D43B-9626-EE9E9B3A0B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52B5065-3BF6-3074-A877-DAA6CA4A78A5}"/>
              </a:ext>
            </a:extLst>
          </p:cNvPr>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a:extLst>
              <a:ext uri="{FF2B5EF4-FFF2-40B4-BE49-F238E27FC236}">
                <a16:creationId xmlns:a16="http://schemas.microsoft.com/office/drawing/2014/main" id="{7AAB3F40-FEA6-5616-49A8-DE9126BC2AAC}"/>
              </a:ext>
            </a:extLst>
          </p:cNvPr>
          <p:cNvSpPr>
            <a:spLocks noGrp="1"/>
          </p:cNvSpPr>
          <p:nvPr>
            <p:ph type="sldNum" sz="quarter" idx="5"/>
          </p:nvPr>
        </p:nvSpPr>
        <p:spPr/>
        <p:txBody>
          <a:bodyPr/>
          <a:lstStyle/>
          <a:p>
            <a:fld id="{E4FD6F28-6B8B-4B26-A2BC-83661054027C}" type="slidenum">
              <a:rPr lang="es-AR" smtClean="0"/>
              <a:t>20</a:t>
            </a:fld>
            <a:endParaRPr lang="es-AR"/>
          </a:p>
        </p:txBody>
      </p:sp>
    </p:spTree>
    <p:extLst>
      <p:ext uri="{BB962C8B-B14F-4D97-AF65-F5344CB8AC3E}">
        <p14:creationId xmlns:p14="http://schemas.microsoft.com/office/powerpoint/2010/main" val="35173399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F217F-82BC-A4F7-EF30-DDA56B5333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A563D6B-A258-E721-83D7-98B35A87F37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534BCB-74AF-62E1-CC2F-4D5BF86F31AA}"/>
              </a:ext>
            </a:extLst>
          </p:cNvPr>
          <p:cNvSpPr>
            <a:spLocks noGrp="1"/>
          </p:cNvSpPr>
          <p:nvPr>
            <p:ph type="body" idx="1"/>
          </p:nvPr>
        </p:nvSpPr>
        <p:spPr/>
        <p:txBody>
          <a:bodyPr/>
          <a:lstStyle/>
          <a:p>
            <a:r>
              <a:rPr lang="es-AR" dirty="0"/>
              <a:t>En economía, oferta de dinero se refiere normalmente a su utilidad para hacer transacciones.</a:t>
            </a:r>
          </a:p>
          <a:p>
            <a:endParaRPr lang="es-AR" dirty="0"/>
          </a:p>
          <a:p>
            <a:r>
              <a:rPr lang="es-AR" dirty="0"/>
              <a:t>Que el dinero sea medio de cambio y unidad de valor nos indica qué entregar o recibir en una transacción (medio de cambio) y cuánto (unidad de cuenta). La reserva de valor se puede interpretar como medio de pago diferido aunque haya otros activos que cumplan mejor esta función.</a:t>
            </a:r>
          </a:p>
          <a:p>
            <a:endParaRPr lang="es-AR" dirty="0"/>
          </a:p>
          <a:p>
            <a:r>
              <a:rPr lang="es-AR" dirty="0"/>
              <a:t>En otras palabras, entendemos que es el objeto que se puede utilizar para adquirir bienes o servicios y existen diferentes grados: hay formas de dinero que permiten hacer las transacciones con mayor velocidad. Así el efectivo permite hacer transacciones inmediatamente, y los depósitos a plazo fijo permitirán hacer transacciones cuando venzan.</a:t>
            </a:r>
          </a:p>
          <a:p>
            <a:endParaRPr lang="es-AR" dirty="0"/>
          </a:p>
          <a:p>
            <a:r>
              <a:rPr lang="es-AR" dirty="0"/>
              <a:t>De ahí que la oferta de dinero sea el efectivo o el circulante, y el dinero depositado en cuentas corrientes y cajas de ahorro.</a:t>
            </a:r>
          </a:p>
        </p:txBody>
      </p:sp>
      <p:sp>
        <p:nvSpPr>
          <p:cNvPr id="4" name="Marcador de número de diapositiva 3">
            <a:extLst>
              <a:ext uri="{FF2B5EF4-FFF2-40B4-BE49-F238E27FC236}">
                <a16:creationId xmlns:a16="http://schemas.microsoft.com/office/drawing/2014/main" id="{A9A38838-46AC-459D-EB30-330402F94A3A}"/>
              </a:ext>
            </a:extLst>
          </p:cNvPr>
          <p:cNvSpPr>
            <a:spLocks noGrp="1"/>
          </p:cNvSpPr>
          <p:nvPr>
            <p:ph type="sldNum" sz="quarter" idx="5"/>
          </p:nvPr>
        </p:nvSpPr>
        <p:spPr/>
        <p:txBody>
          <a:bodyPr/>
          <a:lstStyle/>
          <a:p>
            <a:fld id="{E4FD6F28-6B8B-4B26-A2BC-83661054027C}" type="slidenum">
              <a:rPr lang="es-AR" smtClean="0"/>
              <a:t>21</a:t>
            </a:fld>
            <a:endParaRPr lang="es-AR"/>
          </a:p>
        </p:txBody>
      </p:sp>
    </p:spTree>
    <p:extLst>
      <p:ext uri="{BB962C8B-B14F-4D97-AF65-F5344CB8AC3E}">
        <p14:creationId xmlns:p14="http://schemas.microsoft.com/office/powerpoint/2010/main" val="317468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A1=(1+i)A0</a:t>
            </a:r>
          </a:p>
          <a:p>
            <a:r>
              <a:rPr lang="es-AR" dirty="0"/>
              <a:t>A1/P1=(1+i)A0/P1</a:t>
            </a:r>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A1/P1=(1+i)A0/P0.P0/P1</a:t>
            </a:r>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A1/P1=(1+i)/(1+p)A0/P0</a:t>
            </a:r>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A1/P1/A0/P0=(1+i)/(1+p)</a:t>
            </a:r>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1+r=(1+i)/(1+p)</a:t>
            </a:r>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1+i=(1+</a:t>
            </a:r>
            <a:r>
              <a:rPr lang="es-AR"/>
              <a:t>r)(</a:t>
            </a:r>
            <a:r>
              <a:rPr lang="es-AR" dirty="0"/>
              <a:t>1+p)</a:t>
            </a:r>
          </a:p>
        </p:txBody>
      </p:sp>
      <p:sp>
        <p:nvSpPr>
          <p:cNvPr id="4" name="Marcador de número de diapositiva 3"/>
          <p:cNvSpPr>
            <a:spLocks noGrp="1"/>
          </p:cNvSpPr>
          <p:nvPr>
            <p:ph type="sldNum" sz="quarter" idx="5"/>
          </p:nvPr>
        </p:nvSpPr>
        <p:spPr/>
        <p:txBody>
          <a:bodyPr/>
          <a:lstStyle/>
          <a:p>
            <a:fld id="{E4FD6F28-6B8B-4B26-A2BC-83661054027C}" type="slidenum">
              <a:rPr lang="es-AR" smtClean="0"/>
              <a:t>22</a:t>
            </a:fld>
            <a:endParaRPr lang="es-AR"/>
          </a:p>
        </p:txBody>
      </p:sp>
    </p:spTree>
    <p:extLst>
      <p:ext uri="{BB962C8B-B14F-4D97-AF65-F5344CB8AC3E}">
        <p14:creationId xmlns:p14="http://schemas.microsoft.com/office/powerpoint/2010/main" val="1329674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EC28A-FE7E-3F02-0D9C-7D7BAB16F18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99D036A2-4B85-BDC7-AE89-E19F3EAE9A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9F959D2F-471D-B8BA-BAC3-16933C271C2A}"/>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5" name="Marcador de pie de página 4">
            <a:extLst>
              <a:ext uri="{FF2B5EF4-FFF2-40B4-BE49-F238E27FC236}">
                <a16:creationId xmlns:a16="http://schemas.microsoft.com/office/drawing/2014/main" id="{D3B78831-6208-AB73-F309-C88BF308ED62}"/>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82033EF-BBB6-C09B-4FC6-A0BE9E1E7C73}"/>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422907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FE2A1E-341D-A5DA-9417-6D6A54E6C250}"/>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DC368ECA-D459-B9A1-B4C2-140F8ADFEE0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40E543A-4174-C7EC-3FAB-D77574533095}"/>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5" name="Marcador de pie de página 4">
            <a:extLst>
              <a:ext uri="{FF2B5EF4-FFF2-40B4-BE49-F238E27FC236}">
                <a16:creationId xmlns:a16="http://schemas.microsoft.com/office/drawing/2014/main" id="{440FE798-248D-E18A-4168-B29C249C3A07}"/>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48C9DA81-F207-9597-C7D4-9A16407AD92E}"/>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615652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F65763-9293-2E5F-DF38-02E2E06D0F2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D06AEED9-0FDB-9523-3868-A47EEE9727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0FE00A3-C711-CEB5-728F-A3723D2F2FEA}"/>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5" name="Marcador de pie de página 4">
            <a:extLst>
              <a:ext uri="{FF2B5EF4-FFF2-40B4-BE49-F238E27FC236}">
                <a16:creationId xmlns:a16="http://schemas.microsoft.com/office/drawing/2014/main" id="{D73FCF2D-BFF5-DD20-AFE5-E77F4103C001}"/>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7140EA85-59D8-B812-5337-EAF250E444A3}"/>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112395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511D9F-C745-EC47-CA9B-6246739060D8}"/>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905FCAA3-E966-5B4E-DDF4-8F1900C802F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5142DCE2-4256-143D-8DEE-35C97BAE4EB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ED8E6FF2-B83A-A2F2-BB25-0A3FF91E8137}"/>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6" name="Marcador de pie de página 5">
            <a:extLst>
              <a:ext uri="{FF2B5EF4-FFF2-40B4-BE49-F238E27FC236}">
                <a16:creationId xmlns:a16="http://schemas.microsoft.com/office/drawing/2014/main" id="{0A31BCAA-80FD-D553-AF31-78C9B7AD0BC4}"/>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FFF5D1C8-A848-DD72-494C-90C74EF6CCCA}"/>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2141800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A957B-E46E-E2E0-63E8-87F63D42D40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004D6FB9-1C42-407B-11F4-69AAEEF2FD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59C4FE5-38F4-B512-0453-E3B1E8D9EEB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7B9677D4-090B-EA12-2A45-3D54397340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0A7254D-F23D-248A-9D9E-9C51EBC6269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4BBE3A72-E313-7388-3A7E-4C9D5B25CD02}"/>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8" name="Marcador de pie de página 7">
            <a:extLst>
              <a:ext uri="{FF2B5EF4-FFF2-40B4-BE49-F238E27FC236}">
                <a16:creationId xmlns:a16="http://schemas.microsoft.com/office/drawing/2014/main" id="{89BC6961-4418-27A5-615D-B66632A63849}"/>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23CABF86-8C66-CB3B-1D6C-0AC7717CDD7F}"/>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1938576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581417-3911-A09B-1E43-C5FDA6B76699}"/>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B89BA087-DCF5-B057-3EAC-D94428AE4B7A}"/>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4" name="Marcador de pie de página 3">
            <a:extLst>
              <a:ext uri="{FF2B5EF4-FFF2-40B4-BE49-F238E27FC236}">
                <a16:creationId xmlns:a16="http://schemas.microsoft.com/office/drawing/2014/main" id="{80F63AFE-6442-5647-A49E-FA49ADA772B7}"/>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49B0DF9D-B59B-3442-82E1-DB4E97967D44}"/>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2537972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126301E-C340-8278-416A-E391DFCC7954}"/>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3" name="Marcador de pie de página 2">
            <a:extLst>
              <a:ext uri="{FF2B5EF4-FFF2-40B4-BE49-F238E27FC236}">
                <a16:creationId xmlns:a16="http://schemas.microsoft.com/office/drawing/2014/main" id="{4D49ACC0-4604-20A5-2BDD-7D265627095C}"/>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661BD4EE-E15F-0E0A-9161-AA0D300D35F1}"/>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1680695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B67CD6-5BD0-9CD0-6C81-B868C562399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E777DA56-72E5-7BE3-AF8A-4F1AA240F8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1E4F8FB7-6554-8FB8-5C23-7629AF56FD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662C2D1-EF23-2995-BC0C-60A0D21AC168}"/>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6" name="Marcador de pie de página 5">
            <a:extLst>
              <a:ext uri="{FF2B5EF4-FFF2-40B4-BE49-F238E27FC236}">
                <a16:creationId xmlns:a16="http://schemas.microsoft.com/office/drawing/2014/main" id="{CB3613AA-B232-9D96-0C36-4051789CE887}"/>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44570AFD-181F-08C7-70CF-DFF878754CB1}"/>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2712717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289594-B0E5-CC9B-9C64-74D974E554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AFD61E3C-22BE-6B1E-2940-7D1A8EFF7D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6A5093CF-4111-4C20-E8B3-EF1EE96F21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BAD0F78-D3D0-EDB2-3585-605C56BCB5E9}"/>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6" name="Marcador de pie de página 5">
            <a:extLst>
              <a:ext uri="{FF2B5EF4-FFF2-40B4-BE49-F238E27FC236}">
                <a16:creationId xmlns:a16="http://schemas.microsoft.com/office/drawing/2014/main" id="{7A074540-9F05-C672-76C8-59169249AF90}"/>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CDB977B-CC49-AEA1-1B4E-5CE96EEE5614}"/>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1263127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D6F5A1-19FA-4C1B-BCA0-E4C0B3527581}"/>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46BD73A4-1E79-6FC3-A4C0-F094F8BA224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5ED1401-4604-04FB-C9AB-35DA7C573376}"/>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5" name="Marcador de pie de página 4">
            <a:extLst>
              <a:ext uri="{FF2B5EF4-FFF2-40B4-BE49-F238E27FC236}">
                <a16:creationId xmlns:a16="http://schemas.microsoft.com/office/drawing/2014/main" id="{53FDF17B-4077-49EE-F426-8767DA9D054E}"/>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69C56C4A-E111-F5DC-D333-79286364F68A}"/>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17657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D3EED01-02BF-8EDB-F8AD-19E2AC19C0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16757620-D0E2-5A24-7121-29958E0054B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D761C011-85EC-1883-0949-C24D8C8767A0}"/>
              </a:ext>
            </a:extLst>
          </p:cNvPr>
          <p:cNvSpPr>
            <a:spLocks noGrp="1"/>
          </p:cNvSpPr>
          <p:nvPr>
            <p:ph type="dt" sz="half" idx="10"/>
          </p:nvPr>
        </p:nvSpPr>
        <p:spPr/>
        <p:txBody>
          <a:bodyPr/>
          <a:lstStyle/>
          <a:p>
            <a:fld id="{4135D385-4FAF-4E4E-BA82-36905E5B7CC6}" type="datetimeFigureOut">
              <a:rPr lang="es-AR" smtClean="0"/>
              <a:t>12/5/2026</a:t>
            </a:fld>
            <a:endParaRPr lang="es-AR"/>
          </a:p>
        </p:txBody>
      </p:sp>
      <p:sp>
        <p:nvSpPr>
          <p:cNvPr id="5" name="Marcador de pie de página 4">
            <a:extLst>
              <a:ext uri="{FF2B5EF4-FFF2-40B4-BE49-F238E27FC236}">
                <a16:creationId xmlns:a16="http://schemas.microsoft.com/office/drawing/2014/main" id="{2266744F-AC74-F6F6-22E7-30469F154A06}"/>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3FEDCCA4-3E09-FE90-94A8-6125CC3E59C2}"/>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3035965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7769E58-255B-3C8D-BBBD-94BD18D4C4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40AE9FA9-9D74-33E8-49F8-65EEC8E6E6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73232F81-9F2E-BC49-68A9-877B13735F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35D385-4FAF-4E4E-BA82-36905E5B7CC6}" type="datetimeFigureOut">
              <a:rPr lang="es-AR" smtClean="0"/>
              <a:t>12/5/2026</a:t>
            </a:fld>
            <a:endParaRPr lang="es-AR"/>
          </a:p>
        </p:txBody>
      </p:sp>
      <p:sp>
        <p:nvSpPr>
          <p:cNvPr id="5" name="Marcador de pie de página 4">
            <a:extLst>
              <a:ext uri="{FF2B5EF4-FFF2-40B4-BE49-F238E27FC236}">
                <a16:creationId xmlns:a16="http://schemas.microsoft.com/office/drawing/2014/main" id="{04C7078C-C3D8-14C0-4017-59A410B2D2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44CB9734-5701-2561-F450-C4BF3136E7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9646AF-F29B-4072-BFC1-F830832FF4CC}" type="slidenum">
              <a:rPr lang="es-AR" smtClean="0"/>
              <a:t>‹Nº›</a:t>
            </a:fld>
            <a:endParaRPr lang="es-AR"/>
          </a:p>
        </p:txBody>
      </p:sp>
    </p:spTree>
    <p:extLst>
      <p:ext uri="{BB962C8B-B14F-4D97-AF65-F5344CB8AC3E}">
        <p14:creationId xmlns:p14="http://schemas.microsoft.com/office/powerpoint/2010/main" val="3888227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image" Target="../media/image13.png"/><Relationship Id="rId16"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1.sv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10.png"/></Relationships>
</file>

<file path=ppt/slides/_rels/slide12.xml.rels><?xml version="1.0" encoding="UTF-8" standalone="yes"?>
<Relationships xmlns="http://schemas.openxmlformats.org/package/2006/relationships"><Relationship Id="rId3" Type="http://schemas.openxmlformats.org/officeDocument/2006/relationships/image" Target="../media/image40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11.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13" Type="http://schemas.openxmlformats.org/officeDocument/2006/relationships/image" Target="../media/image54.png"/><Relationship Id="rId18" Type="http://schemas.openxmlformats.org/officeDocument/2006/relationships/image" Target="../media/image59.png"/><Relationship Id="rId26" Type="http://schemas.openxmlformats.org/officeDocument/2006/relationships/image" Target="../media/image67.png"/><Relationship Id="rId3" Type="http://schemas.openxmlformats.org/officeDocument/2006/relationships/image" Target="../media/image44.png"/><Relationship Id="rId21" Type="http://schemas.openxmlformats.org/officeDocument/2006/relationships/image" Target="../media/image62.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58.png"/><Relationship Id="rId25" Type="http://schemas.openxmlformats.org/officeDocument/2006/relationships/image" Target="../media/image66.png"/><Relationship Id="rId33" Type="http://schemas.openxmlformats.org/officeDocument/2006/relationships/image" Target="../media/image74.png"/><Relationship Id="rId2" Type="http://schemas.openxmlformats.org/officeDocument/2006/relationships/notesSlide" Target="../notesSlides/notesSlide6.xml"/><Relationship Id="rId16" Type="http://schemas.openxmlformats.org/officeDocument/2006/relationships/image" Target="../media/image57.png"/><Relationship Id="rId20" Type="http://schemas.openxmlformats.org/officeDocument/2006/relationships/image" Target="../media/image61.png"/><Relationship Id="rId29" Type="http://schemas.openxmlformats.org/officeDocument/2006/relationships/image" Target="../media/image70.png"/><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52.png"/><Relationship Id="rId24" Type="http://schemas.openxmlformats.org/officeDocument/2006/relationships/image" Target="../media/image65.png"/><Relationship Id="rId32" Type="http://schemas.openxmlformats.org/officeDocument/2006/relationships/image" Target="../media/image73.png"/><Relationship Id="rId5" Type="http://schemas.openxmlformats.org/officeDocument/2006/relationships/image" Target="../media/image46.png"/><Relationship Id="rId15" Type="http://schemas.openxmlformats.org/officeDocument/2006/relationships/image" Target="../media/image56.png"/><Relationship Id="rId23" Type="http://schemas.openxmlformats.org/officeDocument/2006/relationships/image" Target="../media/image64.png"/><Relationship Id="rId28" Type="http://schemas.openxmlformats.org/officeDocument/2006/relationships/image" Target="../media/image69.png"/><Relationship Id="rId10" Type="http://schemas.openxmlformats.org/officeDocument/2006/relationships/image" Target="../media/image51.png"/><Relationship Id="rId19" Type="http://schemas.openxmlformats.org/officeDocument/2006/relationships/image" Target="../media/image60.png"/><Relationship Id="rId31" Type="http://schemas.openxmlformats.org/officeDocument/2006/relationships/image" Target="../media/image72.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 Id="rId22" Type="http://schemas.openxmlformats.org/officeDocument/2006/relationships/image" Target="../media/image63.png"/><Relationship Id="rId27" Type="http://schemas.openxmlformats.org/officeDocument/2006/relationships/image" Target="../media/image68.png"/><Relationship Id="rId30" Type="http://schemas.openxmlformats.org/officeDocument/2006/relationships/image" Target="../media/image71.png"/><Relationship Id="rId8" Type="http://schemas.openxmlformats.org/officeDocument/2006/relationships/image" Target="../media/image49.png"/></Relationships>
</file>

<file path=ppt/slides/_rels/slide15.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310.png"/><Relationship Id="rId7" Type="http://schemas.openxmlformats.org/officeDocument/2006/relationships/image" Target="../media/image7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5.png"/><Relationship Id="rId5" Type="http://schemas.openxmlformats.org/officeDocument/2006/relationships/image" Target="../media/image441.png"/><Relationship Id="rId4" Type="http://schemas.openxmlformats.org/officeDocument/2006/relationships/image" Target="../media/image432.png"/></Relationships>
</file>

<file path=ppt/slides/_rels/slide16.xml.rels><?xml version="1.0" encoding="UTF-8" standalone="yes"?>
<Relationships xmlns="http://schemas.openxmlformats.org/package/2006/relationships"><Relationship Id="rId8" Type="http://schemas.openxmlformats.org/officeDocument/2006/relationships/image" Target="../media/image490.png"/><Relationship Id="rId3" Type="http://schemas.openxmlformats.org/officeDocument/2006/relationships/image" Target="../media/image300.png"/><Relationship Id="rId7" Type="http://schemas.openxmlformats.org/officeDocument/2006/relationships/image" Target="../media/image48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72.png"/><Relationship Id="rId5" Type="http://schemas.openxmlformats.org/officeDocument/2006/relationships/image" Target="../media/image460.png"/><Relationship Id="rId4" Type="http://schemas.openxmlformats.org/officeDocument/2006/relationships/image" Target="../media/image451.png"/></Relationships>
</file>

<file path=ppt/slides/_rels/slide17.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18.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19.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90.pn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png"/></Relationships>
</file>

<file path=ppt/slides/_rels/slide20.xml.rels><?xml version="1.0" encoding="UTF-8" standalone="yes"?>
<Relationships xmlns="http://schemas.openxmlformats.org/package/2006/relationships"><Relationship Id="rId8" Type="http://schemas.openxmlformats.org/officeDocument/2006/relationships/image" Target="../media/image530.png"/><Relationship Id="rId3" Type="http://schemas.openxmlformats.org/officeDocument/2006/relationships/image" Target="../media/image97.png"/><Relationship Id="rId7" Type="http://schemas.openxmlformats.org/officeDocument/2006/relationships/image" Target="../media/image52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9.png"/><Relationship Id="rId4" Type="http://schemas.openxmlformats.org/officeDocument/2006/relationships/image" Target="../media/image98.png"/></Relationships>
</file>

<file path=ppt/slides/_rels/slide21.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50.png"/><Relationship Id="rId5" Type="http://schemas.openxmlformats.org/officeDocument/2006/relationships/image" Target="../media/image840.png"/><Relationship Id="rId4" Type="http://schemas.openxmlformats.org/officeDocument/2006/relationships/image" Target="../media/image830.png"/></Relationships>
</file>

<file path=ppt/slides/_rels/slide2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1.svg"/></Relationships>
</file>

<file path=ppt/slides/_rels/slide2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920.png"/><Relationship Id="rId13" Type="http://schemas.openxmlformats.org/officeDocument/2006/relationships/image" Target="../media/image970.png"/><Relationship Id="rId3" Type="http://schemas.openxmlformats.org/officeDocument/2006/relationships/image" Target="../media/image870.png"/><Relationship Id="rId7" Type="http://schemas.openxmlformats.org/officeDocument/2006/relationships/image" Target="../media/image910.png"/><Relationship Id="rId12" Type="http://schemas.openxmlformats.org/officeDocument/2006/relationships/image" Target="../media/image960.png"/><Relationship Id="rId2" Type="http://schemas.openxmlformats.org/officeDocument/2006/relationships/image" Target="../media/image860.png"/><Relationship Id="rId1" Type="http://schemas.openxmlformats.org/officeDocument/2006/relationships/slideLayout" Target="../slideLayouts/slideLayout1.xml"/><Relationship Id="rId6" Type="http://schemas.openxmlformats.org/officeDocument/2006/relationships/image" Target="../media/image900.png"/><Relationship Id="rId11" Type="http://schemas.openxmlformats.org/officeDocument/2006/relationships/image" Target="../media/image950.png"/><Relationship Id="rId5" Type="http://schemas.openxmlformats.org/officeDocument/2006/relationships/image" Target="../media/image890.png"/><Relationship Id="rId10" Type="http://schemas.openxmlformats.org/officeDocument/2006/relationships/image" Target="../media/image940.png"/><Relationship Id="rId4" Type="http://schemas.openxmlformats.org/officeDocument/2006/relationships/image" Target="../media/image880.png"/><Relationship Id="rId9" Type="http://schemas.openxmlformats.org/officeDocument/2006/relationships/image" Target="../media/image930.png"/></Relationships>
</file>

<file path=ppt/slides/_rels/slide27.xml.rels><?xml version="1.0" encoding="UTF-8" standalone="yes"?>
<Relationships xmlns="http://schemas.openxmlformats.org/package/2006/relationships"><Relationship Id="rId3" Type="http://schemas.openxmlformats.org/officeDocument/2006/relationships/image" Target="../media/image104.svg"/><Relationship Id="rId2" Type="http://schemas.openxmlformats.org/officeDocument/2006/relationships/image" Target="../media/image103.svg"/><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28.xml.rels><?xml version="1.0" encoding="UTF-8" standalone="yes"?>
<Relationships xmlns="http://schemas.openxmlformats.org/package/2006/relationships"><Relationship Id="rId2" Type="http://schemas.openxmlformats.org/officeDocument/2006/relationships/image" Target="../media/image105.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6A01A38-C9E3-F289-70E2-E302B9B527B2}"/>
              </a:ext>
            </a:extLst>
          </p:cNvPr>
          <p:cNvSpPr txBox="1"/>
          <p:nvPr/>
        </p:nvSpPr>
        <p:spPr>
          <a:xfrm>
            <a:off x="2206409" y="2274838"/>
            <a:ext cx="7779181" cy="4247317"/>
          </a:xfrm>
          <a:prstGeom prst="rect">
            <a:avLst/>
          </a:prstGeom>
          <a:noFill/>
        </p:spPr>
        <p:txBody>
          <a:bodyPr wrap="none" rtlCol="0">
            <a:spAutoFit/>
          </a:bodyPr>
          <a:lstStyle/>
          <a:p>
            <a:r>
              <a:rPr lang="es-AR" sz="5400" dirty="0"/>
              <a:t>Dinero, crédito y bancos</a:t>
            </a:r>
          </a:p>
          <a:p>
            <a:r>
              <a:rPr lang="es-AR" sz="2400" dirty="0"/>
              <a:t>Cátedra Lucio Simpson</a:t>
            </a:r>
          </a:p>
          <a:p>
            <a:endParaRPr lang="es-AR" sz="4800" dirty="0"/>
          </a:p>
          <a:p>
            <a:endParaRPr lang="es-AR" sz="4800" dirty="0"/>
          </a:p>
          <a:p>
            <a:endParaRPr lang="es-AR" sz="4800" dirty="0"/>
          </a:p>
          <a:p>
            <a:r>
              <a:rPr lang="es-AR" sz="2400" dirty="0"/>
              <a:t>Mariano Devita</a:t>
            </a:r>
          </a:p>
          <a:p>
            <a:r>
              <a:rPr lang="es-AR" sz="2400" dirty="0"/>
              <a:t>lemarianodevita@gmail.com</a:t>
            </a:r>
          </a:p>
        </p:txBody>
      </p:sp>
      <p:cxnSp>
        <p:nvCxnSpPr>
          <p:cNvPr id="2" name="Conector recto 1">
            <a:extLst>
              <a:ext uri="{FF2B5EF4-FFF2-40B4-BE49-F238E27FC236}">
                <a16:creationId xmlns:a16="http://schemas.microsoft.com/office/drawing/2014/main" id="{9C1B97CD-F2E8-77E0-828C-FB01B22818FD}"/>
              </a:ext>
            </a:extLst>
          </p:cNvPr>
          <p:cNvCxnSpPr>
            <a:cxnSpLocks/>
          </p:cNvCxnSpPr>
          <p:nvPr/>
        </p:nvCxnSpPr>
        <p:spPr>
          <a:xfrm>
            <a:off x="1947398" y="2524957"/>
            <a:ext cx="0" cy="904043"/>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7685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006A6-0C73-C8CD-F6D6-E97A39CF02C9}"/>
            </a:ext>
          </a:extLst>
        </p:cNvPr>
        <p:cNvGrpSpPr/>
        <p:nvPr/>
      </p:nvGrpSpPr>
      <p:grpSpPr>
        <a:xfrm>
          <a:off x="0" y="0"/>
          <a:ext cx="0" cy="0"/>
          <a:chOff x="0" y="0"/>
          <a:chExt cx="0" cy="0"/>
        </a:xfrm>
      </p:grpSpPr>
      <p:grpSp>
        <p:nvGrpSpPr>
          <p:cNvPr id="13" name="Grupo 12">
            <a:extLst>
              <a:ext uri="{FF2B5EF4-FFF2-40B4-BE49-F238E27FC236}">
                <a16:creationId xmlns:a16="http://schemas.microsoft.com/office/drawing/2014/main" id="{83F7F953-0BB1-20F0-D22F-FA174B1F9E44}"/>
              </a:ext>
            </a:extLst>
          </p:cNvPr>
          <p:cNvGrpSpPr/>
          <p:nvPr/>
        </p:nvGrpSpPr>
        <p:grpSpPr>
          <a:xfrm>
            <a:off x="301478" y="101545"/>
            <a:ext cx="2077770" cy="461665"/>
            <a:chOff x="301478" y="101545"/>
            <a:chExt cx="2077770" cy="461665"/>
          </a:xfrm>
        </p:grpSpPr>
        <p:sp>
          <p:nvSpPr>
            <p:cNvPr id="4" name="CuadroTexto 3">
              <a:extLst>
                <a:ext uri="{FF2B5EF4-FFF2-40B4-BE49-F238E27FC236}">
                  <a16:creationId xmlns:a16="http://schemas.microsoft.com/office/drawing/2014/main" id="{2EF70F59-422A-F47B-7929-C5792F2F0449}"/>
                </a:ext>
              </a:extLst>
            </p:cNvPr>
            <p:cNvSpPr txBox="1"/>
            <p:nvPr/>
          </p:nvSpPr>
          <p:spPr>
            <a:xfrm>
              <a:off x="404348" y="101545"/>
              <a:ext cx="1974900" cy="461665"/>
            </a:xfrm>
            <a:prstGeom prst="rect">
              <a:avLst/>
            </a:prstGeom>
            <a:noFill/>
          </p:spPr>
          <p:txBody>
            <a:bodyPr wrap="none" rtlCol="0">
              <a:spAutoFit/>
            </a:bodyPr>
            <a:lstStyle/>
            <a:p>
              <a:r>
                <a:rPr lang="es-AR" sz="2400" dirty="0">
                  <a:latin typeface="+mj-lt"/>
                  <a:cs typeface="Times New Roman" panose="02020603050405020304" pitchFamily="18" charset="0"/>
                </a:rPr>
                <a:t>Introducción</a:t>
              </a:r>
            </a:p>
          </p:txBody>
        </p:sp>
        <p:cxnSp>
          <p:nvCxnSpPr>
            <p:cNvPr id="12" name="Conector recto 11">
              <a:extLst>
                <a:ext uri="{FF2B5EF4-FFF2-40B4-BE49-F238E27FC236}">
                  <a16:creationId xmlns:a16="http://schemas.microsoft.com/office/drawing/2014/main" id="{4671549C-DF61-F19B-E587-6AD2600F54E4}"/>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CuadroTexto 5">
            <a:extLst>
              <a:ext uri="{FF2B5EF4-FFF2-40B4-BE49-F238E27FC236}">
                <a16:creationId xmlns:a16="http://schemas.microsoft.com/office/drawing/2014/main" id="{721A48EB-4918-EBB9-EAF8-92B28AF1A8E5}"/>
              </a:ext>
            </a:extLst>
          </p:cNvPr>
          <p:cNvSpPr txBox="1"/>
          <p:nvPr/>
        </p:nvSpPr>
        <p:spPr>
          <a:xfrm>
            <a:off x="404348" y="890461"/>
            <a:ext cx="10842772" cy="3323987"/>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s-AR" sz="2400" b="0" dirty="0"/>
              <a:t>Macroeconomía: queremos explicar fenómenos macro.</a:t>
            </a:r>
          </a:p>
          <a:p>
            <a:pPr marL="285750" indent="-285750">
              <a:buFont typeface="Arial" panose="020B0604020202020204" pitchFamily="34" charset="0"/>
              <a:buChar char="•"/>
            </a:pPr>
            <a:endParaRPr lang="es-AR" sz="2400" dirty="0"/>
          </a:p>
          <a:p>
            <a:pPr marL="285750" indent="-285750">
              <a:buFont typeface="Arial" panose="020B0604020202020204" pitchFamily="34" charset="0"/>
              <a:buChar char="•"/>
            </a:pPr>
            <a:r>
              <a:rPr lang="es-AR" sz="2400" b="0" dirty="0"/>
              <a:t>Los fenómenos macro son variados: producto, desempleo, crecimiento, inflación, etc.</a:t>
            </a:r>
          </a:p>
          <a:p>
            <a:pPr marL="285750" indent="-285750">
              <a:buFont typeface="Arial" panose="020B0604020202020204" pitchFamily="34" charset="0"/>
              <a:buChar char="•"/>
            </a:pPr>
            <a:endParaRPr lang="es-AR" sz="2400" dirty="0"/>
          </a:p>
          <a:p>
            <a:pPr marL="285750" indent="-285750">
              <a:buFont typeface="Arial" panose="020B0604020202020204" pitchFamily="34" charset="0"/>
              <a:buChar char="•"/>
            </a:pPr>
            <a:r>
              <a:rPr lang="es-AR" sz="2400" dirty="0"/>
              <a:t>Inflación nos importa más que los otros fenómenos, desde una perspectiva macro.</a:t>
            </a:r>
          </a:p>
          <a:p>
            <a:pPr marL="285750" indent="-285750">
              <a:buFont typeface="Arial" panose="020B0604020202020204" pitchFamily="34" charset="0"/>
              <a:buChar char="•"/>
            </a:pPr>
            <a:endParaRPr lang="es-AR" sz="2400" dirty="0"/>
          </a:p>
          <a:p>
            <a:pPr marL="285750" indent="-285750">
              <a:buFont typeface="Arial" panose="020B0604020202020204" pitchFamily="34" charset="0"/>
              <a:buChar char="•"/>
            </a:pPr>
            <a:r>
              <a:rPr lang="es-AR" sz="2400" b="0" dirty="0"/>
              <a:t>Modelos macroeconómicos tradicionales y </a:t>
            </a:r>
            <a:r>
              <a:rPr lang="es-AR" sz="2400" b="0" dirty="0" err="1"/>
              <a:t>microfundamentados</a:t>
            </a:r>
            <a:r>
              <a:rPr lang="es-AR" sz="2400" b="0" dirty="0"/>
              <a:t>.</a:t>
            </a:r>
          </a:p>
        </p:txBody>
      </p:sp>
    </p:spTree>
    <p:extLst>
      <p:ext uri="{BB962C8B-B14F-4D97-AF65-F5344CB8AC3E}">
        <p14:creationId xmlns:p14="http://schemas.microsoft.com/office/powerpoint/2010/main" val="1367159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5AF47-AD84-8B83-28D4-3286C23B9F38}"/>
            </a:ext>
          </a:extLst>
        </p:cNvPr>
        <p:cNvGrpSpPr/>
        <p:nvPr/>
      </p:nvGrpSpPr>
      <p:grpSpPr>
        <a:xfrm>
          <a:off x="0" y="0"/>
          <a:ext cx="0" cy="0"/>
          <a:chOff x="0" y="0"/>
          <a:chExt cx="0" cy="0"/>
        </a:xfrm>
      </p:grpSpPr>
      <p:grpSp>
        <p:nvGrpSpPr>
          <p:cNvPr id="13" name="Grupo 12">
            <a:extLst>
              <a:ext uri="{FF2B5EF4-FFF2-40B4-BE49-F238E27FC236}">
                <a16:creationId xmlns:a16="http://schemas.microsoft.com/office/drawing/2014/main" id="{F06EDB05-7F57-7181-99C2-539D1A7A7311}"/>
              </a:ext>
            </a:extLst>
          </p:cNvPr>
          <p:cNvGrpSpPr/>
          <p:nvPr/>
        </p:nvGrpSpPr>
        <p:grpSpPr>
          <a:xfrm>
            <a:off x="301478" y="101545"/>
            <a:ext cx="2077770" cy="461665"/>
            <a:chOff x="301478" y="101545"/>
            <a:chExt cx="2077770" cy="461665"/>
          </a:xfrm>
        </p:grpSpPr>
        <p:sp>
          <p:nvSpPr>
            <p:cNvPr id="4" name="CuadroTexto 3">
              <a:extLst>
                <a:ext uri="{FF2B5EF4-FFF2-40B4-BE49-F238E27FC236}">
                  <a16:creationId xmlns:a16="http://schemas.microsoft.com/office/drawing/2014/main" id="{8EDD26DA-C1B3-9EFD-4B81-29CFFB453297}"/>
                </a:ext>
              </a:extLst>
            </p:cNvPr>
            <p:cNvSpPr txBox="1"/>
            <p:nvPr/>
          </p:nvSpPr>
          <p:spPr>
            <a:xfrm>
              <a:off x="404348" y="101545"/>
              <a:ext cx="1974900" cy="461665"/>
            </a:xfrm>
            <a:prstGeom prst="rect">
              <a:avLst/>
            </a:prstGeom>
            <a:noFill/>
          </p:spPr>
          <p:txBody>
            <a:bodyPr wrap="none" rtlCol="0">
              <a:spAutoFit/>
            </a:bodyPr>
            <a:lstStyle/>
            <a:p>
              <a:r>
                <a:rPr lang="es-AR" sz="2400" dirty="0">
                  <a:latin typeface="+mj-lt"/>
                  <a:cs typeface="Times New Roman" panose="02020603050405020304" pitchFamily="18" charset="0"/>
                </a:rPr>
                <a:t>Introducción</a:t>
              </a:r>
            </a:p>
          </p:txBody>
        </p:sp>
        <p:cxnSp>
          <p:nvCxnSpPr>
            <p:cNvPr id="12" name="Conector recto 11">
              <a:extLst>
                <a:ext uri="{FF2B5EF4-FFF2-40B4-BE49-F238E27FC236}">
                  <a16:creationId xmlns:a16="http://schemas.microsoft.com/office/drawing/2014/main" id="{7CB3A9ED-83A9-28BD-C16B-89CE3B93A604}"/>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CuadroTexto 5">
            <a:extLst>
              <a:ext uri="{FF2B5EF4-FFF2-40B4-BE49-F238E27FC236}">
                <a16:creationId xmlns:a16="http://schemas.microsoft.com/office/drawing/2014/main" id="{15073AC5-E830-44E8-CAD1-F25871AE0E6C}"/>
              </a:ext>
            </a:extLst>
          </p:cNvPr>
          <p:cNvSpPr txBox="1"/>
          <p:nvPr/>
        </p:nvSpPr>
        <p:spPr>
          <a:xfrm>
            <a:off x="404348" y="1216477"/>
            <a:ext cx="11105662" cy="5539978"/>
          </a:xfrm>
          <a:prstGeom prst="rect">
            <a:avLst/>
          </a:prstGeom>
          <a:noFill/>
        </p:spPr>
        <p:txBody>
          <a:bodyPr wrap="square" lIns="0" tIns="0" rIns="0" bIns="0" rtlCol="0">
            <a:spAutoFit/>
          </a:bodyPr>
          <a:lstStyle/>
          <a:p>
            <a:pPr marL="342900" indent="-342900">
              <a:buFont typeface="+mj-lt"/>
              <a:buAutoNum type="arabicPeriod"/>
            </a:pPr>
            <a:r>
              <a:rPr lang="es-AR" sz="2400" b="0" dirty="0"/>
              <a:t>La inflación es, en todo momento y en todo lugar, un fenómeno monetario en tanto es, y puede ser, producida sólo por un mayor crecimiento en la cantidad de diner</a:t>
            </a:r>
            <a:r>
              <a:rPr lang="es-AR" sz="2400" dirty="0"/>
              <a:t>o que del producto (Friedman, 1992)</a:t>
            </a:r>
            <a:r>
              <a:rPr lang="es-AR" sz="2400" b="0" dirty="0"/>
              <a:t>.</a:t>
            </a:r>
          </a:p>
          <a:p>
            <a:pPr marL="342900" indent="-342900">
              <a:buFont typeface="+mj-lt"/>
              <a:buAutoNum type="arabicPeriod"/>
            </a:pPr>
            <a:endParaRPr lang="es-AR" sz="2400" dirty="0"/>
          </a:p>
          <a:p>
            <a:pPr marL="342900" indent="-342900">
              <a:buFont typeface="+mj-lt"/>
              <a:buAutoNum type="arabicPeriod"/>
            </a:pPr>
            <a:r>
              <a:rPr lang="es-AR" sz="2400" b="0" dirty="0"/>
              <a:t>La inflación alta </a:t>
            </a:r>
            <a:r>
              <a:rPr lang="es-AR" sz="2400" dirty="0"/>
              <a:t>y persistente </a:t>
            </a:r>
            <a:r>
              <a:rPr lang="es-AR" sz="2400" b="0" dirty="0"/>
              <a:t>es, en todo tiempo y en todo lugar, un fenómeno fiscal en el que el banco central es un cómplice (Sargent, 2013). </a:t>
            </a:r>
          </a:p>
          <a:p>
            <a:pPr marL="342900" indent="-342900">
              <a:buFont typeface="+mj-lt"/>
              <a:buAutoNum type="arabicPeriod"/>
            </a:pPr>
            <a:endParaRPr lang="es-AR" sz="2400" dirty="0"/>
          </a:p>
          <a:p>
            <a:pPr marL="342900" indent="-342900">
              <a:buFont typeface="+mj-lt"/>
              <a:buAutoNum type="arabicPeriod"/>
            </a:pPr>
            <a:r>
              <a:rPr lang="es-AR" sz="2400" b="0" dirty="0"/>
              <a:t>La inflación es un fenómeno multicausal.</a:t>
            </a:r>
          </a:p>
          <a:p>
            <a:pPr marL="285750" indent="-285750">
              <a:buFont typeface="Arial" panose="020B0604020202020204" pitchFamily="34" charset="0"/>
              <a:buChar char="•"/>
            </a:pPr>
            <a:endParaRPr lang="es-AR" sz="2400" dirty="0"/>
          </a:p>
          <a:p>
            <a:pPr marL="285750" indent="-285750">
              <a:buFont typeface="Arial" panose="020B0604020202020204" pitchFamily="34" charset="0"/>
              <a:buChar char="•"/>
            </a:pPr>
            <a:r>
              <a:rPr lang="es-AR" sz="2400" dirty="0"/>
              <a:t>Lo que entiendo: la inflación en el largo plazo es un fenómeno fiscal, que tiene un efecto en el mercado monetario. En el corto plazo es un fenómeno monetario. En ambos casos se produce mediante un conflicto de intereses.</a:t>
            </a:r>
          </a:p>
          <a:p>
            <a:pPr marL="285750" indent="-285750">
              <a:buFont typeface="Arial" panose="020B0604020202020204" pitchFamily="34" charset="0"/>
              <a:buChar char="•"/>
            </a:pPr>
            <a:endParaRPr lang="es-AR" sz="2400" b="0" dirty="0"/>
          </a:p>
          <a:p>
            <a:pPr marL="285750" indent="-285750">
              <a:buFont typeface="Arial" panose="020B0604020202020204" pitchFamily="34" charset="0"/>
              <a:buChar char="•"/>
            </a:pPr>
            <a:r>
              <a:rPr lang="es-AR" sz="2400" dirty="0"/>
              <a:t>En cualquiera de estos casos, puede ser útil conocer cómo funciona el mercado monetario.</a:t>
            </a:r>
            <a:endParaRPr lang="es-AR" sz="2400" b="0" dirty="0"/>
          </a:p>
        </p:txBody>
      </p:sp>
      <p:sp>
        <p:nvSpPr>
          <p:cNvPr id="2" name="CuadroTexto 1">
            <a:extLst>
              <a:ext uri="{FF2B5EF4-FFF2-40B4-BE49-F238E27FC236}">
                <a16:creationId xmlns:a16="http://schemas.microsoft.com/office/drawing/2014/main" id="{E9AAAE59-6E83-2462-AC4B-32F33697DD7E}"/>
              </a:ext>
            </a:extLst>
          </p:cNvPr>
          <p:cNvSpPr txBox="1"/>
          <p:nvPr/>
        </p:nvSpPr>
        <p:spPr>
          <a:xfrm>
            <a:off x="404348" y="705177"/>
            <a:ext cx="11105662" cy="36933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s-AR" sz="2400" b="0" dirty="0"/>
              <a:t>Tres frases importantes</a:t>
            </a:r>
          </a:p>
        </p:txBody>
      </p:sp>
    </p:spTree>
    <p:extLst>
      <p:ext uri="{BB962C8B-B14F-4D97-AF65-F5344CB8AC3E}">
        <p14:creationId xmlns:p14="http://schemas.microsoft.com/office/powerpoint/2010/main" val="165952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6805B-28DC-AC8D-5EE6-963681ABE6E5}"/>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CB6D3EB5-E043-8642-97F2-E1777092096C}"/>
                  </a:ext>
                </a:extLst>
              </p:cNvPr>
              <p:cNvSpPr txBox="1"/>
              <p:nvPr/>
            </p:nvSpPr>
            <p:spPr>
              <a:xfrm>
                <a:off x="1169471" y="1822269"/>
                <a:ext cx="134068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𝑀𝑉</m:t>
                      </m:r>
                      <m:r>
                        <a:rPr lang="es-AR" sz="2400" b="0" i="1" smtClean="0">
                          <a:latin typeface="Cambria Math" panose="02040503050406030204" pitchFamily="18" charset="0"/>
                        </a:rPr>
                        <m:t>=</m:t>
                      </m:r>
                      <m:r>
                        <a:rPr lang="es-AR" sz="2400" b="0" i="1" smtClean="0">
                          <a:latin typeface="Cambria Math" panose="02040503050406030204" pitchFamily="18" charset="0"/>
                        </a:rPr>
                        <m:t>𝑃𝑄</m:t>
                      </m:r>
                    </m:oMath>
                  </m:oMathPara>
                </a14:m>
                <a:endParaRPr lang="es-AR" sz="2400" i="1" dirty="0"/>
              </a:p>
            </p:txBody>
          </p:sp>
        </mc:Choice>
        <mc:Fallback>
          <p:sp>
            <p:nvSpPr>
              <p:cNvPr id="2" name="CuadroTexto 1">
                <a:extLst>
                  <a:ext uri="{FF2B5EF4-FFF2-40B4-BE49-F238E27FC236}">
                    <a16:creationId xmlns:a16="http://schemas.microsoft.com/office/drawing/2014/main" id="{CB6D3EB5-E043-8642-97F2-E1777092096C}"/>
                  </a:ext>
                </a:extLst>
              </p:cNvPr>
              <p:cNvSpPr txBox="1">
                <a:spLocks noRot="1" noChangeAspect="1" noMove="1" noResize="1" noEditPoints="1" noAdjustHandles="1" noChangeArrowheads="1" noChangeShapeType="1" noTextEdit="1"/>
              </p:cNvSpPr>
              <p:nvPr/>
            </p:nvSpPr>
            <p:spPr>
              <a:xfrm>
                <a:off x="1169471" y="1822269"/>
                <a:ext cx="1340688" cy="369332"/>
              </a:xfrm>
              <a:prstGeom prst="rect">
                <a:avLst/>
              </a:prstGeom>
              <a:blipFill>
                <a:blip r:embed="rId2"/>
                <a:stretch>
                  <a:fillRect l="-5000" r="-6364" b="-26230"/>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B4A83150-5883-A759-0CA7-9DA4B68FAB11}"/>
                  </a:ext>
                </a:extLst>
              </p:cNvPr>
              <p:cNvSpPr txBox="1"/>
              <p:nvPr/>
            </p:nvSpPr>
            <p:spPr>
              <a:xfrm>
                <a:off x="2934664" y="1822268"/>
                <a:ext cx="9257336" cy="369332"/>
              </a:xfrm>
              <a:prstGeom prst="rect">
                <a:avLst/>
              </a:prstGeom>
              <a:noFill/>
            </p:spPr>
            <p:txBody>
              <a:bodyPr wrap="square" lIns="0" tIns="0" rIns="0" bIns="0" rtlCol="0">
                <a:spAutoFit/>
              </a:bodyPr>
              <a:lstStyle/>
              <a:p>
                <a:r>
                  <a:rPr lang="es-AR" sz="2400" b="0" dirty="0"/>
                  <a:t>Si </a:t>
                </a:r>
                <a14:m>
                  <m:oMath xmlns:m="http://schemas.openxmlformats.org/officeDocument/2006/math">
                    <m:r>
                      <a:rPr lang="es-AR" sz="2400" b="0" i="1" smtClean="0">
                        <a:latin typeface="Cambria Math" panose="02040503050406030204" pitchFamily="18" charset="0"/>
                      </a:rPr>
                      <m:t>𝑉</m:t>
                    </m:r>
                  </m:oMath>
                </a14:m>
                <a:r>
                  <a:rPr lang="es-AR" sz="2400" b="0" dirty="0"/>
                  <a:t> es estable (constante y </a:t>
                </a:r>
                <a14:m>
                  <m:oMath xmlns:m="http://schemas.openxmlformats.org/officeDocument/2006/math">
                    <m:r>
                      <a:rPr lang="es-AR" sz="2400" b="0" i="1" smtClean="0">
                        <a:latin typeface="Cambria Math" panose="02040503050406030204" pitchFamily="18" charset="0"/>
                      </a:rPr>
                      <m:t>𝑉</m:t>
                    </m:r>
                    <m:r>
                      <a:rPr lang="es-AR" sz="2400" b="0" i="1" smtClean="0">
                        <a:latin typeface="Cambria Math" panose="02040503050406030204" pitchFamily="18" charset="0"/>
                        <a:ea typeface="Cambria Math" panose="02040503050406030204" pitchFamily="18" charset="0"/>
                      </a:rPr>
                      <m:t>≠0</m:t>
                    </m:r>
                  </m:oMath>
                </a14:m>
                <a:r>
                  <a:rPr lang="es-AR" sz="2400" b="0" dirty="0"/>
                  <a:t>), la demanda de saldos reales es </a:t>
                </a:r>
              </a:p>
            </p:txBody>
          </p:sp>
        </mc:Choice>
        <mc:Fallback>
          <p:sp>
            <p:nvSpPr>
              <p:cNvPr id="3" name="CuadroTexto 2">
                <a:extLst>
                  <a:ext uri="{FF2B5EF4-FFF2-40B4-BE49-F238E27FC236}">
                    <a16:creationId xmlns:a16="http://schemas.microsoft.com/office/drawing/2014/main" id="{B4A83150-5883-A759-0CA7-9DA4B68FAB11}"/>
                  </a:ext>
                </a:extLst>
              </p:cNvPr>
              <p:cNvSpPr txBox="1">
                <a:spLocks noRot="1" noChangeAspect="1" noMove="1" noResize="1" noEditPoints="1" noAdjustHandles="1" noChangeArrowheads="1" noChangeShapeType="1" noTextEdit="1"/>
              </p:cNvSpPr>
              <p:nvPr/>
            </p:nvSpPr>
            <p:spPr>
              <a:xfrm>
                <a:off x="2934664" y="1822268"/>
                <a:ext cx="9257336" cy="369332"/>
              </a:xfrm>
              <a:prstGeom prst="rect">
                <a:avLst/>
              </a:prstGeom>
              <a:blipFill>
                <a:blip r:embed="rId3"/>
                <a:stretch>
                  <a:fillRect l="-1975" t="-26230" r="-263" b="-47541"/>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CA516337-0BAC-5564-67A5-04DE65B52BF6}"/>
                  </a:ext>
                </a:extLst>
              </p:cNvPr>
              <p:cNvSpPr txBox="1"/>
              <p:nvPr/>
            </p:nvSpPr>
            <p:spPr>
              <a:xfrm>
                <a:off x="1216342" y="2512218"/>
                <a:ext cx="1207125" cy="6939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𝑀</m:t>
                          </m:r>
                        </m:num>
                        <m:den>
                          <m:r>
                            <a:rPr lang="es-AR" sz="2400" b="0" i="1" smtClean="0">
                              <a:latin typeface="Cambria Math" panose="02040503050406030204" pitchFamily="18" charset="0"/>
                            </a:rPr>
                            <m:t>𝑃</m:t>
                          </m:r>
                        </m:den>
                      </m:f>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m:t>
                          </m:r>
                        </m:num>
                        <m:den>
                          <m:r>
                            <a:rPr lang="es-AR" sz="2400" b="0" i="1" smtClean="0">
                              <a:latin typeface="Cambria Math" panose="02040503050406030204" pitchFamily="18" charset="0"/>
                            </a:rPr>
                            <m:t>𝑉</m:t>
                          </m:r>
                        </m:den>
                      </m:f>
                      <m:r>
                        <a:rPr lang="es-AR" sz="2400" b="0" i="1" smtClean="0">
                          <a:latin typeface="Cambria Math" panose="02040503050406030204" pitchFamily="18" charset="0"/>
                        </a:rPr>
                        <m:t>𝑄</m:t>
                      </m:r>
                    </m:oMath>
                  </m:oMathPara>
                </a14:m>
                <a:endParaRPr lang="es-AR" sz="2400" b="0" i="1" dirty="0">
                  <a:latin typeface="Cambria Math" panose="02040503050406030204" pitchFamily="18" charset="0"/>
                </a:endParaRPr>
              </a:p>
            </p:txBody>
          </p:sp>
        </mc:Choice>
        <mc:Fallback>
          <p:sp>
            <p:nvSpPr>
              <p:cNvPr id="5" name="CuadroTexto 4">
                <a:extLst>
                  <a:ext uri="{FF2B5EF4-FFF2-40B4-BE49-F238E27FC236}">
                    <a16:creationId xmlns:a16="http://schemas.microsoft.com/office/drawing/2014/main" id="{CA516337-0BAC-5564-67A5-04DE65B52BF6}"/>
                  </a:ext>
                </a:extLst>
              </p:cNvPr>
              <p:cNvSpPr txBox="1">
                <a:spLocks noRot="1" noChangeAspect="1" noMove="1" noResize="1" noEditPoints="1" noAdjustHandles="1" noChangeArrowheads="1" noChangeShapeType="1" noTextEdit="1"/>
              </p:cNvSpPr>
              <p:nvPr/>
            </p:nvSpPr>
            <p:spPr>
              <a:xfrm>
                <a:off x="1216342" y="2512218"/>
                <a:ext cx="1207125" cy="693908"/>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5467C79-F693-F6F0-BFB9-665EBCD1E512}"/>
                  </a:ext>
                </a:extLst>
              </p:cNvPr>
              <p:cNvSpPr txBox="1"/>
              <p:nvPr/>
            </p:nvSpPr>
            <p:spPr>
              <a:xfrm>
                <a:off x="1169471" y="3445631"/>
                <a:ext cx="1123641" cy="6890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sz="2400" i="1">
                              <a:latin typeface="Cambria Math" panose="02040503050406030204" pitchFamily="18" charset="0"/>
                            </a:rPr>
                          </m:ctrlPr>
                        </m:fPr>
                        <m:num>
                          <m:r>
                            <a:rPr lang="es-AR" sz="2400" i="1">
                              <a:latin typeface="Cambria Math" panose="02040503050406030204" pitchFamily="18" charset="0"/>
                            </a:rPr>
                            <m:t>𝑀</m:t>
                          </m:r>
                        </m:num>
                        <m:den>
                          <m:r>
                            <a:rPr lang="es-AR" sz="2400" i="1">
                              <a:latin typeface="Cambria Math" panose="02040503050406030204" pitchFamily="18" charset="0"/>
                            </a:rPr>
                            <m:t>𝑃</m:t>
                          </m:r>
                        </m:den>
                      </m:f>
                      <m:r>
                        <a:rPr lang="es-AR" sz="2400" b="0" i="1" smtClean="0">
                          <a:latin typeface="Cambria Math" panose="02040503050406030204" pitchFamily="18" charset="0"/>
                        </a:rPr>
                        <m:t>=</m:t>
                      </m:r>
                      <m:r>
                        <a:rPr lang="es-AR" sz="2400" b="0" i="1" smtClean="0">
                          <a:latin typeface="Cambria Math" panose="02040503050406030204" pitchFamily="18" charset="0"/>
                        </a:rPr>
                        <m:t>𝑘𝑄</m:t>
                      </m:r>
                    </m:oMath>
                  </m:oMathPara>
                </a14:m>
                <a:endParaRPr lang="es-AR" sz="2400" b="0" i="1" dirty="0">
                  <a:latin typeface="Cambria Math" panose="02040503050406030204" pitchFamily="18" charset="0"/>
                </a:endParaRPr>
              </a:p>
            </p:txBody>
          </p:sp>
        </mc:Choice>
        <mc:Fallback>
          <p:sp>
            <p:nvSpPr>
              <p:cNvPr id="7" name="CuadroTexto 6">
                <a:extLst>
                  <a:ext uri="{FF2B5EF4-FFF2-40B4-BE49-F238E27FC236}">
                    <a16:creationId xmlns:a16="http://schemas.microsoft.com/office/drawing/2014/main" id="{65467C79-F693-F6F0-BFB9-665EBCD1E512}"/>
                  </a:ext>
                </a:extLst>
              </p:cNvPr>
              <p:cNvSpPr txBox="1">
                <a:spLocks noRot="1" noChangeAspect="1" noMove="1" noResize="1" noEditPoints="1" noAdjustHandles="1" noChangeArrowheads="1" noChangeShapeType="1" noTextEdit="1"/>
              </p:cNvSpPr>
              <p:nvPr/>
            </p:nvSpPr>
            <p:spPr>
              <a:xfrm>
                <a:off x="1169471" y="3445631"/>
                <a:ext cx="1123641" cy="689035"/>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C16A1426-35CF-EEA6-2720-97A5AA89B704}"/>
                  </a:ext>
                </a:extLst>
              </p:cNvPr>
              <p:cNvSpPr txBox="1"/>
              <p:nvPr/>
            </p:nvSpPr>
            <p:spPr>
              <a:xfrm>
                <a:off x="2934664" y="3565503"/>
                <a:ext cx="2184124" cy="523670"/>
              </a:xfrm>
              <a:prstGeom prst="rect">
                <a:avLst/>
              </a:prstGeom>
              <a:noFill/>
            </p:spPr>
            <p:txBody>
              <a:bodyPr wrap="none" lIns="0" tIns="0" rIns="0" bIns="0" rtlCol="0">
                <a:spAutoFit/>
              </a:bodyPr>
              <a:lstStyle/>
              <a:p>
                <a:r>
                  <a:rPr lang="es-AR" sz="2400" b="0" dirty="0"/>
                  <a:t>Llamando </a:t>
                </a:r>
                <a14:m>
                  <m:oMath xmlns:m="http://schemas.openxmlformats.org/officeDocument/2006/math">
                    <m:r>
                      <a:rPr lang="es-AR" sz="2400" b="0" i="1" dirty="0" smtClean="0">
                        <a:latin typeface="Cambria Math" panose="02040503050406030204" pitchFamily="18" charset="0"/>
                      </a:rPr>
                      <m:t>𝑘</m:t>
                    </m:r>
                    <m:r>
                      <a:rPr lang="es-AR" sz="2400" b="0" i="1" dirty="0" smtClean="0">
                        <a:latin typeface="Cambria Math" panose="02040503050406030204" pitchFamily="18" charset="0"/>
                        <a:ea typeface="Cambria Math" panose="02040503050406030204" pitchFamily="18" charset="0"/>
                      </a:rPr>
                      <m:t>≡</m:t>
                    </m:r>
                    <m:f>
                      <m:fPr>
                        <m:ctrlPr>
                          <a:rPr lang="es-AR" sz="2400" b="0" i="1" dirty="0" smtClean="0">
                            <a:latin typeface="Cambria Math" panose="02040503050406030204" pitchFamily="18" charset="0"/>
                          </a:rPr>
                        </m:ctrlPr>
                      </m:fPr>
                      <m:num>
                        <m:r>
                          <a:rPr lang="es-AR" sz="2400" b="0" i="1" dirty="0" smtClean="0">
                            <a:latin typeface="Cambria Math" panose="02040503050406030204" pitchFamily="18" charset="0"/>
                          </a:rPr>
                          <m:t>1</m:t>
                        </m:r>
                      </m:num>
                      <m:den>
                        <m:r>
                          <a:rPr lang="es-AR" sz="2400" b="0" i="1" dirty="0" smtClean="0">
                            <a:latin typeface="Cambria Math" panose="02040503050406030204" pitchFamily="18" charset="0"/>
                          </a:rPr>
                          <m:t>𝑉</m:t>
                        </m:r>
                      </m:den>
                    </m:f>
                  </m:oMath>
                </a14:m>
                <a:endParaRPr lang="es-AR" sz="2400" b="0" dirty="0"/>
              </a:p>
            </p:txBody>
          </p:sp>
        </mc:Choice>
        <mc:Fallback>
          <p:sp>
            <p:nvSpPr>
              <p:cNvPr id="8" name="CuadroTexto 7">
                <a:extLst>
                  <a:ext uri="{FF2B5EF4-FFF2-40B4-BE49-F238E27FC236}">
                    <a16:creationId xmlns:a16="http://schemas.microsoft.com/office/drawing/2014/main" id="{C16A1426-35CF-EEA6-2720-97A5AA89B704}"/>
                  </a:ext>
                </a:extLst>
              </p:cNvPr>
              <p:cNvSpPr txBox="1">
                <a:spLocks noRot="1" noChangeAspect="1" noMove="1" noResize="1" noEditPoints="1" noAdjustHandles="1" noChangeArrowheads="1" noChangeShapeType="1" noTextEdit="1"/>
              </p:cNvSpPr>
              <p:nvPr/>
            </p:nvSpPr>
            <p:spPr>
              <a:xfrm>
                <a:off x="2934664" y="3565503"/>
                <a:ext cx="2184124" cy="523670"/>
              </a:xfrm>
              <a:prstGeom prst="rect">
                <a:avLst/>
              </a:prstGeom>
              <a:blipFill>
                <a:blip r:embed="rId6"/>
                <a:stretch>
                  <a:fillRect l="-8357" t="-2326" b="-20930"/>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1FE8B783-52F2-E508-DDCF-3AAFDE3A1B6F}"/>
                  </a:ext>
                </a:extLst>
              </p:cNvPr>
              <p:cNvSpPr txBox="1"/>
              <p:nvPr/>
            </p:nvSpPr>
            <p:spPr>
              <a:xfrm>
                <a:off x="1169471" y="4539072"/>
                <a:ext cx="9742774" cy="1200329"/>
              </a:xfrm>
              <a:prstGeom prst="rect">
                <a:avLst/>
              </a:prstGeom>
              <a:noFill/>
            </p:spPr>
            <p:txBody>
              <a:bodyPr wrap="square" rtlCol="0">
                <a:spAutoFit/>
              </a:bodyPr>
              <a:lstStyle/>
              <a:p>
                <a:r>
                  <a:rPr lang="es-AR" sz="2400" dirty="0"/>
                  <a:t>Es decir, la demanda de saldos reales es una proporción del PIB.</a:t>
                </a:r>
              </a:p>
              <a:p>
                <a:endParaRPr lang="es-AR" sz="2400" dirty="0"/>
              </a:p>
              <a:p>
                <a:r>
                  <a:rPr lang="es-AR" sz="2400" dirty="0"/>
                  <a:t>Problema: no se condice con los datos porque </a:t>
                </a:r>
                <a14:m>
                  <m:oMath xmlns:m="http://schemas.openxmlformats.org/officeDocument/2006/math">
                    <m:r>
                      <a:rPr lang="es-AR" sz="2400" i="1" dirty="0" smtClean="0">
                        <a:latin typeface="Cambria Math" panose="02040503050406030204" pitchFamily="18" charset="0"/>
                      </a:rPr>
                      <m:t>𝑉</m:t>
                    </m:r>
                  </m:oMath>
                </a14:m>
                <a:r>
                  <a:rPr lang="es-AR" sz="2400" dirty="0"/>
                  <a:t> no es constante.</a:t>
                </a:r>
              </a:p>
            </p:txBody>
          </p:sp>
        </mc:Choice>
        <mc:Fallback>
          <p:sp>
            <p:nvSpPr>
              <p:cNvPr id="9" name="CuadroTexto 8">
                <a:extLst>
                  <a:ext uri="{FF2B5EF4-FFF2-40B4-BE49-F238E27FC236}">
                    <a16:creationId xmlns:a16="http://schemas.microsoft.com/office/drawing/2014/main" id="{1FE8B783-52F2-E508-DDCF-3AAFDE3A1B6F}"/>
                  </a:ext>
                </a:extLst>
              </p:cNvPr>
              <p:cNvSpPr txBox="1">
                <a:spLocks noRot="1" noChangeAspect="1" noMove="1" noResize="1" noEditPoints="1" noAdjustHandles="1" noChangeArrowheads="1" noChangeShapeType="1" noTextEdit="1"/>
              </p:cNvSpPr>
              <p:nvPr/>
            </p:nvSpPr>
            <p:spPr>
              <a:xfrm>
                <a:off x="1169471" y="4539072"/>
                <a:ext cx="9742774" cy="1200329"/>
              </a:xfrm>
              <a:prstGeom prst="rect">
                <a:avLst/>
              </a:prstGeom>
              <a:blipFill>
                <a:blip r:embed="rId7"/>
                <a:stretch>
                  <a:fillRect l="-1001" t="-4061" b="-10660"/>
                </a:stretch>
              </a:blipFill>
            </p:spPr>
            <p:txBody>
              <a:bodyPr/>
              <a:lstStyle/>
              <a:p>
                <a:r>
                  <a:rPr lang="es-AR">
                    <a:noFill/>
                  </a:rPr>
                  <a:t> </a:t>
                </a:r>
              </a:p>
            </p:txBody>
          </p:sp>
        </mc:Fallback>
      </mc:AlternateContent>
      <p:grpSp>
        <p:nvGrpSpPr>
          <p:cNvPr id="13" name="Grupo 12">
            <a:extLst>
              <a:ext uri="{FF2B5EF4-FFF2-40B4-BE49-F238E27FC236}">
                <a16:creationId xmlns:a16="http://schemas.microsoft.com/office/drawing/2014/main" id="{3778CC50-CCBC-0E5A-6A34-F79054F85B19}"/>
              </a:ext>
            </a:extLst>
          </p:cNvPr>
          <p:cNvGrpSpPr/>
          <p:nvPr/>
        </p:nvGrpSpPr>
        <p:grpSpPr>
          <a:xfrm>
            <a:off x="301478" y="101545"/>
            <a:ext cx="2993085" cy="461665"/>
            <a:chOff x="301478" y="101545"/>
            <a:chExt cx="2993085" cy="461665"/>
          </a:xfrm>
        </p:grpSpPr>
        <p:sp>
          <p:nvSpPr>
            <p:cNvPr id="4" name="CuadroTexto 3">
              <a:extLst>
                <a:ext uri="{FF2B5EF4-FFF2-40B4-BE49-F238E27FC236}">
                  <a16:creationId xmlns:a16="http://schemas.microsoft.com/office/drawing/2014/main" id="{9E332565-552E-C95D-4FCC-6B098A035758}"/>
                </a:ext>
              </a:extLst>
            </p:cNvPr>
            <p:cNvSpPr txBox="1"/>
            <p:nvPr/>
          </p:nvSpPr>
          <p:spPr>
            <a:xfrm>
              <a:off x="404348" y="101545"/>
              <a:ext cx="2890215" cy="461665"/>
            </a:xfrm>
            <a:prstGeom prst="rect">
              <a:avLst/>
            </a:prstGeom>
            <a:noFill/>
          </p:spPr>
          <p:txBody>
            <a:bodyPr wrap="none" rtlCol="0">
              <a:spAutoFit/>
            </a:bodyPr>
            <a:lstStyle/>
            <a:p>
              <a:r>
                <a:rPr lang="es-AR" sz="2400" dirty="0">
                  <a:latin typeface="+mj-lt"/>
                  <a:cs typeface="Times New Roman" panose="02020603050405020304" pitchFamily="18" charset="0"/>
                </a:rPr>
                <a:t>Demanda de dinero</a:t>
              </a:r>
            </a:p>
          </p:txBody>
        </p:sp>
        <p:cxnSp>
          <p:nvCxnSpPr>
            <p:cNvPr id="12" name="Conector recto 11">
              <a:extLst>
                <a:ext uri="{FF2B5EF4-FFF2-40B4-BE49-F238E27FC236}">
                  <a16:creationId xmlns:a16="http://schemas.microsoft.com/office/drawing/2014/main" id="{3AA62BB6-9DD9-4E1F-38D8-1AE13651719B}"/>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CuadroTexto 5">
            <a:extLst>
              <a:ext uri="{FF2B5EF4-FFF2-40B4-BE49-F238E27FC236}">
                <a16:creationId xmlns:a16="http://schemas.microsoft.com/office/drawing/2014/main" id="{9E02FD5E-0D12-80F6-84CE-A5D9E4269E68}"/>
              </a:ext>
            </a:extLst>
          </p:cNvPr>
          <p:cNvSpPr txBox="1"/>
          <p:nvPr/>
        </p:nvSpPr>
        <p:spPr>
          <a:xfrm>
            <a:off x="404348" y="890461"/>
            <a:ext cx="3001792" cy="36933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s-AR" sz="2400" b="0" dirty="0"/>
              <a:t>Teoría cuantitativa</a:t>
            </a:r>
          </a:p>
        </p:txBody>
      </p:sp>
    </p:spTree>
    <p:extLst>
      <p:ext uri="{BB962C8B-B14F-4D97-AF65-F5344CB8AC3E}">
        <p14:creationId xmlns:p14="http://schemas.microsoft.com/office/powerpoint/2010/main" val="2690471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F27DF-DB4A-24EE-7115-CABF85743C4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25B4B691-CE4D-4052-B047-38F08F1E52D3}"/>
                  </a:ext>
                </a:extLst>
              </p:cNvPr>
              <p:cNvSpPr txBox="1"/>
              <p:nvPr/>
            </p:nvSpPr>
            <p:spPr>
              <a:xfrm>
                <a:off x="404348" y="761093"/>
                <a:ext cx="11597152" cy="830997"/>
              </a:xfrm>
              <a:prstGeom prst="rect">
                <a:avLst/>
              </a:prstGeom>
              <a:noFill/>
            </p:spPr>
            <p:txBody>
              <a:bodyPr wrap="square" rtlCol="0">
                <a:spAutoFit/>
              </a:bodyPr>
              <a:lstStyle/>
              <a:p>
                <a:pPr marL="285750" indent="-285750">
                  <a:buFont typeface="Arial" panose="020B0604020202020204" pitchFamily="34" charset="0"/>
                  <a:buChar char="•"/>
                </a:pPr>
                <a:r>
                  <a:rPr lang="es-AR" sz="2400" dirty="0"/>
                  <a:t>Propuesta keynesiana: la demanda de dinero depende de la tasa de interés (</a:t>
                </a:r>
                <a14:m>
                  <m:oMath xmlns:m="http://schemas.openxmlformats.org/officeDocument/2006/math">
                    <m:r>
                      <a:rPr lang="es-AR" sz="2400" i="1" dirty="0" smtClean="0">
                        <a:latin typeface="Cambria Math" panose="02040503050406030204" pitchFamily="18" charset="0"/>
                      </a:rPr>
                      <m:t>𝑖</m:t>
                    </m:r>
                  </m:oMath>
                </a14:m>
                <a:r>
                  <a:rPr lang="es-AR" sz="2400" dirty="0"/>
                  <a:t>) por motivos precautorios y especulativos, y del ingreso por motivo transaccional.</a:t>
                </a:r>
              </a:p>
            </p:txBody>
          </p:sp>
        </mc:Choice>
        <mc:Fallback>
          <p:sp>
            <p:nvSpPr>
              <p:cNvPr id="10" name="CuadroTexto 9">
                <a:extLst>
                  <a:ext uri="{FF2B5EF4-FFF2-40B4-BE49-F238E27FC236}">
                    <a16:creationId xmlns:a16="http://schemas.microsoft.com/office/drawing/2014/main" id="{25B4B691-CE4D-4052-B047-38F08F1E52D3}"/>
                  </a:ext>
                </a:extLst>
              </p:cNvPr>
              <p:cNvSpPr txBox="1">
                <a:spLocks noRot="1" noChangeAspect="1" noMove="1" noResize="1" noEditPoints="1" noAdjustHandles="1" noChangeArrowheads="1" noChangeShapeType="1" noTextEdit="1"/>
              </p:cNvSpPr>
              <p:nvPr/>
            </p:nvSpPr>
            <p:spPr>
              <a:xfrm>
                <a:off x="404348" y="761093"/>
                <a:ext cx="11597152" cy="830997"/>
              </a:xfrm>
              <a:prstGeom prst="rect">
                <a:avLst/>
              </a:prstGeom>
              <a:blipFill>
                <a:blip r:embed="rId2"/>
                <a:stretch>
                  <a:fillRect l="-683" t="-5882" r="-946" b="-16176"/>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A24EBC41-9B71-D040-510B-4601E940FA86}"/>
                  </a:ext>
                </a:extLst>
              </p:cNvPr>
              <p:cNvSpPr txBox="1"/>
              <p:nvPr/>
            </p:nvSpPr>
            <p:spPr>
              <a:xfrm>
                <a:off x="1382485" y="1936895"/>
                <a:ext cx="1610505" cy="6890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sz="2400" i="1" smtClean="0">
                              <a:latin typeface="Cambria Math" panose="02040503050406030204" pitchFamily="18" charset="0"/>
                            </a:rPr>
                          </m:ctrlPr>
                        </m:fPr>
                        <m:num>
                          <m:r>
                            <a:rPr lang="es-AR" sz="2400" i="1">
                              <a:latin typeface="Cambria Math" panose="02040503050406030204" pitchFamily="18" charset="0"/>
                            </a:rPr>
                            <m:t>𝑀</m:t>
                          </m:r>
                        </m:num>
                        <m:den>
                          <m:r>
                            <a:rPr lang="es-AR" sz="2400" i="1">
                              <a:latin typeface="Cambria Math" panose="02040503050406030204" pitchFamily="18" charset="0"/>
                            </a:rPr>
                            <m:t>𝑃</m:t>
                          </m:r>
                        </m:den>
                      </m:f>
                      <m:r>
                        <a:rPr lang="es-AR" sz="2400" b="0" i="1" smtClean="0">
                          <a:latin typeface="Cambria Math" panose="02040503050406030204" pitchFamily="18" charset="0"/>
                        </a:rPr>
                        <m:t>=</m:t>
                      </m:r>
                      <m:r>
                        <a:rPr lang="es-AR" sz="2400" b="0" i="1" smtClean="0">
                          <a:latin typeface="Cambria Math" panose="02040503050406030204" pitchFamily="18" charset="0"/>
                        </a:rPr>
                        <m:t>𝑓</m:t>
                      </m:r>
                      <m:r>
                        <a:rPr lang="es-AR" sz="2400" b="0" i="1" smtClean="0">
                          <a:latin typeface="Cambria Math" panose="02040503050406030204" pitchFamily="18" charset="0"/>
                        </a:rPr>
                        <m:t>(</m:t>
                      </m:r>
                      <m:r>
                        <a:rPr lang="es-AR" sz="2400" b="0" i="1" smtClean="0">
                          <a:latin typeface="Cambria Math" panose="02040503050406030204" pitchFamily="18" charset="0"/>
                        </a:rPr>
                        <m:t>𝑄</m:t>
                      </m:r>
                      <m:r>
                        <a:rPr lang="es-AR" sz="2400" b="0" i="1" smtClean="0">
                          <a:latin typeface="Cambria Math" panose="02040503050406030204" pitchFamily="18" charset="0"/>
                        </a:rPr>
                        <m:t>,</m:t>
                      </m:r>
                      <m:r>
                        <a:rPr lang="es-AR" sz="2400" b="0" i="1" smtClean="0">
                          <a:latin typeface="Cambria Math" panose="02040503050406030204" pitchFamily="18" charset="0"/>
                        </a:rPr>
                        <m:t>𝑖</m:t>
                      </m:r>
                      <m:r>
                        <a:rPr lang="es-AR" sz="2400" b="0" i="1" smtClean="0">
                          <a:latin typeface="Cambria Math" panose="02040503050406030204" pitchFamily="18" charset="0"/>
                        </a:rPr>
                        <m:t>)</m:t>
                      </m:r>
                    </m:oMath>
                  </m:oMathPara>
                </a14:m>
                <a:endParaRPr lang="es-AR" sz="2400" b="0" i="1" dirty="0">
                  <a:latin typeface="Cambria Math" panose="02040503050406030204" pitchFamily="18" charset="0"/>
                </a:endParaRPr>
              </a:p>
            </p:txBody>
          </p:sp>
        </mc:Choice>
        <mc:Fallback>
          <p:sp>
            <p:nvSpPr>
              <p:cNvPr id="2" name="CuadroTexto 1">
                <a:extLst>
                  <a:ext uri="{FF2B5EF4-FFF2-40B4-BE49-F238E27FC236}">
                    <a16:creationId xmlns:a16="http://schemas.microsoft.com/office/drawing/2014/main" id="{A24EBC41-9B71-D040-510B-4601E940FA86}"/>
                  </a:ext>
                </a:extLst>
              </p:cNvPr>
              <p:cNvSpPr txBox="1">
                <a:spLocks noRot="1" noChangeAspect="1" noMove="1" noResize="1" noEditPoints="1" noAdjustHandles="1" noChangeArrowheads="1" noChangeShapeType="1" noTextEdit="1"/>
              </p:cNvSpPr>
              <p:nvPr/>
            </p:nvSpPr>
            <p:spPr>
              <a:xfrm>
                <a:off x="1382485" y="1936895"/>
                <a:ext cx="1610505" cy="689035"/>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93C1C5D6-63C3-FEAC-218B-45E81FA68767}"/>
                  </a:ext>
                </a:extLst>
              </p:cNvPr>
              <p:cNvSpPr txBox="1"/>
              <p:nvPr/>
            </p:nvSpPr>
            <p:spPr>
              <a:xfrm>
                <a:off x="3712028" y="1843280"/>
                <a:ext cx="1138453" cy="9306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sz="2400" b="0" i="1" smtClean="0">
                              <a:latin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m:t>
                          </m:r>
                          <m:f>
                            <m:fPr>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𝑀</m:t>
                              </m:r>
                            </m:num>
                            <m:den>
                              <m:r>
                                <a:rPr lang="es-AR" sz="2400" b="0" i="1" smtClean="0">
                                  <a:latin typeface="Cambria Math" panose="02040503050406030204" pitchFamily="18" charset="0"/>
                                  <a:ea typeface="Cambria Math" panose="02040503050406030204" pitchFamily="18" charset="0"/>
                                </a:rPr>
                                <m:t>𝑃</m:t>
                              </m:r>
                            </m:den>
                          </m:f>
                        </m:num>
                        <m:den>
                          <m:r>
                            <a:rPr lang="es-AR" sz="2400" b="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𝑖</m:t>
                          </m:r>
                        </m:den>
                      </m:f>
                      <m:r>
                        <a:rPr lang="es-AR" sz="2400" b="0" i="1" smtClean="0">
                          <a:latin typeface="Cambria Math" panose="02040503050406030204" pitchFamily="18" charset="0"/>
                        </a:rPr>
                        <m:t>&lt;0</m:t>
                      </m:r>
                    </m:oMath>
                  </m:oMathPara>
                </a14:m>
                <a:endParaRPr lang="es-AR" sz="2400" b="0" i="1" dirty="0">
                  <a:latin typeface="Cambria Math" panose="02040503050406030204" pitchFamily="18" charset="0"/>
                </a:endParaRPr>
              </a:p>
            </p:txBody>
          </p:sp>
        </mc:Choice>
        <mc:Fallback>
          <p:sp>
            <p:nvSpPr>
              <p:cNvPr id="3" name="CuadroTexto 2">
                <a:extLst>
                  <a:ext uri="{FF2B5EF4-FFF2-40B4-BE49-F238E27FC236}">
                    <a16:creationId xmlns:a16="http://schemas.microsoft.com/office/drawing/2014/main" id="{93C1C5D6-63C3-FEAC-218B-45E81FA68767}"/>
                  </a:ext>
                </a:extLst>
              </p:cNvPr>
              <p:cNvSpPr txBox="1">
                <a:spLocks noRot="1" noChangeAspect="1" noMove="1" noResize="1" noEditPoints="1" noAdjustHandles="1" noChangeArrowheads="1" noChangeShapeType="1" noTextEdit="1"/>
              </p:cNvSpPr>
              <p:nvPr/>
            </p:nvSpPr>
            <p:spPr>
              <a:xfrm>
                <a:off x="3712028" y="1843280"/>
                <a:ext cx="1138453" cy="930639"/>
              </a:xfrm>
              <a:prstGeom prst="rect">
                <a:avLst/>
              </a:prstGeom>
              <a:blipFill>
                <a:blip r:embed="rId4"/>
                <a:stretch>
                  <a:fillRect/>
                </a:stretch>
              </a:blipFill>
            </p:spPr>
            <p:txBody>
              <a:bodyPr/>
              <a:lstStyle/>
              <a:p>
                <a:r>
                  <a:rPr lang="es-AR">
                    <a:noFill/>
                  </a:rPr>
                  <a:t> </a:t>
                </a:r>
              </a:p>
            </p:txBody>
          </p:sp>
        </mc:Fallback>
      </mc:AlternateContent>
      <p:sp>
        <p:nvSpPr>
          <p:cNvPr id="5" name="CuadroTexto 4">
            <a:extLst>
              <a:ext uri="{FF2B5EF4-FFF2-40B4-BE49-F238E27FC236}">
                <a16:creationId xmlns:a16="http://schemas.microsoft.com/office/drawing/2014/main" id="{5CB32052-B882-63A6-CD76-D74ED68285AE}"/>
              </a:ext>
            </a:extLst>
          </p:cNvPr>
          <p:cNvSpPr txBox="1"/>
          <p:nvPr/>
        </p:nvSpPr>
        <p:spPr>
          <a:xfrm>
            <a:off x="404348" y="2773917"/>
            <a:ext cx="10831342" cy="461665"/>
          </a:xfrm>
          <a:prstGeom prst="rect">
            <a:avLst/>
          </a:prstGeom>
          <a:noFill/>
        </p:spPr>
        <p:txBody>
          <a:bodyPr wrap="square" rtlCol="0">
            <a:spAutoFit/>
          </a:bodyPr>
          <a:lstStyle/>
          <a:p>
            <a:pPr marL="285750" indent="-285750">
              <a:buFont typeface="Arial" panose="020B0604020202020204" pitchFamily="34" charset="0"/>
              <a:buChar char="•"/>
            </a:pPr>
            <a:r>
              <a:rPr lang="es-AR" sz="2400" dirty="0"/>
              <a:t>Reformulación monetarista: demanda de dinero de Friedman (1956).</a:t>
            </a:r>
          </a:p>
        </p:txBody>
      </p:sp>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113BBD36-4921-483B-7A82-A5B52FF49D68}"/>
                  </a:ext>
                </a:extLst>
              </p:cNvPr>
              <p:cNvSpPr txBox="1"/>
              <p:nvPr/>
            </p:nvSpPr>
            <p:spPr>
              <a:xfrm>
                <a:off x="1382485" y="3463526"/>
                <a:ext cx="3785973" cy="815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sz="2400" i="1" smtClean="0">
                              <a:latin typeface="Cambria Math" panose="02040503050406030204" pitchFamily="18" charset="0"/>
                            </a:rPr>
                          </m:ctrlPr>
                        </m:fPr>
                        <m:num>
                          <m:sSubSup>
                            <m:sSubSupPr>
                              <m:ctrlPr>
                                <a:rPr lang="es-AR" sz="2400" i="1" smtClean="0">
                                  <a:latin typeface="Cambria Math" panose="02040503050406030204" pitchFamily="18" charset="0"/>
                                </a:rPr>
                              </m:ctrlPr>
                            </m:sSubSupPr>
                            <m:e>
                              <m:r>
                                <a:rPr lang="es-AR" sz="2400" b="0" i="1" smtClean="0">
                                  <a:latin typeface="Cambria Math" panose="02040503050406030204" pitchFamily="18" charset="0"/>
                                </a:rPr>
                                <m:t>𝑀</m:t>
                              </m:r>
                            </m:e>
                            <m:sub>
                              <m:r>
                                <a:rPr lang="es-AR" sz="2400" b="0" i="1" smtClean="0">
                                  <a:latin typeface="Cambria Math" panose="02040503050406030204" pitchFamily="18" charset="0"/>
                                </a:rPr>
                                <m:t>𝑡</m:t>
                              </m:r>
                            </m:sub>
                            <m:sup>
                              <m:r>
                                <a:rPr lang="es-AR" sz="2400" b="0" i="1" smtClean="0">
                                  <a:latin typeface="Cambria Math" panose="02040503050406030204" pitchFamily="18" charset="0"/>
                                </a:rPr>
                                <m:t>𝑑</m:t>
                              </m:r>
                            </m:sup>
                          </m:sSubSup>
                        </m:num>
                        <m:den>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𝑡</m:t>
                              </m:r>
                            </m:sub>
                          </m:sSub>
                        </m:den>
                      </m:f>
                      <m:r>
                        <a:rPr lang="es-AR" sz="2400" b="0" i="1" smtClean="0">
                          <a:latin typeface="Cambria Math" panose="02040503050406030204" pitchFamily="18" charset="0"/>
                        </a:rPr>
                        <m:t>=</m:t>
                      </m:r>
                      <m:r>
                        <a:rPr lang="es-AR" sz="2400" b="0" i="1" smtClean="0">
                          <a:latin typeface="Cambria Math" panose="02040503050406030204" pitchFamily="18" charset="0"/>
                        </a:rPr>
                        <m:t>𝑓</m:t>
                      </m:r>
                      <m:d>
                        <m:dPr>
                          <m:ctrlPr>
                            <a:rPr lang="es-AR" sz="2400" b="0" i="1" smtClean="0">
                              <a:latin typeface="Cambria Math" panose="02040503050406030204" pitchFamily="18" charset="0"/>
                            </a:rPr>
                          </m:ctrlPr>
                        </m:dPr>
                        <m:e>
                          <m:acc>
                            <m:accPr>
                              <m:chr m:val="̅"/>
                              <m:ctrlPr>
                                <a:rPr lang="es-AR" sz="2400" b="0" i="1" smtClean="0">
                                  <a:latin typeface="Cambria Math" panose="02040503050406030204" pitchFamily="18" charset="0"/>
                                </a:rPr>
                              </m:ctrlPr>
                            </m:accPr>
                            <m:e>
                              <m:r>
                                <a:rPr lang="es-AR" sz="2400" b="0" i="1" smtClean="0">
                                  <a:latin typeface="Cambria Math" panose="02040503050406030204" pitchFamily="18" charset="0"/>
                                </a:rPr>
                                <m:t>𝑌</m:t>
                              </m:r>
                            </m:e>
                          </m:acc>
                          <m:r>
                            <a:rPr lang="es-AR" sz="2400" b="0" i="1" smtClean="0">
                              <a:latin typeface="Cambria Math" panose="02040503050406030204" pitchFamily="18" charset="0"/>
                            </a:rPr>
                            <m:t>, </m:t>
                          </m:r>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𝑥</m:t>
                              </m:r>
                            </m:sub>
                          </m:sSub>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𝑚</m:t>
                              </m:r>
                            </m:sub>
                          </m:sSub>
                          <m:r>
                            <a:rPr lang="es-AR" sz="2400" i="1">
                              <a:latin typeface="Cambria Math" panose="02040503050406030204" pitchFamily="18" charset="0"/>
                            </a:rPr>
                            <m:t>,</m:t>
                          </m:r>
                          <m:sSup>
                            <m:sSupPr>
                              <m:ctrlPr>
                                <a:rPr lang="es-AR" sz="2400" i="1" smtClean="0">
                                  <a:latin typeface="Cambria Math" panose="02040503050406030204" pitchFamily="18" charset="0"/>
                                </a:rPr>
                              </m:ctrlPr>
                            </m:sSupPr>
                            <m:e>
                              <m:r>
                                <a:rPr lang="es-AR" sz="2400" b="0" i="1" smtClean="0">
                                  <a:latin typeface="Cambria Math" panose="02040503050406030204" pitchFamily="18" charset="0"/>
                                </a:rPr>
                                <m:t>𝜋</m:t>
                              </m:r>
                            </m:e>
                            <m:sup>
                              <m:r>
                                <a:rPr lang="es-AR" sz="2400" b="0" i="1" smtClean="0">
                                  <a:latin typeface="Cambria Math" panose="02040503050406030204" pitchFamily="18" charset="0"/>
                                </a:rPr>
                                <m:t>𝑒</m:t>
                              </m:r>
                            </m:sup>
                          </m:sSup>
                          <m:r>
                            <a:rPr lang="es-AR" sz="2400" i="1" smtClean="0">
                              <a:latin typeface="Cambria Math" panose="02040503050406030204" pitchFamily="18" charset="0"/>
                            </a:rPr>
                            <m:t> </m:t>
                          </m:r>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𝑚</m:t>
                              </m:r>
                            </m:sub>
                          </m:sSub>
                        </m:e>
                      </m:d>
                    </m:oMath>
                  </m:oMathPara>
                </a14:m>
                <a:endParaRPr lang="es-AR" sz="2400" b="0" i="1" dirty="0">
                  <a:latin typeface="Cambria Math" panose="02040503050406030204" pitchFamily="18" charset="0"/>
                </a:endParaRPr>
              </a:p>
            </p:txBody>
          </p:sp>
        </mc:Choice>
        <mc:Fallback>
          <p:sp>
            <p:nvSpPr>
              <p:cNvPr id="4" name="CuadroTexto 3">
                <a:extLst>
                  <a:ext uri="{FF2B5EF4-FFF2-40B4-BE49-F238E27FC236}">
                    <a16:creationId xmlns:a16="http://schemas.microsoft.com/office/drawing/2014/main" id="{113BBD36-4921-483B-7A82-A5B52FF49D68}"/>
                  </a:ext>
                </a:extLst>
              </p:cNvPr>
              <p:cNvSpPr txBox="1">
                <a:spLocks noRot="1" noChangeAspect="1" noMove="1" noResize="1" noEditPoints="1" noAdjustHandles="1" noChangeArrowheads="1" noChangeShapeType="1" noTextEdit="1"/>
              </p:cNvSpPr>
              <p:nvPr/>
            </p:nvSpPr>
            <p:spPr>
              <a:xfrm>
                <a:off x="1382485" y="3463526"/>
                <a:ext cx="3785973" cy="815673"/>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70B4244C-2B98-48BE-0482-7A286765617F}"/>
                  </a:ext>
                </a:extLst>
              </p:cNvPr>
              <p:cNvSpPr txBox="1"/>
              <p:nvPr/>
            </p:nvSpPr>
            <p:spPr>
              <a:xfrm>
                <a:off x="404348" y="4395573"/>
                <a:ext cx="11597152" cy="1569660"/>
              </a:xfrm>
              <a:prstGeom prst="rect">
                <a:avLst/>
              </a:prstGeom>
              <a:noFill/>
            </p:spPr>
            <p:txBody>
              <a:bodyPr wrap="square">
                <a:spAutoFit/>
              </a:bodyPr>
              <a:lstStyle/>
              <a:p>
                <a14:m>
                  <m:oMath xmlns:m="http://schemas.openxmlformats.org/officeDocument/2006/math">
                    <m:acc>
                      <m:accPr>
                        <m:chr m:val="̅"/>
                        <m:ctrlPr>
                          <a:rPr lang="es-AR" sz="2400" b="0" i="1" smtClean="0">
                            <a:latin typeface="Cambria Math" panose="02040503050406030204" pitchFamily="18" charset="0"/>
                          </a:rPr>
                        </m:ctrlPr>
                      </m:accPr>
                      <m:e>
                        <m:r>
                          <a:rPr lang="es-AR" sz="2400" b="0" i="1" smtClean="0">
                            <a:latin typeface="Cambria Math" panose="02040503050406030204" pitchFamily="18" charset="0"/>
                          </a:rPr>
                          <m:t>𝑌</m:t>
                        </m:r>
                      </m:e>
                    </m:acc>
                  </m:oMath>
                </a14:m>
                <a:r>
                  <a:rPr lang="es-AR" sz="2400" dirty="0"/>
                  <a:t>: ingreso permanente (medida del ingreso igual al ingreso esperado descontado).</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𝑥</m:t>
                        </m:r>
                      </m:sub>
                    </m:sSub>
                  </m:oMath>
                </a14:m>
                <a:r>
                  <a:rPr lang="es-AR" sz="2400" dirty="0"/>
                  <a:t>: rendimiento del activo financiero </a:t>
                </a:r>
                <a14:m>
                  <m:oMath xmlns:m="http://schemas.openxmlformats.org/officeDocument/2006/math">
                    <m:r>
                      <a:rPr lang="es-AR" sz="2400" i="1" dirty="0" smtClean="0">
                        <a:latin typeface="Cambria Math" panose="02040503050406030204" pitchFamily="18" charset="0"/>
                      </a:rPr>
                      <m:t>𝑥</m:t>
                    </m:r>
                  </m:oMath>
                </a14:m>
                <a:r>
                  <a:rPr lang="es-AR" sz="2400" dirty="0"/>
                  <a:t> (bonos, acciones, por ej.).</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𝑚</m:t>
                        </m:r>
                      </m:sub>
                    </m:sSub>
                  </m:oMath>
                </a14:m>
                <a:r>
                  <a:rPr lang="es-AR" sz="2400" dirty="0"/>
                  <a:t>: rendimiento del dinero (-costos financieros </a:t>
                </a:r>
                <a:r>
                  <a:rPr lang="es-AR" sz="2400" dirty="0" err="1"/>
                  <a:t>bcos</a:t>
                </a:r>
                <a:r>
                  <a:rPr lang="es-AR" sz="2400" dirty="0"/>
                  <a:t>. y fondos </a:t>
                </a:r>
                <a:r>
                  <a:rPr lang="es-AR" sz="2400" dirty="0" err="1"/>
                  <a:t>money</a:t>
                </a:r>
                <a:r>
                  <a:rPr lang="es-AR" sz="2400" dirty="0"/>
                  <a:t> </a:t>
                </a:r>
                <a:r>
                  <a:rPr lang="es-AR" sz="2400" dirty="0" err="1"/>
                  <a:t>market</a:t>
                </a:r>
                <a:r>
                  <a:rPr lang="es-AR" sz="2400" dirty="0"/>
                  <a:t>).</a:t>
                </a:r>
              </a:p>
              <a:p>
                <a14:m>
                  <m:oMath xmlns:m="http://schemas.openxmlformats.org/officeDocument/2006/math">
                    <m:sSup>
                      <m:sSupPr>
                        <m:ctrlPr>
                          <a:rPr lang="es-AR" sz="2400" i="1">
                            <a:latin typeface="Cambria Math" panose="02040503050406030204" pitchFamily="18" charset="0"/>
                          </a:rPr>
                        </m:ctrlPr>
                      </m:sSupPr>
                      <m:e>
                        <m:r>
                          <a:rPr lang="es-AR" sz="2400" i="1">
                            <a:latin typeface="Cambria Math" panose="02040503050406030204" pitchFamily="18" charset="0"/>
                          </a:rPr>
                          <m:t>𝜋</m:t>
                        </m:r>
                      </m:e>
                      <m:sup>
                        <m:r>
                          <a:rPr lang="es-AR" sz="2400" i="1">
                            <a:latin typeface="Cambria Math" panose="02040503050406030204" pitchFamily="18" charset="0"/>
                          </a:rPr>
                          <m:t>𝑒</m:t>
                        </m:r>
                      </m:sup>
                    </m:sSup>
                  </m:oMath>
                </a14:m>
                <a:r>
                  <a:rPr lang="es-AR" sz="2400" dirty="0"/>
                  <a:t>: inflación esperada.</a:t>
                </a:r>
              </a:p>
            </p:txBody>
          </p:sp>
        </mc:Choice>
        <mc:Fallback>
          <p:sp>
            <p:nvSpPr>
              <p:cNvPr id="9" name="CuadroTexto 8">
                <a:extLst>
                  <a:ext uri="{FF2B5EF4-FFF2-40B4-BE49-F238E27FC236}">
                    <a16:creationId xmlns:a16="http://schemas.microsoft.com/office/drawing/2014/main" id="{70B4244C-2B98-48BE-0482-7A286765617F}"/>
                  </a:ext>
                </a:extLst>
              </p:cNvPr>
              <p:cNvSpPr txBox="1">
                <a:spLocks noRot="1" noChangeAspect="1" noMove="1" noResize="1" noEditPoints="1" noAdjustHandles="1" noChangeArrowheads="1" noChangeShapeType="1" noTextEdit="1"/>
              </p:cNvSpPr>
              <p:nvPr/>
            </p:nvSpPr>
            <p:spPr>
              <a:xfrm>
                <a:off x="404348" y="4395573"/>
                <a:ext cx="11597152" cy="1569660"/>
              </a:xfrm>
              <a:prstGeom prst="rect">
                <a:avLst/>
              </a:prstGeom>
              <a:blipFill>
                <a:blip r:embed="rId6"/>
                <a:stretch>
                  <a:fillRect l="-105" t="-2713" b="-7752"/>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B28115A8-DC59-7EFD-3EA8-BDB9F794B1E6}"/>
                  </a:ext>
                </a:extLst>
              </p:cNvPr>
              <p:cNvSpPr txBox="1"/>
              <p:nvPr/>
            </p:nvSpPr>
            <p:spPr>
              <a:xfrm>
                <a:off x="404348" y="6213261"/>
                <a:ext cx="7139451" cy="461665"/>
              </a:xfrm>
              <a:prstGeom prst="rect">
                <a:avLst/>
              </a:prstGeom>
              <a:noFill/>
            </p:spPr>
            <p:txBody>
              <a:bodyPr wrap="square" rtlCol="0">
                <a:spAutoFit/>
              </a:bodyPr>
              <a:lstStyle/>
              <a:p>
                <a:pPr marL="285750" indent="-285750">
                  <a:buFont typeface="Arial" panose="020B0604020202020204" pitchFamily="34" charset="0"/>
                  <a:buChar char="•"/>
                </a:pPr>
                <a:r>
                  <a:rPr lang="es-AR" sz="2400" dirty="0"/>
                  <a:t>Si </a:t>
                </a:r>
                <a14:m>
                  <m:oMath xmlns:m="http://schemas.openxmlformats.org/officeDocument/2006/math">
                    <m:r>
                      <a:rPr lang="es-AR" sz="2400" i="1" dirty="0" smtClean="0">
                        <a:latin typeface="Cambria Math" panose="02040503050406030204" pitchFamily="18" charset="0"/>
                      </a:rPr>
                      <m:t>𝑉</m:t>
                    </m:r>
                  </m:oMath>
                </a14:m>
                <a:r>
                  <a:rPr lang="es-AR" sz="2400" dirty="0"/>
                  <a:t> no es constante, es predecible.</a:t>
                </a:r>
              </a:p>
            </p:txBody>
          </p:sp>
        </mc:Choice>
        <mc:Fallback>
          <p:sp>
            <p:nvSpPr>
              <p:cNvPr id="11" name="CuadroTexto 10">
                <a:extLst>
                  <a:ext uri="{FF2B5EF4-FFF2-40B4-BE49-F238E27FC236}">
                    <a16:creationId xmlns:a16="http://schemas.microsoft.com/office/drawing/2014/main" id="{B28115A8-DC59-7EFD-3EA8-BDB9F794B1E6}"/>
                  </a:ext>
                </a:extLst>
              </p:cNvPr>
              <p:cNvSpPr txBox="1">
                <a:spLocks noRot="1" noChangeAspect="1" noMove="1" noResize="1" noEditPoints="1" noAdjustHandles="1" noChangeArrowheads="1" noChangeShapeType="1" noTextEdit="1"/>
              </p:cNvSpPr>
              <p:nvPr/>
            </p:nvSpPr>
            <p:spPr>
              <a:xfrm>
                <a:off x="404348" y="6213261"/>
                <a:ext cx="7139451" cy="461665"/>
              </a:xfrm>
              <a:prstGeom prst="rect">
                <a:avLst/>
              </a:prstGeom>
              <a:blipFill>
                <a:blip r:embed="rId7"/>
                <a:stretch>
                  <a:fillRect l="-1110" t="-10526" b="-28947"/>
                </a:stretch>
              </a:blipFill>
            </p:spPr>
            <p:txBody>
              <a:bodyPr/>
              <a:lstStyle/>
              <a:p>
                <a:r>
                  <a:rPr lang="es-AR">
                    <a:noFill/>
                  </a:rPr>
                  <a:t> </a:t>
                </a:r>
              </a:p>
            </p:txBody>
          </p:sp>
        </mc:Fallback>
      </mc:AlternateContent>
      <p:grpSp>
        <p:nvGrpSpPr>
          <p:cNvPr id="13" name="Grupo 12">
            <a:extLst>
              <a:ext uri="{FF2B5EF4-FFF2-40B4-BE49-F238E27FC236}">
                <a16:creationId xmlns:a16="http://schemas.microsoft.com/office/drawing/2014/main" id="{3BECDDD6-90F4-AB56-CF17-118E03C8BBA6}"/>
              </a:ext>
            </a:extLst>
          </p:cNvPr>
          <p:cNvGrpSpPr/>
          <p:nvPr/>
        </p:nvGrpSpPr>
        <p:grpSpPr>
          <a:xfrm>
            <a:off x="301478" y="101545"/>
            <a:ext cx="2993085" cy="461665"/>
            <a:chOff x="301478" y="101545"/>
            <a:chExt cx="2993085" cy="461665"/>
          </a:xfrm>
        </p:grpSpPr>
        <p:sp>
          <p:nvSpPr>
            <p:cNvPr id="14" name="CuadroTexto 13">
              <a:extLst>
                <a:ext uri="{FF2B5EF4-FFF2-40B4-BE49-F238E27FC236}">
                  <a16:creationId xmlns:a16="http://schemas.microsoft.com/office/drawing/2014/main" id="{25094848-B516-10D5-713E-D9DB457E58A4}"/>
                </a:ext>
              </a:extLst>
            </p:cNvPr>
            <p:cNvSpPr txBox="1"/>
            <p:nvPr/>
          </p:nvSpPr>
          <p:spPr>
            <a:xfrm>
              <a:off x="404348" y="101545"/>
              <a:ext cx="2890215" cy="461665"/>
            </a:xfrm>
            <a:prstGeom prst="rect">
              <a:avLst/>
            </a:prstGeom>
            <a:noFill/>
          </p:spPr>
          <p:txBody>
            <a:bodyPr wrap="none" rtlCol="0">
              <a:spAutoFit/>
            </a:bodyPr>
            <a:lstStyle/>
            <a:p>
              <a:r>
                <a:rPr lang="es-AR" sz="2400" dirty="0">
                  <a:latin typeface="+mj-lt"/>
                  <a:cs typeface="Times New Roman" panose="02020603050405020304" pitchFamily="18" charset="0"/>
                </a:rPr>
                <a:t>Demanda de dinero</a:t>
              </a:r>
            </a:p>
          </p:txBody>
        </p:sp>
        <p:cxnSp>
          <p:nvCxnSpPr>
            <p:cNvPr id="15" name="Conector recto 14">
              <a:extLst>
                <a:ext uri="{FF2B5EF4-FFF2-40B4-BE49-F238E27FC236}">
                  <a16:creationId xmlns:a16="http://schemas.microsoft.com/office/drawing/2014/main" id="{9CD85A87-E245-8006-246C-B50EEEA298B6}"/>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88391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1FE83C01-2B27-C61B-F231-7508D429D641}"/>
                  </a:ext>
                </a:extLst>
              </p:cNvPr>
              <p:cNvSpPr txBox="1"/>
              <p:nvPr/>
            </p:nvSpPr>
            <p:spPr>
              <a:xfrm>
                <a:off x="3366326" y="3812807"/>
                <a:ext cx="442775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(1+</m:t>
                      </m:r>
                      <m:r>
                        <a:rPr lang="es-AR" sz="2400" b="0" i="1" smtClean="0">
                          <a:latin typeface="Cambria Math" panose="02040503050406030204" pitchFamily="18" charset="0"/>
                        </a:rPr>
                        <m:t>𝑚</m:t>
                      </m:r>
                      <m:r>
                        <a:rPr lang="es-AR" sz="2400" b="0" i="1" smtClean="0">
                          <a:latin typeface="Cambria Math" panose="02040503050406030204" pitchFamily="18" charset="0"/>
                        </a:rPr>
                        <m:t>)(1+</m:t>
                      </m:r>
                      <m:r>
                        <a:rPr lang="es-AR" sz="2400" b="0" i="1" smtClean="0">
                          <a:latin typeface="Cambria Math" panose="02040503050406030204" pitchFamily="18" charset="0"/>
                        </a:rPr>
                        <m:t>𝑣</m:t>
                      </m:r>
                      <m:r>
                        <a:rPr lang="es-AR" sz="2400" b="0" i="1" smtClean="0">
                          <a:latin typeface="Cambria Math" panose="02040503050406030204" pitchFamily="18" charset="0"/>
                        </a:rPr>
                        <m:t>)=(1+</m:t>
                      </m:r>
                      <m:r>
                        <a:rPr lang="es-AR" sz="2400" b="0" i="1" smtClean="0">
                          <a:latin typeface="Cambria Math" panose="02040503050406030204" pitchFamily="18" charset="0"/>
                        </a:rPr>
                        <m:t>𝑝</m:t>
                      </m:r>
                      <m:r>
                        <a:rPr lang="es-AR" sz="2400" b="0" i="1" smtClean="0">
                          <a:latin typeface="Cambria Math" panose="02040503050406030204" pitchFamily="18" charset="0"/>
                        </a:rPr>
                        <m:t>)(1+</m:t>
                      </m:r>
                      <m:r>
                        <a:rPr lang="es-AR" sz="2400" b="0" i="1" smtClean="0">
                          <a:latin typeface="Cambria Math" panose="02040503050406030204" pitchFamily="18" charset="0"/>
                        </a:rPr>
                        <m:t>𝑞</m:t>
                      </m:r>
                      <m:r>
                        <a:rPr lang="es-AR" sz="2400" b="0" i="1" smtClean="0">
                          <a:latin typeface="Cambria Math" panose="02040503050406030204" pitchFamily="18" charset="0"/>
                        </a:rPr>
                        <m:t>)</m:t>
                      </m:r>
                    </m:oMath>
                  </m:oMathPara>
                </a14:m>
                <a:endParaRPr lang="es-AR" sz="2400" i="1" dirty="0"/>
              </a:p>
            </p:txBody>
          </p:sp>
        </mc:Choice>
        <mc:Fallback>
          <p:sp>
            <p:nvSpPr>
              <p:cNvPr id="6" name="CuadroTexto 5">
                <a:extLst>
                  <a:ext uri="{FF2B5EF4-FFF2-40B4-BE49-F238E27FC236}">
                    <a16:creationId xmlns:a16="http://schemas.microsoft.com/office/drawing/2014/main" id="{1FE83C01-2B27-C61B-F231-7508D429D641}"/>
                  </a:ext>
                </a:extLst>
              </p:cNvPr>
              <p:cNvSpPr txBox="1">
                <a:spLocks noRot="1" noChangeAspect="1" noMove="1" noResize="1" noEditPoints="1" noAdjustHandles="1" noChangeArrowheads="1" noChangeShapeType="1" noTextEdit="1"/>
              </p:cNvSpPr>
              <p:nvPr/>
            </p:nvSpPr>
            <p:spPr>
              <a:xfrm>
                <a:off x="3366326" y="3812807"/>
                <a:ext cx="4427751" cy="369332"/>
              </a:xfrm>
              <a:prstGeom prst="rect">
                <a:avLst/>
              </a:prstGeom>
              <a:blipFill>
                <a:blip r:embed="rId2"/>
                <a:stretch>
                  <a:fillRect l="-1926" t="-1639" r="-1926" b="-32787"/>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C64E7089-8343-A902-D594-F12BE7C86DE5}"/>
                  </a:ext>
                </a:extLst>
              </p:cNvPr>
              <p:cNvSpPr txBox="1"/>
              <p:nvPr/>
            </p:nvSpPr>
            <p:spPr>
              <a:xfrm>
                <a:off x="1503835" y="5156559"/>
                <a:ext cx="350192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𝑣</m:t>
                      </m:r>
                      <m:r>
                        <a:rPr lang="es-AR" sz="2400" b="0" i="1" smtClean="0">
                          <a:latin typeface="Cambria Math" panose="02040503050406030204" pitchFamily="18" charset="0"/>
                        </a:rPr>
                        <m:t>+</m:t>
                      </m:r>
                      <m:r>
                        <a:rPr lang="es-AR" sz="2400" b="0" i="1" smtClean="0">
                          <a:latin typeface="Cambria Math" panose="02040503050406030204" pitchFamily="18" charset="0"/>
                        </a:rPr>
                        <m:t>𝑚</m:t>
                      </m:r>
                      <m:r>
                        <a:rPr lang="es-AR" sz="2400" b="0" i="1" smtClean="0">
                          <a:latin typeface="Cambria Math" panose="02040503050406030204" pitchFamily="18" charset="0"/>
                        </a:rPr>
                        <m:t>+</m:t>
                      </m:r>
                      <m:r>
                        <a:rPr lang="es-AR" sz="2400" b="0" i="1" smtClean="0">
                          <a:latin typeface="Cambria Math" panose="02040503050406030204" pitchFamily="18" charset="0"/>
                        </a:rPr>
                        <m:t>𝑚𝑣</m:t>
                      </m:r>
                      <m:r>
                        <a:rPr lang="es-AR" sz="2400" b="0" i="1" smtClean="0">
                          <a:latin typeface="Cambria Math" panose="02040503050406030204" pitchFamily="18" charset="0"/>
                        </a:rPr>
                        <m:t>=</m:t>
                      </m:r>
                      <m:r>
                        <a:rPr lang="es-AR" sz="2400" b="0" i="1" smtClean="0">
                          <a:latin typeface="Cambria Math" panose="02040503050406030204" pitchFamily="18" charset="0"/>
                        </a:rPr>
                        <m:t>𝑞</m:t>
                      </m:r>
                      <m:r>
                        <a:rPr lang="es-AR" sz="2400" b="0" i="1" smtClean="0">
                          <a:latin typeface="Cambria Math" panose="02040503050406030204" pitchFamily="18" charset="0"/>
                        </a:rPr>
                        <m:t>+</m:t>
                      </m:r>
                      <m:r>
                        <a:rPr lang="es-AR" sz="2400" b="0" i="1" smtClean="0">
                          <a:latin typeface="Cambria Math" panose="02040503050406030204" pitchFamily="18" charset="0"/>
                        </a:rPr>
                        <m:t>𝑝</m:t>
                      </m:r>
                      <m:r>
                        <a:rPr lang="es-AR" sz="2400" b="0" i="1" smtClean="0">
                          <a:latin typeface="Cambria Math" panose="02040503050406030204" pitchFamily="18" charset="0"/>
                        </a:rPr>
                        <m:t>+</m:t>
                      </m:r>
                      <m:r>
                        <a:rPr lang="es-AR" sz="2400" b="0" i="1" smtClean="0">
                          <a:latin typeface="Cambria Math" panose="02040503050406030204" pitchFamily="18" charset="0"/>
                        </a:rPr>
                        <m:t>𝑝𝑞</m:t>
                      </m:r>
                    </m:oMath>
                  </m:oMathPara>
                </a14:m>
                <a:endParaRPr lang="es-AR" sz="2400" i="1" dirty="0"/>
              </a:p>
            </p:txBody>
          </p:sp>
        </mc:Choice>
        <mc:Fallback>
          <p:sp>
            <p:nvSpPr>
              <p:cNvPr id="10" name="CuadroTexto 9">
                <a:extLst>
                  <a:ext uri="{FF2B5EF4-FFF2-40B4-BE49-F238E27FC236}">
                    <a16:creationId xmlns:a16="http://schemas.microsoft.com/office/drawing/2014/main" id="{C64E7089-8343-A902-D594-F12BE7C86DE5}"/>
                  </a:ext>
                </a:extLst>
              </p:cNvPr>
              <p:cNvSpPr txBox="1">
                <a:spLocks noRot="1" noChangeAspect="1" noMove="1" noResize="1" noEditPoints="1" noAdjustHandles="1" noChangeArrowheads="1" noChangeShapeType="1" noTextEdit="1"/>
              </p:cNvSpPr>
              <p:nvPr/>
            </p:nvSpPr>
            <p:spPr>
              <a:xfrm>
                <a:off x="1503835" y="5156559"/>
                <a:ext cx="3501921" cy="369332"/>
              </a:xfrm>
              <a:prstGeom prst="rect">
                <a:avLst/>
              </a:prstGeom>
              <a:blipFill>
                <a:blip r:embed="rId3"/>
                <a:stretch>
                  <a:fillRect l="-871" r="-1568" b="-25000"/>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CFFBB0EF-65FD-AEAD-6ECD-D951E1C283BD}"/>
                  </a:ext>
                </a:extLst>
              </p:cNvPr>
              <p:cNvSpPr txBox="1"/>
              <p:nvPr/>
            </p:nvSpPr>
            <p:spPr>
              <a:xfrm>
                <a:off x="1931452" y="5583227"/>
                <a:ext cx="264668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−0,01+0,99</m:t>
                      </m:r>
                      <m:r>
                        <a:rPr lang="es-AR" sz="2400" b="0" i="1" smtClean="0">
                          <a:latin typeface="Cambria Math" panose="02040503050406030204" pitchFamily="18" charset="0"/>
                        </a:rPr>
                        <m:t>𝑚</m:t>
                      </m:r>
                      <m:r>
                        <a:rPr lang="es-AR" sz="2400" b="0" i="1" smtClean="0">
                          <a:latin typeface="Cambria Math" panose="02040503050406030204" pitchFamily="18" charset="0"/>
                        </a:rPr>
                        <m:t>=</m:t>
                      </m:r>
                      <m:r>
                        <a:rPr lang="es-AR" sz="2400" b="0" i="1" smtClean="0">
                          <a:latin typeface="Cambria Math" panose="02040503050406030204" pitchFamily="18" charset="0"/>
                        </a:rPr>
                        <m:t>𝑞</m:t>
                      </m:r>
                    </m:oMath>
                  </m:oMathPara>
                </a14:m>
                <a:endParaRPr lang="es-AR" sz="2400" i="1" dirty="0"/>
              </a:p>
            </p:txBody>
          </p:sp>
        </mc:Choice>
        <mc:Fallback>
          <p:sp>
            <p:nvSpPr>
              <p:cNvPr id="11" name="CuadroTexto 10">
                <a:extLst>
                  <a:ext uri="{FF2B5EF4-FFF2-40B4-BE49-F238E27FC236}">
                    <a16:creationId xmlns:a16="http://schemas.microsoft.com/office/drawing/2014/main" id="{CFFBB0EF-65FD-AEAD-6ECD-D951E1C283BD}"/>
                  </a:ext>
                </a:extLst>
              </p:cNvPr>
              <p:cNvSpPr txBox="1">
                <a:spLocks noRot="1" noChangeAspect="1" noMove="1" noResize="1" noEditPoints="1" noAdjustHandles="1" noChangeArrowheads="1" noChangeShapeType="1" noTextEdit="1"/>
              </p:cNvSpPr>
              <p:nvPr/>
            </p:nvSpPr>
            <p:spPr>
              <a:xfrm>
                <a:off x="1931452" y="5583227"/>
                <a:ext cx="2646687" cy="369332"/>
              </a:xfrm>
              <a:prstGeom prst="rect">
                <a:avLst/>
              </a:prstGeom>
              <a:blipFill>
                <a:blip r:embed="rId4"/>
                <a:stretch>
                  <a:fillRect l="-230" r="-2074" b="-25000"/>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15371CD7-BAB6-EF32-8751-3730AE203485}"/>
                  </a:ext>
                </a:extLst>
              </p:cNvPr>
              <p:cNvSpPr txBox="1"/>
              <p:nvPr/>
            </p:nvSpPr>
            <p:spPr>
              <a:xfrm>
                <a:off x="2332203" y="6035226"/>
                <a:ext cx="1845185" cy="7329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𝑚</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𝑞</m:t>
                          </m:r>
                          <m:r>
                            <a:rPr lang="es-AR" sz="2400" b="0" i="1" smtClean="0">
                              <a:latin typeface="Cambria Math" panose="02040503050406030204" pitchFamily="18" charset="0"/>
                            </a:rPr>
                            <m:t>+0,01</m:t>
                          </m:r>
                        </m:num>
                        <m:den>
                          <m:r>
                            <a:rPr lang="es-AR" sz="2400" b="0" i="1" smtClean="0">
                              <a:latin typeface="Cambria Math" panose="02040503050406030204" pitchFamily="18" charset="0"/>
                            </a:rPr>
                            <m:t>0,99</m:t>
                          </m:r>
                        </m:den>
                      </m:f>
                    </m:oMath>
                  </m:oMathPara>
                </a14:m>
                <a:endParaRPr lang="es-AR" sz="2400" b="0" i="1" dirty="0"/>
              </a:p>
            </p:txBody>
          </p:sp>
        </mc:Choice>
        <mc:Fallback>
          <p:sp>
            <p:nvSpPr>
              <p:cNvPr id="12" name="CuadroTexto 11">
                <a:extLst>
                  <a:ext uri="{FF2B5EF4-FFF2-40B4-BE49-F238E27FC236}">
                    <a16:creationId xmlns:a16="http://schemas.microsoft.com/office/drawing/2014/main" id="{15371CD7-BAB6-EF32-8751-3730AE203485}"/>
                  </a:ext>
                </a:extLst>
              </p:cNvPr>
              <p:cNvSpPr txBox="1">
                <a:spLocks noRot="1" noChangeAspect="1" noMove="1" noResize="1" noEditPoints="1" noAdjustHandles="1" noChangeArrowheads="1" noChangeShapeType="1" noTextEdit="1"/>
              </p:cNvSpPr>
              <p:nvPr/>
            </p:nvSpPr>
            <p:spPr>
              <a:xfrm>
                <a:off x="2332203" y="6035226"/>
                <a:ext cx="1845185" cy="732958"/>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4067EDB5-29F3-5901-9AE3-A8BB9761F279}"/>
                  </a:ext>
                </a:extLst>
              </p:cNvPr>
              <p:cNvSpPr txBox="1"/>
              <p:nvPr/>
            </p:nvSpPr>
            <p:spPr>
              <a:xfrm>
                <a:off x="4806826" y="1436765"/>
                <a:ext cx="169289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𝑀</m:t>
                          </m:r>
                        </m:e>
                        <m:sub>
                          <m:r>
                            <a:rPr lang="es-AR" sz="2400" b="0" i="1" smtClean="0">
                              <a:latin typeface="Cambria Math" panose="02040503050406030204" pitchFamily="18" charset="0"/>
                            </a:rPr>
                            <m:t>𝑡</m:t>
                          </m:r>
                        </m:sub>
                      </m:sSub>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𝑉</m:t>
                          </m:r>
                        </m:e>
                        <m:sub>
                          <m:r>
                            <a:rPr lang="es-AR" sz="2400" b="0" i="1" smtClean="0">
                              <a:latin typeface="Cambria Math" panose="02040503050406030204" pitchFamily="18" charset="0"/>
                            </a:rPr>
                            <m:t>𝑡</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𝑃</m:t>
                          </m:r>
                        </m:e>
                        <m:sub>
                          <m:r>
                            <a:rPr lang="es-AR" sz="2400" i="1">
                              <a:latin typeface="Cambria Math" panose="02040503050406030204" pitchFamily="18" charset="0"/>
                            </a:rPr>
                            <m:t>𝑡</m:t>
                          </m:r>
                        </m:sub>
                      </m:sSub>
                      <m:sSub>
                        <m:sSubPr>
                          <m:ctrlPr>
                            <a:rPr lang="es-AR" sz="2400" i="1">
                              <a:latin typeface="Cambria Math" panose="02040503050406030204" pitchFamily="18" charset="0"/>
                            </a:rPr>
                          </m:ctrlPr>
                        </m:sSubPr>
                        <m:e>
                          <m:r>
                            <a:rPr lang="es-AR" sz="2400" b="0" i="1" smtClean="0">
                              <a:latin typeface="Cambria Math" panose="02040503050406030204" pitchFamily="18" charset="0"/>
                            </a:rPr>
                            <m:t>𝑄</m:t>
                          </m:r>
                        </m:e>
                        <m:sub>
                          <m:r>
                            <a:rPr lang="es-AR" sz="2400" i="1">
                              <a:latin typeface="Cambria Math" panose="02040503050406030204" pitchFamily="18" charset="0"/>
                            </a:rPr>
                            <m:t>𝑡</m:t>
                          </m:r>
                        </m:sub>
                      </m:sSub>
                    </m:oMath>
                  </m:oMathPara>
                </a14:m>
                <a:endParaRPr lang="es-AR" sz="2400" i="1" dirty="0"/>
              </a:p>
            </p:txBody>
          </p:sp>
        </mc:Choice>
        <mc:Fallback>
          <p:sp>
            <p:nvSpPr>
              <p:cNvPr id="13" name="CuadroTexto 12">
                <a:extLst>
                  <a:ext uri="{FF2B5EF4-FFF2-40B4-BE49-F238E27FC236}">
                    <a16:creationId xmlns:a16="http://schemas.microsoft.com/office/drawing/2014/main" id="{4067EDB5-29F3-5901-9AE3-A8BB9761F279}"/>
                  </a:ext>
                </a:extLst>
              </p:cNvPr>
              <p:cNvSpPr txBox="1">
                <a:spLocks noRot="1" noChangeAspect="1" noMove="1" noResize="1" noEditPoints="1" noAdjustHandles="1" noChangeArrowheads="1" noChangeShapeType="1" noTextEdit="1"/>
              </p:cNvSpPr>
              <p:nvPr/>
            </p:nvSpPr>
            <p:spPr>
              <a:xfrm>
                <a:off x="4806826" y="1436765"/>
                <a:ext cx="1692899" cy="369332"/>
              </a:xfrm>
              <a:prstGeom prst="rect">
                <a:avLst/>
              </a:prstGeom>
              <a:blipFill>
                <a:blip r:embed="rId6"/>
                <a:stretch>
                  <a:fillRect l="-3971" r="-722" b="-28333"/>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978EA72C-1833-5BEB-6116-5C45BC12DCF2}"/>
                  </a:ext>
                </a:extLst>
              </p:cNvPr>
              <p:cNvSpPr txBox="1"/>
              <p:nvPr/>
            </p:nvSpPr>
            <p:spPr>
              <a:xfrm>
                <a:off x="404349" y="1504385"/>
                <a:ext cx="2198972" cy="8461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𝑋</m:t>
                              </m:r>
                            </m:e>
                            <m:sub>
                              <m:r>
                                <a:rPr lang="es-AR" sz="2400" i="1">
                                  <a:latin typeface="Cambria Math" panose="02040503050406030204" pitchFamily="18" charset="0"/>
                                </a:rPr>
                                <m:t>𝑡</m:t>
                              </m:r>
                            </m:sub>
                          </m:sSub>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𝑋</m:t>
                              </m:r>
                            </m:e>
                            <m:sub>
                              <m:r>
                                <a:rPr lang="es-AR" sz="2400" i="1">
                                  <a:latin typeface="Cambria Math" panose="02040503050406030204" pitchFamily="18" charset="0"/>
                                </a:rPr>
                                <m:t>𝑡</m:t>
                              </m:r>
                              <m:r>
                                <a:rPr lang="es-AR" sz="2400" i="1">
                                  <a:latin typeface="Cambria Math" panose="02040503050406030204" pitchFamily="18" charset="0"/>
                                </a:rPr>
                                <m:t>−1</m:t>
                              </m:r>
                            </m:sub>
                          </m:sSub>
                        </m:num>
                        <m:den>
                          <m:sSub>
                            <m:sSubPr>
                              <m:ctrlPr>
                                <a:rPr lang="es-AR" sz="2400" i="1">
                                  <a:latin typeface="Cambria Math" panose="02040503050406030204" pitchFamily="18" charset="0"/>
                                </a:rPr>
                              </m:ctrlPr>
                            </m:sSubPr>
                            <m:e>
                              <m:r>
                                <a:rPr lang="es-AR" sz="2400" i="1">
                                  <a:latin typeface="Cambria Math" panose="02040503050406030204" pitchFamily="18" charset="0"/>
                                </a:rPr>
                                <m:t>𝑋</m:t>
                              </m:r>
                            </m:e>
                            <m:sub>
                              <m:r>
                                <a:rPr lang="es-AR" sz="2400" i="1">
                                  <a:latin typeface="Cambria Math" panose="02040503050406030204" pitchFamily="18" charset="0"/>
                                </a:rPr>
                                <m:t>𝑡</m:t>
                              </m:r>
                              <m:r>
                                <a:rPr lang="es-AR" sz="2400" i="1">
                                  <a:latin typeface="Cambria Math" panose="02040503050406030204" pitchFamily="18" charset="0"/>
                                </a:rPr>
                                <m:t>−1</m:t>
                              </m:r>
                            </m:sub>
                          </m:sSub>
                        </m:den>
                      </m:f>
                      <m:r>
                        <a:rPr lang="es-AR" sz="2400" b="0" i="1" smtClean="0">
                          <a:latin typeface="Cambria Math" panose="02040503050406030204" pitchFamily="18" charset="0"/>
                        </a:rPr>
                        <m:t>=</m:t>
                      </m:r>
                      <m:r>
                        <a:rPr lang="es-AR" sz="2400" b="0" i="1" smtClean="0">
                          <a:latin typeface="Cambria Math" panose="02040503050406030204" pitchFamily="18" charset="0"/>
                        </a:rPr>
                        <m:t>𝑥</m:t>
                      </m:r>
                    </m:oMath>
                  </m:oMathPara>
                </a14:m>
                <a:endParaRPr lang="es-AR" sz="2400" dirty="0"/>
              </a:p>
            </p:txBody>
          </p:sp>
        </mc:Choice>
        <mc:Fallback>
          <p:sp>
            <p:nvSpPr>
              <p:cNvPr id="15" name="CuadroTexto 14">
                <a:extLst>
                  <a:ext uri="{FF2B5EF4-FFF2-40B4-BE49-F238E27FC236}">
                    <a16:creationId xmlns:a16="http://schemas.microsoft.com/office/drawing/2014/main" id="{978EA72C-1833-5BEB-6116-5C45BC12DCF2}"/>
                  </a:ext>
                </a:extLst>
              </p:cNvPr>
              <p:cNvSpPr txBox="1">
                <a:spLocks noRot="1" noChangeAspect="1" noMove="1" noResize="1" noEditPoints="1" noAdjustHandles="1" noChangeArrowheads="1" noChangeShapeType="1" noTextEdit="1"/>
              </p:cNvSpPr>
              <p:nvPr/>
            </p:nvSpPr>
            <p:spPr>
              <a:xfrm>
                <a:off x="404349" y="1504385"/>
                <a:ext cx="2198972" cy="846129"/>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D6A5917E-B0F3-F9B8-061E-8FC3937FCFFF}"/>
                  </a:ext>
                </a:extLst>
              </p:cNvPr>
              <p:cNvSpPr txBox="1"/>
              <p:nvPr/>
            </p:nvSpPr>
            <p:spPr>
              <a:xfrm>
                <a:off x="404348" y="2245233"/>
                <a:ext cx="1999703" cy="8461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𝑋</m:t>
                              </m:r>
                            </m:e>
                            <m:sub>
                              <m:r>
                                <a:rPr lang="es-AR" sz="2400" i="1">
                                  <a:latin typeface="Cambria Math" panose="02040503050406030204" pitchFamily="18" charset="0"/>
                                </a:rPr>
                                <m:t>𝑡</m:t>
                              </m:r>
                            </m:sub>
                          </m:sSub>
                        </m:num>
                        <m:den>
                          <m:sSub>
                            <m:sSubPr>
                              <m:ctrlPr>
                                <a:rPr lang="es-AR" sz="2400" i="1">
                                  <a:latin typeface="Cambria Math" panose="02040503050406030204" pitchFamily="18" charset="0"/>
                                </a:rPr>
                              </m:ctrlPr>
                            </m:sSubPr>
                            <m:e>
                              <m:r>
                                <a:rPr lang="es-AR" sz="2400" i="1">
                                  <a:latin typeface="Cambria Math" panose="02040503050406030204" pitchFamily="18" charset="0"/>
                                </a:rPr>
                                <m:t>𝑋</m:t>
                              </m:r>
                            </m:e>
                            <m:sub>
                              <m:r>
                                <a:rPr lang="es-AR" sz="2400" i="1">
                                  <a:latin typeface="Cambria Math" panose="02040503050406030204" pitchFamily="18" charset="0"/>
                                </a:rPr>
                                <m:t>𝑡</m:t>
                              </m:r>
                              <m:r>
                                <a:rPr lang="es-AR" sz="2400" i="1">
                                  <a:latin typeface="Cambria Math" panose="02040503050406030204" pitchFamily="18" charset="0"/>
                                </a:rPr>
                                <m:t>−1</m:t>
                              </m:r>
                            </m:sub>
                          </m:sSub>
                        </m:den>
                      </m:f>
                      <m:r>
                        <a:rPr lang="es-AR" sz="2400" b="0" i="1" smtClean="0">
                          <a:latin typeface="Cambria Math" panose="02040503050406030204" pitchFamily="18" charset="0"/>
                        </a:rPr>
                        <m:t>−1=</m:t>
                      </m:r>
                      <m:r>
                        <a:rPr lang="es-AR" sz="2400" b="0" i="1" smtClean="0">
                          <a:latin typeface="Cambria Math" panose="02040503050406030204" pitchFamily="18" charset="0"/>
                        </a:rPr>
                        <m:t>𝑥</m:t>
                      </m:r>
                    </m:oMath>
                  </m:oMathPara>
                </a14:m>
                <a:endParaRPr lang="es-AR" sz="2400" dirty="0"/>
              </a:p>
            </p:txBody>
          </p:sp>
        </mc:Choice>
        <mc:Fallback>
          <p:sp>
            <p:nvSpPr>
              <p:cNvPr id="18" name="CuadroTexto 17">
                <a:extLst>
                  <a:ext uri="{FF2B5EF4-FFF2-40B4-BE49-F238E27FC236}">
                    <a16:creationId xmlns:a16="http://schemas.microsoft.com/office/drawing/2014/main" id="{D6A5917E-B0F3-F9B8-061E-8FC3937FCFFF}"/>
                  </a:ext>
                </a:extLst>
              </p:cNvPr>
              <p:cNvSpPr txBox="1">
                <a:spLocks noRot="1" noChangeAspect="1" noMove="1" noResize="1" noEditPoints="1" noAdjustHandles="1" noChangeArrowheads="1" noChangeShapeType="1" noTextEdit="1"/>
              </p:cNvSpPr>
              <p:nvPr/>
            </p:nvSpPr>
            <p:spPr>
              <a:xfrm>
                <a:off x="404348" y="2245233"/>
                <a:ext cx="1999703" cy="846129"/>
              </a:xfrm>
              <a:prstGeom prst="rect">
                <a:avLst/>
              </a:prstGeom>
              <a:blipFill>
                <a:blip r:embed="rId8"/>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D201478E-6243-0DF7-B9D2-65B86C19E58F}"/>
                  </a:ext>
                </a:extLst>
              </p:cNvPr>
              <p:cNvSpPr txBox="1"/>
              <p:nvPr/>
            </p:nvSpPr>
            <p:spPr>
              <a:xfrm>
                <a:off x="216518" y="3134383"/>
                <a:ext cx="2142517" cy="8461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𝑋</m:t>
                              </m:r>
                            </m:e>
                            <m:sub>
                              <m:r>
                                <a:rPr lang="es-AR" sz="2400" i="1">
                                  <a:latin typeface="Cambria Math" panose="02040503050406030204" pitchFamily="18" charset="0"/>
                                </a:rPr>
                                <m:t>𝑡</m:t>
                              </m:r>
                            </m:sub>
                          </m:sSub>
                        </m:num>
                        <m:den>
                          <m:sSub>
                            <m:sSubPr>
                              <m:ctrlPr>
                                <a:rPr lang="es-AR" sz="2400" i="1">
                                  <a:latin typeface="Cambria Math" panose="02040503050406030204" pitchFamily="18" charset="0"/>
                                </a:rPr>
                              </m:ctrlPr>
                            </m:sSubPr>
                            <m:e>
                              <m:r>
                                <a:rPr lang="es-AR" sz="2400" i="1">
                                  <a:latin typeface="Cambria Math" panose="02040503050406030204" pitchFamily="18" charset="0"/>
                                </a:rPr>
                                <m:t>𝑋</m:t>
                              </m:r>
                            </m:e>
                            <m:sub>
                              <m:r>
                                <a:rPr lang="es-AR" sz="2400" i="1">
                                  <a:latin typeface="Cambria Math" panose="02040503050406030204" pitchFamily="18" charset="0"/>
                                </a:rPr>
                                <m:t>𝑡</m:t>
                              </m:r>
                              <m:r>
                                <a:rPr lang="es-AR" sz="2400" i="1">
                                  <a:latin typeface="Cambria Math" panose="02040503050406030204" pitchFamily="18" charset="0"/>
                                </a:rPr>
                                <m:t>−1</m:t>
                              </m:r>
                            </m:sub>
                          </m:sSub>
                        </m:den>
                      </m:f>
                      <m:r>
                        <a:rPr lang="es-AR" sz="2400" b="0" i="1" smtClean="0">
                          <a:latin typeface="Cambria Math" panose="02040503050406030204" pitchFamily="18" charset="0"/>
                        </a:rPr>
                        <m:t>=1+</m:t>
                      </m:r>
                      <m:r>
                        <a:rPr lang="es-AR" sz="2400" b="0" i="1" smtClean="0">
                          <a:latin typeface="Cambria Math" panose="02040503050406030204" pitchFamily="18" charset="0"/>
                        </a:rPr>
                        <m:t>𝑥</m:t>
                      </m:r>
                    </m:oMath>
                  </m:oMathPara>
                </a14:m>
                <a:endParaRPr lang="es-AR" sz="2400" dirty="0"/>
              </a:p>
            </p:txBody>
          </p:sp>
        </mc:Choice>
        <mc:Fallback>
          <p:sp>
            <p:nvSpPr>
              <p:cNvPr id="19" name="CuadroTexto 18">
                <a:extLst>
                  <a:ext uri="{FF2B5EF4-FFF2-40B4-BE49-F238E27FC236}">
                    <a16:creationId xmlns:a16="http://schemas.microsoft.com/office/drawing/2014/main" id="{D201478E-6243-0DF7-B9D2-65B86C19E58F}"/>
                  </a:ext>
                </a:extLst>
              </p:cNvPr>
              <p:cNvSpPr txBox="1">
                <a:spLocks noRot="1" noChangeAspect="1" noMove="1" noResize="1" noEditPoints="1" noAdjustHandles="1" noChangeArrowheads="1" noChangeShapeType="1" noTextEdit="1"/>
              </p:cNvSpPr>
              <p:nvPr/>
            </p:nvSpPr>
            <p:spPr>
              <a:xfrm>
                <a:off x="216518" y="3134383"/>
                <a:ext cx="2142517" cy="846129"/>
              </a:xfrm>
              <a:prstGeom prst="rect">
                <a:avLst/>
              </a:prstGeom>
              <a:blipFill>
                <a:blip r:embed="rId9"/>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8A6E0104-F1C6-5D3D-F740-C40CC3E0117D}"/>
                  </a:ext>
                </a:extLst>
              </p:cNvPr>
              <p:cNvSpPr txBox="1"/>
              <p:nvPr/>
            </p:nvSpPr>
            <p:spPr>
              <a:xfrm>
                <a:off x="3600449" y="1937103"/>
                <a:ext cx="4103372"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b="0" i="1" smtClean="0">
                                  <a:latin typeface="Cambria Math" panose="02040503050406030204" pitchFamily="18" charset="0"/>
                                </a:rPr>
                                <m:t>𝑀</m:t>
                              </m:r>
                            </m:e>
                            <m:sub>
                              <m:r>
                                <a:rPr lang="es-AR" sz="2400" i="1">
                                  <a:latin typeface="Cambria Math" panose="02040503050406030204" pitchFamily="18" charset="0"/>
                                </a:rPr>
                                <m:t>𝑡</m:t>
                              </m:r>
                            </m:sub>
                          </m:sSub>
                          <m:sSub>
                            <m:sSubPr>
                              <m:ctrlPr>
                                <a:rPr lang="es-AR" sz="2400" i="1">
                                  <a:latin typeface="Cambria Math" panose="02040503050406030204" pitchFamily="18" charset="0"/>
                                </a:rPr>
                              </m:ctrlPr>
                            </m:sSubPr>
                            <m:e>
                              <m:r>
                                <a:rPr lang="es-AR" sz="2400" b="0" i="1" smtClean="0">
                                  <a:latin typeface="Cambria Math" panose="02040503050406030204" pitchFamily="18" charset="0"/>
                                </a:rPr>
                                <m:t>𝑉</m:t>
                              </m:r>
                            </m:e>
                            <m:sub>
                              <m:r>
                                <a:rPr lang="es-AR" sz="2400" i="1">
                                  <a:latin typeface="Cambria Math" panose="02040503050406030204" pitchFamily="18" charset="0"/>
                                </a:rPr>
                                <m:t>𝑡</m:t>
                              </m:r>
                            </m:sub>
                          </m:sSub>
                        </m:num>
                        <m:den>
                          <m:sSub>
                            <m:sSubPr>
                              <m:ctrlPr>
                                <a:rPr lang="es-AR" sz="2400" i="1">
                                  <a:latin typeface="Cambria Math" panose="02040503050406030204" pitchFamily="18" charset="0"/>
                                </a:rPr>
                              </m:ctrlPr>
                            </m:sSubPr>
                            <m:e>
                              <m:r>
                                <a:rPr lang="es-AR" sz="2400" b="0" i="1" smtClean="0">
                                  <a:latin typeface="Cambria Math" panose="02040503050406030204" pitchFamily="18" charset="0"/>
                                </a:rPr>
                                <m:t>𝑀</m:t>
                              </m:r>
                            </m:e>
                            <m:sub>
                              <m:r>
                                <a:rPr lang="es-AR" sz="2400" i="1">
                                  <a:latin typeface="Cambria Math" panose="02040503050406030204" pitchFamily="18" charset="0"/>
                                </a:rPr>
                                <m:t>𝑡</m:t>
                              </m:r>
                              <m:r>
                                <a:rPr lang="es-AR" sz="2400" i="1">
                                  <a:latin typeface="Cambria Math" panose="02040503050406030204" pitchFamily="18" charset="0"/>
                                </a:rPr>
                                <m:t>−1</m:t>
                              </m:r>
                            </m:sub>
                          </m:sSub>
                          <m:sSub>
                            <m:sSubPr>
                              <m:ctrlPr>
                                <a:rPr lang="es-AR" sz="2400" i="1">
                                  <a:latin typeface="Cambria Math" panose="02040503050406030204" pitchFamily="18" charset="0"/>
                                </a:rPr>
                              </m:ctrlPr>
                            </m:sSubPr>
                            <m:e>
                              <m:r>
                                <a:rPr lang="es-AR" sz="2400" b="0" i="1" smtClean="0">
                                  <a:latin typeface="Cambria Math" panose="02040503050406030204" pitchFamily="18" charset="0"/>
                                </a:rPr>
                                <m:t>𝑉</m:t>
                              </m:r>
                            </m:e>
                            <m:sub>
                              <m:r>
                                <a:rPr lang="es-AR" sz="2400" i="1">
                                  <a:latin typeface="Cambria Math" panose="02040503050406030204" pitchFamily="18" charset="0"/>
                                </a:rPr>
                                <m:t>𝑡</m:t>
                              </m:r>
                              <m:r>
                                <a:rPr lang="es-AR" sz="2400" i="1">
                                  <a:latin typeface="Cambria Math" panose="02040503050406030204" pitchFamily="18" charset="0"/>
                                </a:rPr>
                                <m:t>−1</m:t>
                              </m:r>
                            </m:sub>
                          </m:sSub>
                        </m:den>
                      </m:f>
                      <m:r>
                        <a:rPr lang="es-AR" sz="2400" b="0" i="1" smtClean="0">
                          <a:latin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b="0" i="1" smtClean="0">
                                  <a:latin typeface="Cambria Math" panose="02040503050406030204" pitchFamily="18" charset="0"/>
                                </a:rPr>
                                <m:t>𝑃</m:t>
                              </m:r>
                            </m:e>
                            <m:sub>
                              <m:r>
                                <a:rPr lang="es-AR" sz="2400" i="1">
                                  <a:latin typeface="Cambria Math" panose="02040503050406030204" pitchFamily="18" charset="0"/>
                                </a:rPr>
                                <m:t>𝑡</m:t>
                              </m:r>
                            </m:sub>
                          </m:sSub>
                          <m:sSub>
                            <m:sSubPr>
                              <m:ctrlPr>
                                <a:rPr lang="es-AR" sz="2400" i="1">
                                  <a:latin typeface="Cambria Math" panose="02040503050406030204" pitchFamily="18" charset="0"/>
                                </a:rPr>
                              </m:ctrlPr>
                            </m:sSubPr>
                            <m:e>
                              <m:r>
                                <a:rPr lang="es-AR" sz="2400" b="0" i="1" smtClean="0">
                                  <a:latin typeface="Cambria Math" panose="02040503050406030204" pitchFamily="18" charset="0"/>
                                </a:rPr>
                                <m:t>𝑄</m:t>
                              </m:r>
                            </m:e>
                            <m:sub>
                              <m:r>
                                <a:rPr lang="es-AR" sz="2400" i="1">
                                  <a:latin typeface="Cambria Math" panose="02040503050406030204" pitchFamily="18" charset="0"/>
                                </a:rPr>
                                <m:t>𝑡</m:t>
                              </m:r>
                            </m:sub>
                          </m:sSub>
                        </m:num>
                        <m:den>
                          <m:sSub>
                            <m:sSubPr>
                              <m:ctrlPr>
                                <a:rPr lang="es-AR" sz="2400" i="1">
                                  <a:latin typeface="Cambria Math" panose="02040503050406030204" pitchFamily="18" charset="0"/>
                                </a:rPr>
                              </m:ctrlPr>
                            </m:sSubPr>
                            <m:e>
                              <m:r>
                                <a:rPr lang="es-AR" sz="2400" b="0" i="1" smtClean="0">
                                  <a:latin typeface="Cambria Math" panose="02040503050406030204" pitchFamily="18" charset="0"/>
                                </a:rPr>
                                <m:t>𝑃</m:t>
                              </m:r>
                            </m:e>
                            <m:sub>
                              <m:r>
                                <a:rPr lang="es-AR" sz="2400" i="1">
                                  <a:latin typeface="Cambria Math" panose="02040503050406030204" pitchFamily="18" charset="0"/>
                                </a:rPr>
                                <m:t>𝑡</m:t>
                              </m:r>
                              <m:r>
                                <a:rPr lang="es-AR" sz="2400" i="1">
                                  <a:latin typeface="Cambria Math" panose="02040503050406030204" pitchFamily="18" charset="0"/>
                                </a:rPr>
                                <m:t>−1</m:t>
                              </m:r>
                            </m:sub>
                          </m:sSub>
                          <m:sSub>
                            <m:sSubPr>
                              <m:ctrlPr>
                                <a:rPr lang="es-AR" sz="2400" i="1">
                                  <a:latin typeface="Cambria Math" panose="02040503050406030204" pitchFamily="18" charset="0"/>
                                </a:rPr>
                              </m:ctrlPr>
                            </m:sSubPr>
                            <m:e>
                              <m:r>
                                <a:rPr lang="es-AR" sz="2400" b="0" i="1" smtClean="0">
                                  <a:latin typeface="Cambria Math" panose="02040503050406030204" pitchFamily="18" charset="0"/>
                                </a:rPr>
                                <m:t>𝑄</m:t>
                              </m:r>
                            </m:e>
                            <m:sub>
                              <m:r>
                                <a:rPr lang="es-AR" sz="2400" i="1">
                                  <a:latin typeface="Cambria Math" panose="02040503050406030204" pitchFamily="18" charset="0"/>
                                </a:rPr>
                                <m:t>𝑡</m:t>
                              </m:r>
                              <m:r>
                                <a:rPr lang="es-AR" sz="2400" i="1">
                                  <a:latin typeface="Cambria Math" panose="02040503050406030204" pitchFamily="18" charset="0"/>
                                </a:rPr>
                                <m:t>−1</m:t>
                              </m:r>
                            </m:sub>
                          </m:sSub>
                        </m:den>
                      </m:f>
                    </m:oMath>
                  </m:oMathPara>
                </a14:m>
                <a:endParaRPr lang="es-AR" sz="2400" dirty="0"/>
              </a:p>
            </p:txBody>
          </p:sp>
        </mc:Choice>
        <mc:Fallback>
          <p:sp>
            <p:nvSpPr>
              <p:cNvPr id="21" name="CuadroTexto 20">
                <a:extLst>
                  <a:ext uri="{FF2B5EF4-FFF2-40B4-BE49-F238E27FC236}">
                    <a16:creationId xmlns:a16="http://schemas.microsoft.com/office/drawing/2014/main" id="{8A6E0104-F1C6-5D3D-F740-C40CC3E0117D}"/>
                  </a:ext>
                </a:extLst>
              </p:cNvPr>
              <p:cNvSpPr txBox="1">
                <a:spLocks noRot="1" noChangeAspect="1" noMove="1" noResize="1" noEditPoints="1" noAdjustHandles="1" noChangeArrowheads="1" noChangeShapeType="1" noTextEdit="1"/>
              </p:cNvSpPr>
              <p:nvPr/>
            </p:nvSpPr>
            <p:spPr>
              <a:xfrm>
                <a:off x="3600449" y="1937103"/>
                <a:ext cx="4103372" cy="848566"/>
              </a:xfrm>
              <a:prstGeom prst="rect">
                <a:avLst/>
              </a:prstGeom>
              <a:blipFill>
                <a:blip r:embed="rId10"/>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6DB28C07-75AA-D021-F555-298B0EB8D510}"/>
                  </a:ext>
                </a:extLst>
              </p:cNvPr>
              <p:cNvSpPr txBox="1"/>
              <p:nvPr/>
            </p:nvSpPr>
            <p:spPr>
              <a:xfrm>
                <a:off x="3079318" y="2861118"/>
                <a:ext cx="5145632"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s-AR" sz="2400" b="0" i="1" smtClean="0">
                              <a:latin typeface="Cambria Math" panose="02040503050406030204" pitchFamily="18" charset="0"/>
                            </a:rPr>
                          </m:ctrlPr>
                        </m:dPr>
                        <m:e>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𝑀</m:t>
                                  </m:r>
                                </m:e>
                                <m:sub>
                                  <m:r>
                                    <a:rPr lang="es-AR" sz="2400" i="1">
                                      <a:latin typeface="Cambria Math" panose="02040503050406030204" pitchFamily="18" charset="0"/>
                                    </a:rPr>
                                    <m:t>𝑡</m:t>
                                  </m:r>
                                </m:sub>
                              </m:sSub>
                            </m:num>
                            <m:den>
                              <m:sSub>
                                <m:sSubPr>
                                  <m:ctrlPr>
                                    <a:rPr lang="es-AR" sz="2400" i="1">
                                      <a:latin typeface="Cambria Math" panose="02040503050406030204" pitchFamily="18" charset="0"/>
                                    </a:rPr>
                                  </m:ctrlPr>
                                </m:sSubPr>
                                <m:e>
                                  <m:r>
                                    <a:rPr lang="es-AR" sz="2400" i="1">
                                      <a:latin typeface="Cambria Math" panose="02040503050406030204" pitchFamily="18" charset="0"/>
                                    </a:rPr>
                                    <m:t>𝑀</m:t>
                                  </m:r>
                                </m:e>
                                <m:sub>
                                  <m:r>
                                    <a:rPr lang="es-AR" sz="2400" i="1">
                                      <a:latin typeface="Cambria Math" panose="02040503050406030204" pitchFamily="18" charset="0"/>
                                    </a:rPr>
                                    <m:t>𝑡</m:t>
                                  </m:r>
                                  <m:r>
                                    <a:rPr lang="es-AR" sz="2400" i="1">
                                      <a:latin typeface="Cambria Math" panose="02040503050406030204" pitchFamily="18" charset="0"/>
                                    </a:rPr>
                                    <m:t>−1</m:t>
                                  </m:r>
                                </m:sub>
                              </m:sSub>
                            </m:den>
                          </m:f>
                        </m:e>
                      </m:d>
                      <m:d>
                        <m:dPr>
                          <m:ctrlPr>
                            <a:rPr lang="es-AR" sz="2400" i="1">
                              <a:latin typeface="Cambria Math" panose="02040503050406030204" pitchFamily="18" charset="0"/>
                            </a:rPr>
                          </m:ctrlPr>
                        </m:dPr>
                        <m:e>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b="0" i="1" smtClean="0">
                                      <a:latin typeface="Cambria Math" panose="02040503050406030204" pitchFamily="18" charset="0"/>
                                    </a:rPr>
                                    <m:t>𝑉</m:t>
                                  </m:r>
                                </m:e>
                                <m:sub>
                                  <m:r>
                                    <a:rPr lang="es-AR" sz="2400" i="1">
                                      <a:latin typeface="Cambria Math" panose="02040503050406030204" pitchFamily="18" charset="0"/>
                                    </a:rPr>
                                    <m:t>𝑡</m:t>
                                  </m:r>
                                </m:sub>
                              </m:sSub>
                            </m:num>
                            <m:den>
                              <m:sSub>
                                <m:sSubPr>
                                  <m:ctrlPr>
                                    <a:rPr lang="es-AR" sz="2400" i="1">
                                      <a:latin typeface="Cambria Math" panose="02040503050406030204" pitchFamily="18" charset="0"/>
                                    </a:rPr>
                                  </m:ctrlPr>
                                </m:sSubPr>
                                <m:e>
                                  <m:r>
                                    <a:rPr lang="es-AR" sz="2400" b="0" i="1" smtClean="0">
                                      <a:latin typeface="Cambria Math" panose="02040503050406030204" pitchFamily="18" charset="0"/>
                                    </a:rPr>
                                    <m:t>𝑉</m:t>
                                  </m:r>
                                </m:e>
                                <m:sub>
                                  <m:r>
                                    <a:rPr lang="es-AR" sz="2400" i="1">
                                      <a:latin typeface="Cambria Math" panose="02040503050406030204" pitchFamily="18" charset="0"/>
                                    </a:rPr>
                                    <m:t>𝑡</m:t>
                                  </m:r>
                                  <m:r>
                                    <a:rPr lang="es-AR" sz="2400" i="1">
                                      <a:latin typeface="Cambria Math" panose="02040503050406030204" pitchFamily="18" charset="0"/>
                                    </a:rPr>
                                    <m:t>−1</m:t>
                                  </m:r>
                                </m:sub>
                              </m:sSub>
                            </m:den>
                          </m:f>
                        </m:e>
                      </m:d>
                      <m:r>
                        <a:rPr lang="es-AR" sz="2400" b="0" i="1" smtClean="0">
                          <a:latin typeface="Cambria Math" panose="02040503050406030204" pitchFamily="18" charset="0"/>
                        </a:rPr>
                        <m:t>=</m:t>
                      </m:r>
                      <m:d>
                        <m:dPr>
                          <m:ctrlPr>
                            <a:rPr lang="es-AR" sz="2400" i="1">
                              <a:latin typeface="Cambria Math" panose="02040503050406030204" pitchFamily="18" charset="0"/>
                            </a:rPr>
                          </m:ctrlPr>
                        </m:dPr>
                        <m:e>
                          <m:f>
                            <m:fPr>
                              <m:ctrlPr>
                                <a:rPr lang="es-AR" sz="2400" i="1">
                                  <a:latin typeface="Cambria Math" panose="02040503050406030204" pitchFamily="18" charset="0"/>
                                </a:rPr>
                              </m:ctrlPr>
                            </m:fPr>
                            <m:num>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i="1">
                                      <a:latin typeface="Cambria Math" panose="02040503050406030204" pitchFamily="18" charset="0"/>
                                    </a:rPr>
                                    <m:t>𝑡</m:t>
                                  </m:r>
                                </m:sub>
                              </m:sSub>
                            </m:num>
                            <m:den>
                              <m:sSub>
                                <m:sSubPr>
                                  <m:ctrlPr>
                                    <a:rPr lang="es-AR" sz="2400" i="1">
                                      <a:latin typeface="Cambria Math" panose="02040503050406030204" pitchFamily="18" charset="0"/>
                                    </a:rPr>
                                  </m:ctrlPr>
                                </m:sSubPr>
                                <m:e>
                                  <m:r>
                                    <a:rPr lang="es-AR" sz="2400" b="0" i="1" smtClean="0">
                                      <a:latin typeface="Cambria Math" panose="02040503050406030204" pitchFamily="18" charset="0"/>
                                    </a:rPr>
                                    <m:t>𝑃</m:t>
                                  </m:r>
                                </m:e>
                                <m:sub>
                                  <m:r>
                                    <a:rPr lang="es-AR" sz="2400" i="1">
                                      <a:latin typeface="Cambria Math" panose="02040503050406030204" pitchFamily="18" charset="0"/>
                                    </a:rPr>
                                    <m:t>𝑡</m:t>
                                  </m:r>
                                  <m:r>
                                    <a:rPr lang="es-AR" sz="2400" i="1">
                                      <a:latin typeface="Cambria Math" panose="02040503050406030204" pitchFamily="18" charset="0"/>
                                    </a:rPr>
                                    <m:t>−1</m:t>
                                  </m:r>
                                </m:sub>
                              </m:sSub>
                            </m:den>
                          </m:f>
                        </m:e>
                      </m:d>
                      <m:d>
                        <m:dPr>
                          <m:ctrlPr>
                            <a:rPr lang="es-AR" sz="2400" i="1">
                              <a:latin typeface="Cambria Math" panose="02040503050406030204" pitchFamily="18" charset="0"/>
                            </a:rPr>
                          </m:ctrlPr>
                        </m:dPr>
                        <m:e>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b="0" i="1" smtClean="0">
                                      <a:latin typeface="Cambria Math" panose="02040503050406030204" pitchFamily="18" charset="0"/>
                                    </a:rPr>
                                    <m:t>𝑄</m:t>
                                  </m:r>
                                </m:e>
                                <m:sub>
                                  <m:r>
                                    <a:rPr lang="es-AR" sz="2400" i="1">
                                      <a:latin typeface="Cambria Math" panose="02040503050406030204" pitchFamily="18" charset="0"/>
                                    </a:rPr>
                                    <m:t>𝑡</m:t>
                                  </m:r>
                                </m:sub>
                              </m:sSub>
                            </m:num>
                            <m:den>
                              <m:sSub>
                                <m:sSubPr>
                                  <m:ctrlPr>
                                    <a:rPr lang="es-AR" sz="2400" i="1">
                                      <a:latin typeface="Cambria Math" panose="02040503050406030204" pitchFamily="18" charset="0"/>
                                    </a:rPr>
                                  </m:ctrlPr>
                                </m:sSubPr>
                                <m:e>
                                  <m:r>
                                    <a:rPr lang="es-AR" sz="2400" b="0" i="1" smtClean="0">
                                      <a:latin typeface="Cambria Math" panose="02040503050406030204" pitchFamily="18" charset="0"/>
                                    </a:rPr>
                                    <m:t>𝑄</m:t>
                                  </m:r>
                                </m:e>
                                <m:sub>
                                  <m:r>
                                    <a:rPr lang="es-AR" sz="2400" i="1">
                                      <a:latin typeface="Cambria Math" panose="02040503050406030204" pitchFamily="18" charset="0"/>
                                    </a:rPr>
                                    <m:t>𝑡</m:t>
                                  </m:r>
                                  <m:r>
                                    <a:rPr lang="es-AR" sz="2400" i="1">
                                      <a:latin typeface="Cambria Math" panose="02040503050406030204" pitchFamily="18" charset="0"/>
                                    </a:rPr>
                                    <m:t>−1</m:t>
                                  </m:r>
                                </m:sub>
                              </m:sSub>
                            </m:den>
                          </m:f>
                        </m:e>
                      </m:d>
                    </m:oMath>
                  </m:oMathPara>
                </a14:m>
                <a:endParaRPr lang="es-AR" sz="2400" dirty="0"/>
              </a:p>
            </p:txBody>
          </p:sp>
        </mc:Choice>
        <mc:Fallback>
          <p:sp>
            <p:nvSpPr>
              <p:cNvPr id="22" name="CuadroTexto 21">
                <a:extLst>
                  <a:ext uri="{FF2B5EF4-FFF2-40B4-BE49-F238E27FC236}">
                    <a16:creationId xmlns:a16="http://schemas.microsoft.com/office/drawing/2014/main" id="{6DB28C07-75AA-D021-F555-298B0EB8D510}"/>
                  </a:ext>
                </a:extLst>
              </p:cNvPr>
              <p:cNvSpPr txBox="1">
                <a:spLocks noRot="1" noChangeAspect="1" noMove="1" noResize="1" noEditPoints="1" noAdjustHandles="1" noChangeArrowheads="1" noChangeShapeType="1" noTextEdit="1"/>
              </p:cNvSpPr>
              <p:nvPr/>
            </p:nvSpPr>
            <p:spPr>
              <a:xfrm>
                <a:off x="3079318" y="2861118"/>
                <a:ext cx="5145632" cy="922176"/>
              </a:xfrm>
              <a:prstGeom prst="rect">
                <a:avLst/>
              </a:prstGeom>
              <a:blipFill>
                <a:blip r:embed="rId11"/>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7C025658-192D-EB8F-B126-BD40F16478F4}"/>
                  </a:ext>
                </a:extLst>
              </p:cNvPr>
              <p:cNvSpPr txBox="1"/>
              <p:nvPr/>
            </p:nvSpPr>
            <p:spPr>
              <a:xfrm>
                <a:off x="7794077" y="5172531"/>
                <a:ext cx="318805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−0,01+0,99</m:t>
                      </m:r>
                      <m:r>
                        <a:rPr lang="es-AR" sz="2400" b="0" i="1" smtClean="0">
                          <a:latin typeface="Cambria Math" panose="02040503050406030204" pitchFamily="18" charset="0"/>
                        </a:rPr>
                        <m:t>𝑚</m:t>
                      </m:r>
                      <m:r>
                        <a:rPr lang="es-AR" sz="2400" b="0" i="1" smtClean="0">
                          <a:latin typeface="Cambria Math" panose="02040503050406030204" pitchFamily="18" charset="0"/>
                        </a:rPr>
                        <m:t>=</m:t>
                      </m:r>
                      <m:r>
                        <a:rPr lang="es-AR" sz="2400" b="0" i="1" smtClean="0">
                          <a:latin typeface="Cambria Math" panose="02040503050406030204" pitchFamily="18" charset="0"/>
                        </a:rPr>
                        <m:t>𝑞</m:t>
                      </m:r>
                      <m:r>
                        <a:rPr lang="es-AR" sz="2400" i="1">
                          <a:latin typeface="Cambria Math" panose="02040503050406030204" pitchFamily="18" charset="0"/>
                        </a:rPr>
                        <m:t>+</m:t>
                      </m:r>
                      <m:r>
                        <a:rPr lang="es-AR" sz="2400" b="0" i="1" smtClean="0">
                          <a:latin typeface="Cambria Math" panose="02040503050406030204" pitchFamily="18" charset="0"/>
                        </a:rPr>
                        <m:t>𝑝</m:t>
                      </m:r>
                    </m:oMath>
                  </m:oMathPara>
                </a14:m>
                <a:endParaRPr lang="es-AR" sz="2400" i="1" dirty="0"/>
              </a:p>
            </p:txBody>
          </p:sp>
        </mc:Choice>
        <mc:Fallback>
          <p:sp>
            <p:nvSpPr>
              <p:cNvPr id="17" name="CuadroTexto 16">
                <a:extLst>
                  <a:ext uri="{FF2B5EF4-FFF2-40B4-BE49-F238E27FC236}">
                    <a16:creationId xmlns:a16="http://schemas.microsoft.com/office/drawing/2014/main" id="{7C025658-192D-EB8F-B126-BD40F16478F4}"/>
                  </a:ext>
                </a:extLst>
              </p:cNvPr>
              <p:cNvSpPr txBox="1">
                <a:spLocks noRot="1" noChangeAspect="1" noMove="1" noResize="1" noEditPoints="1" noAdjustHandles="1" noChangeArrowheads="1" noChangeShapeType="1" noTextEdit="1"/>
              </p:cNvSpPr>
              <p:nvPr/>
            </p:nvSpPr>
            <p:spPr>
              <a:xfrm>
                <a:off x="7794077" y="5172531"/>
                <a:ext cx="3188052" cy="369332"/>
              </a:xfrm>
              <a:prstGeom prst="rect">
                <a:avLst/>
              </a:prstGeom>
              <a:blipFill>
                <a:blip r:embed="rId12"/>
                <a:stretch>
                  <a:fillRect l="-191" r="-1721" b="-25000"/>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D8C88ED2-E046-4D45-0158-BF14383925D2}"/>
                  </a:ext>
                </a:extLst>
              </p:cNvPr>
              <p:cNvSpPr txBox="1"/>
              <p:nvPr/>
            </p:nvSpPr>
            <p:spPr>
              <a:xfrm>
                <a:off x="7794077" y="5713353"/>
                <a:ext cx="318805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−0,01+0,99</m:t>
                      </m:r>
                      <m:r>
                        <a:rPr lang="es-AR" sz="2400" b="0" i="1" smtClean="0">
                          <a:latin typeface="Cambria Math" panose="02040503050406030204" pitchFamily="18" charset="0"/>
                        </a:rPr>
                        <m:t>𝑚</m:t>
                      </m:r>
                      <m:r>
                        <a:rPr lang="es-AR" sz="2400" b="0" i="1" smtClean="0">
                          <a:latin typeface="Cambria Math" panose="02040503050406030204" pitchFamily="18" charset="0"/>
                        </a:rPr>
                        <m:t>−</m:t>
                      </m:r>
                      <m:r>
                        <a:rPr lang="es-AR" sz="2400" b="0" i="1" smtClean="0">
                          <a:latin typeface="Cambria Math" panose="02040503050406030204" pitchFamily="18" charset="0"/>
                        </a:rPr>
                        <m:t>𝑞</m:t>
                      </m:r>
                      <m:r>
                        <a:rPr lang="es-AR" sz="2400" b="0" i="1" smtClean="0">
                          <a:latin typeface="Cambria Math" panose="02040503050406030204" pitchFamily="18" charset="0"/>
                        </a:rPr>
                        <m:t>=</m:t>
                      </m:r>
                      <m:r>
                        <a:rPr lang="es-AR" sz="2400" b="0" i="1" smtClean="0">
                          <a:latin typeface="Cambria Math" panose="02040503050406030204" pitchFamily="18" charset="0"/>
                        </a:rPr>
                        <m:t>𝑝</m:t>
                      </m:r>
                    </m:oMath>
                  </m:oMathPara>
                </a14:m>
                <a:endParaRPr lang="es-AR" sz="2400" i="1" dirty="0"/>
              </a:p>
            </p:txBody>
          </p:sp>
        </mc:Choice>
        <mc:Fallback>
          <p:sp>
            <p:nvSpPr>
              <p:cNvPr id="20" name="CuadroTexto 19">
                <a:extLst>
                  <a:ext uri="{FF2B5EF4-FFF2-40B4-BE49-F238E27FC236}">
                    <a16:creationId xmlns:a16="http://schemas.microsoft.com/office/drawing/2014/main" id="{D8C88ED2-E046-4D45-0158-BF14383925D2}"/>
                  </a:ext>
                </a:extLst>
              </p:cNvPr>
              <p:cNvSpPr txBox="1">
                <a:spLocks noRot="1" noChangeAspect="1" noMove="1" noResize="1" noEditPoints="1" noAdjustHandles="1" noChangeArrowheads="1" noChangeShapeType="1" noTextEdit="1"/>
              </p:cNvSpPr>
              <p:nvPr/>
            </p:nvSpPr>
            <p:spPr>
              <a:xfrm>
                <a:off x="7794077" y="5713353"/>
                <a:ext cx="3188052" cy="369332"/>
              </a:xfrm>
              <a:prstGeom prst="rect">
                <a:avLst/>
              </a:prstGeom>
              <a:blipFill>
                <a:blip r:embed="rId13"/>
                <a:stretch>
                  <a:fillRect l="-191" r="-1721" b="-22951"/>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17C747E2-CF0D-C97E-BFDD-163BAF672DEE}"/>
                  </a:ext>
                </a:extLst>
              </p:cNvPr>
              <p:cNvSpPr txBox="1"/>
              <p:nvPr/>
            </p:nvSpPr>
            <p:spPr>
              <a:xfrm>
                <a:off x="7789268" y="6254175"/>
                <a:ext cx="32153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𝑝</m:t>
                      </m:r>
                      <m:r>
                        <a:rPr lang="es-AR" sz="2400" b="0" i="1" smtClean="0">
                          <a:latin typeface="Cambria Math" panose="02040503050406030204" pitchFamily="18" charset="0"/>
                        </a:rPr>
                        <m:t>=0,99</m:t>
                      </m:r>
                      <m:r>
                        <a:rPr lang="es-AR" sz="2400" b="0" i="1" smtClean="0">
                          <a:latin typeface="Cambria Math" panose="02040503050406030204" pitchFamily="18" charset="0"/>
                        </a:rPr>
                        <m:t>𝑚</m:t>
                      </m:r>
                      <m:r>
                        <a:rPr lang="es-AR" sz="2400" b="0" i="1" smtClean="0">
                          <a:latin typeface="Cambria Math" panose="02040503050406030204" pitchFamily="18" charset="0"/>
                        </a:rPr>
                        <m:t>−(</m:t>
                      </m:r>
                      <m:r>
                        <a:rPr lang="es-AR" sz="2400" b="0" i="1" smtClean="0">
                          <a:latin typeface="Cambria Math" panose="02040503050406030204" pitchFamily="18" charset="0"/>
                        </a:rPr>
                        <m:t>𝑞</m:t>
                      </m:r>
                      <m:r>
                        <a:rPr lang="es-AR" sz="2400" b="0" i="1" smtClean="0">
                          <a:latin typeface="Cambria Math" panose="02040503050406030204" pitchFamily="18" charset="0"/>
                        </a:rPr>
                        <m:t>+0,01)</m:t>
                      </m:r>
                    </m:oMath>
                  </m:oMathPara>
                </a14:m>
                <a:endParaRPr lang="es-AR" sz="2400" i="1" dirty="0"/>
              </a:p>
            </p:txBody>
          </p:sp>
        </mc:Choice>
        <mc:Fallback>
          <p:sp>
            <p:nvSpPr>
              <p:cNvPr id="23" name="CuadroTexto 22">
                <a:extLst>
                  <a:ext uri="{FF2B5EF4-FFF2-40B4-BE49-F238E27FC236}">
                    <a16:creationId xmlns:a16="http://schemas.microsoft.com/office/drawing/2014/main" id="{17C747E2-CF0D-C97E-BFDD-163BAF672DEE}"/>
                  </a:ext>
                </a:extLst>
              </p:cNvPr>
              <p:cNvSpPr txBox="1">
                <a:spLocks noRot="1" noChangeAspect="1" noMove="1" noResize="1" noEditPoints="1" noAdjustHandles="1" noChangeArrowheads="1" noChangeShapeType="1" noTextEdit="1"/>
              </p:cNvSpPr>
              <p:nvPr/>
            </p:nvSpPr>
            <p:spPr>
              <a:xfrm>
                <a:off x="7789268" y="6254175"/>
                <a:ext cx="3215304" cy="369332"/>
              </a:xfrm>
              <a:prstGeom prst="rect">
                <a:avLst/>
              </a:prstGeom>
              <a:blipFill>
                <a:blip r:embed="rId14"/>
                <a:stretch>
                  <a:fillRect l="-1898" t="-1639" r="-3036" b="-31148"/>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B31C59DB-B084-DE6C-7932-F6AD21EA87DD}"/>
                  </a:ext>
                </a:extLst>
              </p:cNvPr>
              <p:cNvSpPr txBox="1"/>
              <p:nvPr/>
            </p:nvSpPr>
            <p:spPr>
              <a:xfrm>
                <a:off x="2755300" y="4661258"/>
                <a:ext cx="99899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𝑝</m:t>
                      </m:r>
                      <m:r>
                        <a:rPr lang="es-AR" sz="2400" b="0" i="1" smtClean="0">
                          <a:latin typeface="Cambria Math" panose="02040503050406030204" pitchFamily="18" charset="0"/>
                        </a:rPr>
                        <m:t>=0</m:t>
                      </m:r>
                    </m:oMath>
                  </m:oMathPara>
                </a14:m>
                <a:endParaRPr lang="es-AR" sz="2400" dirty="0"/>
              </a:p>
            </p:txBody>
          </p:sp>
        </mc:Choice>
        <mc:Fallback>
          <p:sp>
            <p:nvSpPr>
              <p:cNvPr id="24" name="CuadroTexto 23">
                <a:extLst>
                  <a:ext uri="{FF2B5EF4-FFF2-40B4-BE49-F238E27FC236}">
                    <a16:creationId xmlns:a16="http://schemas.microsoft.com/office/drawing/2014/main" id="{B31C59DB-B084-DE6C-7932-F6AD21EA87DD}"/>
                  </a:ext>
                </a:extLst>
              </p:cNvPr>
              <p:cNvSpPr txBox="1">
                <a:spLocks noRot="1" noChangeAspect="1" noMove="1" noResize="1" noEditPoints="1" noAdjustHandles="1" noChangeArrowheads="1" noChangeShapeType="1" noTextEdit="1"/>
              </p:cNvSpPr>
              <p:nvPr/>
            </p:nvSpPr>
            <p:spPr>
              <a:xfrm>
                <a:off x="2755300" y="4661258"/>
                <a:ext cx="998991" cy="461665"/>
              </a:xfrm>
              <a:prstGeom prst="rect">
                <a:avLst/>
              </a:prstGeom>
              <a:blipFill>
                <a:blip r:embed="rId15"/>
                <a:stretch>
                  <a:fillRect b="-9333"/>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5" name="CuadroTexto 24">
                <a:extLst>
                  <a:ext uri="{FF2B5EF4-FFF2-40B4-BE49-F238E27FC236}">
                    <a16:creationId xmlns:a16="http://schemas.microsoft.com/office/drawing/2014/main" id="{0D76C89C-5925-5E1B-71D7-268EECC14469}"/>
                  </a:ext>
                </a:extLst>
              </p:cNvPr>
              <p:cNvSpPr txBox="1"/>
              <p:nvPr/>
            </p:nvSpPr>
            <p:spPr>
              <a:xfrm>
                <a:off x="8104387" y="4661258"/>
                <a:ext cx="2352695" cy="461665"/>
              </a:xfrm>
              <a:prstGeom prst="rect">
                <a:avLst/>
              </a:prstGeom>
              <a:noFill/>
            </p:spPr>
            <p:txBody>
              <a:bodyPr wrap="none" rtlCol="0">
                <a:spAutoFit/>
              </a:bodyPr>
              <a:lstStyle/>
              <a:p>
                <a14:m>
                  <m:oMath xmlns:m="http://schemas.openxmlformats.org/officeDocument/2006/math">
                    <m:r>
                      <a:rPr lang="es-AR" sz="2400" b="0" i="1" smtClean="0">
                        <a:latin typeface="Cambria Math" panose="02040503050406030204" pitchFamily="18" charset="0"/>
                      </a:rPr>
                      <m:t>𝑝</m:t>
                    </m:r>
                  </m:oMath>
                </a14:m>
                <a:r>
                  <a:rPr lang="es-AR" sz="2400" dirty="0"/>
                  <a:t> de largo plazo</a:t>
                </a:r>
              </a:p>
            </p:txBody>
          </p:sp>
        </mc:Choice>
        <mc:Fallback>
          <p:sp>
            <p:nvSpPr>
              <p:cNvPr id="25" name="CuadroTexto 24">
                <a:extLst>
                  <a:ext uri="{FF2B5EF4-FFF2-40B4-BE49-F238E27FC236}">
                    <a16:creationId xmlns:a16="http://schemas.microsoft.com/office/drawing/2014/main" id="{0D76C89C-5925-5E1B-71D7-268EECC14469}"/>
                  </a:ext>
                </a:extLst>
              </p:cNvPr>
              <p:cNvSpPr txBox="1">
                <a:spLocks noRot="1" noChangeAspect="1" noMove="1" noResize="1" noEditPoints="1" noAdjustHandles="1" noChangeArrowheads="1" noChangeShapeType="1" noTextEdit="1"/>
              </p:cNvSpPr>
              <p:nvPr/>
            </p:nvSpPr>
            <p:spPr>
              <a:xfrm>
                <a:off x="8104387" y="4661258"/>
                <a:ext cx="2352695" cy="461665"/>
              </a:xfrm>
              <a:prstGeom prst="rect">
                <a:avLst/>
              </a:prstGeom>
              <a:blipFill>
                <a:blip r:embed="rId16"/>
                <a:stretch>
                  <a:fillRect l="-777" t="-10667" r="-3109" b="-30667"/>
                </a:stretch>
              </a:blipFill>
            </p:spPr>
            <p:txBody>
              <a:bodyPr/>
              <a:lstStyle/>
              <a:p>
                <a:r>
                  <a:rPr lang="es-AR">
                    <a:noFill/>
                  </a:rPr>
                  <a:t> </a:t>
                </a:r>
              </a:p>
            </p:txBody>
          </p:sp>
        </mc:Fallback>
      </mc:AlternateContent>
      <p:sp>
        <p:nvSpPr>
          <p:cNvPr id="3" name="CuadroTexto 2">
            <a:extLst>
              <a:ext uri="{FF2B5EF4-FFF2-40B4-BE49-F238E27FC236}">
                <a16:creationId xmlns:a16="http://schemas.microsoft.com/office/drawing/2014/main" id="{BD313070-83F8-53BE-4928-F083C10DD590}"/>
              </a:ext>
            </a:extLst>
          </p:cNvPr>
          <p:cNvSpPr txBox="1"/>
          <p:nvPr/>
        </p:nvSpPr>
        <p:spPr>
          <a:xfrm>
            <a:off x="404348" y="849131"/>
            <a:ext cx="7820602" cy="461665"/>
          </a:xfrm>
          <a:prstGeom prst="rect">
            <a:avLst/>
          </a:prstGeom>
          <a:noFill/>
        </p:spPr>
        <p:txBody>
          <a:bodyPr wrap="none" rtlCol="0">
            <a:spAutoFit/>
          </a:bodyPr>
          <a:lstStyle/>
          <a:p>
            <a:pPr marL="285750" indent="-285750">
              <a:buFont typeface="Arial" panose="020B0604020202020204" pitchFamily="34" charset="0"/>
              <a:buChar char="•"/>
            </a:pPr>
            <a:r>
              <a:rPr lang="es-AR" sz="2400" dirty="0"/>
              <a:t>La teoría cuantitativa como una teoría de la inflación.</a:t>
            </a:r>
          </a:p>
        </p:txBody>
      </p:sp>
      <p:grpSp>
        <p:nvGrpSpPr>
          <p:cNvPr id="8" name="Grupo 7">
            <a:extLst>
              <a:ext uri="{FF2B5EF4-FFF2-40B4-BE49-F238E27FC236}">
                <a16:creationId xmlns:a16="http://schemas.microsoft.com/office/drawing/2014/main" id="{9095FA7F-7D8F-D12E-D021-553B1BE783EB}"/>
              </a:ext>
            </a:extLst>
          </p:cNvPr>
          <p:cNvGrpSpPr/>
          <p:nvPr/>
        </p:nvGrpSpPr>
        <p:grpSpPr>
          <a:xfrm>
            <a:off x="301478" y="101545"/>
            <a:ext cx="2993085" cy="461665"/>
            <a:chOff x="301478" y="101545"/>
            <a:chExt cx="2993085" cy="461665"/>
          </a:xfrm>
        </p:grpSpPr>
        <p:sp>
          <p:nvSpPr>
            <p:cNvPr id="9" name="CuadroTexto 8">
              <a:extLst>
                <a:ext uri="{FF2B5EF4-FFF2-40B4-BE49-F238E27FC236}">
                  <a16:creationId xmlns:a16="http://schemas.microsoft.com/office/drawing/2014/main" id="{14A13BEE-1DB9-4D2E-18D3-69FC908401A2}"/>
                </a:ext>
              </a:extLst>
            </p:cNvPr>
            <p:cNvSpPr txBox="1"/>
            <p:nvPr/>
          </p:nvSpPr>
          <p:spPr>
            <a:xfrm>
              <a:off x="404348" y="101545"/>
              <a:ext cx="2890215" cy="461665"/>
            </a:xfrm>
            <a:prstGeom prst="rect">
              <a:avLst/>
            </a:prstGeom>
            <a:noFill/>
          </p:spPr>
          <p:txBody>
            <a:bodyPr wrap="none" rtlCol="0">
              <a:spAutoFit/>
            </a:bodyPr>
            <a:lstStyle/>
            <a:p>
              <a:r>
                <a:rPr lang="es-AR" sz="2400" dirty="0">
                  <a:latin typeface="+mj-lt"/>
                  <a:cs typeface="Times New Roman" panose="02020603050405020304" pitchFamily="18" charset="0"/>
                </a:rPr>
                <a:t>Demanda de dinero</a:t>
              </a:r>
            </a:p>
          </p:txBody>
        </p:sp>
        <p:cxnSp>
          <p:nvCxnSpPr>
            <p:cNvPr id="14" name="Conector recto 13">
              <a:extLst>
                <a:ext uri="{FF2B5EF4-FFF2-40B4-BE49-F238E27FC236}">
                  <a16:creationId xmlns:a16="http://schemas.microsoft.com/office/drawing/2014/main" id="{8B967AB2-A0F0-25D2-F14F-A6215B8FC3B8}"/>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6" name="Rectángulo 25">
            <a:extLst>
              <a:ext uri="{FF2B5EF4-FFF2-40B4-BE49-F238E27FC236}">
                <a16:creationId xmlns:a16="http://schemas.microsoft.com/office/drawing/2014/main" id="{3D19D224-5B3E-F481-9B76-291DD23E5A40}"/>
              </a:ext>
            </a:extLst>
          </p:cNvPr>
          <p:cNvSpPr/>
          <p:nvPr/>
        </p:nvSpPr>
        <p:spPr>
          <a:xfrm>
            <a:off x="364996" y="3134383"/>
            <a:ext cx="1994040" cy="91583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sz="2400"/>
          </a:p>
        </p:txBody>
      </p:sp>
      <p:sp>
        <p:nvSpPr>
          <p:cNvPr id="32" name="CuadroTexto 31">
            <a:extLst>
              <a:ext uri="{FF2B5EF4-FFF2-40B4-BE49-F238E27FC236}">
                <a16:creationId xmlns:a16="http://schemas.microsoft.com/office/drawing/2014/main" id="{1A1168CC-3615-46F9-6997-B6C83BB82EAD}"/>
              </a:ext>
            </a:extLst>
          </p:cNvPr>
          <p:cNvSpPr txBox="1"/>
          <p:nvPr/>
        </p:nvSpPr>
        <p:spPr>
          <a:xfrm>
            <a:off x="2392440" y="3326614"/>
            <a:ext cx="535724" cy="461665"/>
          </a:xfrm>
          <a:prstGeom prst="rect">
            <a:avLst/>
          </a:prstGeom>
          <a:noFill/>
        </p:spPr>
        <p:txBody>
          <a:bodyPr wrap="none" rtlCol="0">
            <a:spAutoFit/>
          </a:bodyPr>
          <a:lstStyle/>
          <a:p>
            <a:r>
              <a:rPr lang="es-AR" sz="2400" dirty="0"/>
              <a:t>(1)</a:t>
            </a:r>
          </a:p>
        </p:txBody>
      </p: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493ED79C-7021-7385-8961-DDFFF130FD47}"/>
                  </a:ext>
                </a:extLst>
              </p:cNvPr>
              <p:cNvSpPr txBox="1"/>
              <p:nvPr/>
            </p:nvSpPr>
            <p:spPr>
              <a:xfrm>
                <a:off x="8023163" y="1390599"/>
                <a:ext cx="3378297" cy="461665"/>
              </a:xfrm>
              <a:prstGeom prst="rect">
                <a:avLst/>
              </a:prstGeom>
              <a:noFill/>
            </p:spPr>
            <p:txBody>
              <a:bodyPr wrap="none" rtlCol="0">
                <a:spAutoFit/>
              </a:bodyPr>
              <a:lstStyle/>
              <a:p>
                <a:r>
                  <a:rPr lang="es-AR" sz="2400" dirty="0"/>
                  <a:t>Teoría cuantitativa en </a:t>
                </a:r>
                <a14:m>
                  <m:oMath xmlns:m="http://schemas.openxmlformats.org/officeDocument/2006/math">
                    <m:r>
                      <a:rPr lang="es-AR" sz="2400" i="1" dirty="0" smtClean="0">
                        <a:latin typeface="Cambria Math" panose="02040503050406030204" pitchFamily="18" charset="0"/>
                      </a:rPr>
                      <m:t>𝑡</m:t>
                    </m:r>
                  </m:oMath>
                </a14:m>
                <a:endParaRPr lang="es-AR" sz="2400" dirty="0"/>
              </a:p>
            </p:txBody>
          </p:sp>
        </mc:Choice>
        <mc:Fallback>
          <p:sp>
            <p:nvSpPr>
              <p:cNvPr id="37" name="CuadroTexto 36">
                <a:extLst>
                  <a:ext uri="{FF2B5EF4-FFF2-40B4-BE49-F238E27FC236}">
                    <a16:creationId xmlns:a16="http://schemas.microsoft.com/office/drawing/2014/main" id="{493ED79C-7021-7385-8961-DDFFF130FD47}"/>
                  </a:ext>
                </a:extLst>
              </p:cNvPr>
              <p:cNvSpPr txBox="1">
                <a:spLocks noRot="1" noChangeAspect="1" noMove="1" noResize="1" noEditPoints="1" noAdjustHandles="1" noChangeArrowheads="1" noChangeShapeType="1" noTextEdit="1"/>
              </p:cNvSpPr>
              <p:nvPr/>
            </p:nvSpPr>
            <p:spPr>
              <a:xfrm>
                <a:off x="8023163" y="1390599"/>
                <a:ext cx="3378297" cy="461665"/>
              </a:xfrm>
              <a:prstGeom prst="rect">
                <a:avLst/>
              </a:prstGeom>
              <a:blipFill>
                <a:blip r:embed="rId17"/>
                <a:stretch>
                  <a:fillRect l="-2708" t="-10526" b="-28947"/>
                </a:stretch>
              </a:blipFill>
            </p:spPr>
            <p:txBody>
              <a:bodyPr/>
              <a:lstStyle/>
              <a:p>
                <a:r>
                  <a:rPr lang="es-AR">
                    <a:noFill/>
                  </a:rPr>
                  <a:t> </a:t>
                </a:r>
              </a:p>
            </p:txBody>
          </p:sp>
        </mc:Fallback>
      </mc:AlternateContent>
      <p:sp>
        <p:nvSpPr>
          <p:cNvPr id="38" name="CuadroTexto 37">
            <a:extLst>
              <a:ext uri="{FF2B5EF4-FFF2-40B4-BE49-F238E27FC236}">
                <a16:creationId xmlns:a16="http://schemas.microsoft.com/office/drawing/2014/main" id="{2ACF196A-54C8-1C94-231E-6D15D0526F4F}"/>
              </a:ext>
            </a:extLst>
          </p:cNvPr>
          <p:cNvSpPr txBox="1"/>
          <p:nvPr/>
        </p:nvSpPr>
        <p:spPr>
          <a:xfrm>
            <a:off x="8023163" y="2126827"/>
            <a:ext cx="2334485" cy="461665"/>
          </a:xfrm>
          <a:prstGeom prst="rect">
            <a:avLst/>
          </a:prstGeom>
          <a:noFill/>
        </p:spPr>
        <p:txBody>
          <a:bodyPr wrap="none" rtlCol="0">
            <a:spAutoFit/>
          </a:bodyPr>
          <a:lstStyle/>
          <a:p>
            <a:r>
              <a:rPr lang="es-AR" sz="2400" dirty="0"/>
              <a:t>Rezago y divido</a:t>
            </a:r>
          </a:p>
        </p:txBody>
      </p:sp>
      <p:sp>
        <p:nvSpPr>
          <p:cNvPr id="39" name="CuadroTexto 38">
            <a:extLst>
              <a:ext uri="{FF2B5EF4-FFF2-40B4-BE49-F238E27FC236}">
                <a16:creationId xmlns:a16="http://schemas.microsoft.com/office/drawing/2014/main" id="{2719D014-D05C-171B-D1E4-B4A6CCD371A8}"/>
              </a:ext>
            </a:extLst>
          </p:cNvPr>
          <p:cNvSpPr txBox="1"/>
          <p:nvPr/>
        </p:nvSpPr>
        <p:spPr>
          <a:xfrm>
            <a:off x="8023163" y="2940921"/>
            <a:ext cx="3663695" cy="461665"/>
          </a:xfrm>
          <a:prstGeom prst="rect">
            <a:avLst/>
          </a:prstGeom>
          <a:noFill/>
        </p:spPr>
        <p:txBody>
          <a:bodyPr wrap="none" rtlCol="0">
            <a:spAutoFit/>
          </a:bodyPr>
          <a:lstStyle/>
          <a:p>
            <a:r>
              <a:rPr lang="es-AR" sz="2400" dirty="0"/>
              <a:t>Agrupo (</a:t>
            </a:r>
            <a:r>
              <a:rPr lang="es-AR" sz="2400" dirty="0" err="1"/>
              <a:t>prop</a:t>
            </a:r>
            <a:r>
              <a:rPr lang="es-AR" sz="2400" dirty="0"/>
              <a:t>. asociativa)</a:t>
            </a:r>
          </a:p>
        </p:txBody>
      </p:sp>
      <p:sp>
        <p:nvSpPr>
          <p:cNvPr id="40" name="CuadroTexto 39">
            <a:extLst>
              <a:ext uri="{FF2B5EF4-FFF2-40B4-BE49-F238E27FC236}">
                <a16:creationId xmlns:a16="http://schemas.microsoft.com/office/drawing/2014/main" id="{6DE7B1F2-F42E-1EFB-ECE5-0E581A5FF114}"/>
              </a:ext>
            </a:extLst>
          </p:cNvPr>
          <p:cNvSpPr txBox="1"/>
          <p:nvPr/>
        </p:nvSpPr>
        <p:spPr>
          <a:xfrm>
            <a:off x="8064936" y="3821526"/>
            <a:ext cx="2007281" cy="461665"/>
          </a:xfrm>
          <a:prstGeom prst="rect">
            <a:avLst/>
          </a:prstGeom>
          <a:noFill/>
        </p:spPr>
        <p:txBody>
          <a:bodyPr wrap="none" rtlCol="0">
            <a:spAutoFit/>
          </a:bodyPr>
          <a:lstStyle/>
          <a:p>
            <a:r>
              <a:rPr lang="es-AR" sz="2400" dirty="0"/>
              <a:t>Aplicando (1)</a:t>
            </a:r>
          </a:p>
        </p:txBody>
      </p:sp>
      <p:cxnSp>
        <p:nvCxnSpPr>
          <p:cNvPr id="42" name="Conector: angular 41">
            <a:extLst>
              <a:ext uri="{FF2B5EF4-FFF2-40B4-BE49-F238E27FC236}">
                <a16:creationId xmlns:a16="http://schemas.microsoft.com/office/drawing/2014/main" id="{A0F17BB7-F14A-403D-A7E2-4ABE67FAB158}"/>
              </a:ext>
            </a:extLst>
          </p:cNvPr>
          <p:cNvCxnSpPr>
            <a:cxnSpLocks/>
            <a:stCxn id="48" idx="2"/>
            <a:endCxn id="25" idx="1"/>
          </p:cNvCxnSpPr>
          <p:nvPr/>
        </p:nvCxnSpPr>
        <p:spPr>
          <a:xfrm rot="16200000" flipH="1">
            <a:off x="6941567" y="3729270"/>
            <a:ext cx="204427" cy="212121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ector: angular 43">
            <a:extLst>
              <a:ext uri="{FF2B5EF4-FFF2-40B4-BE49-F238E27FC236}">
                <a16:creationId xmlns:a16="http://schemas.microsoft.com/office/drawing/2014/main" id="{A874CDD2-8B3D-88C0-6C6D-EB780DA49E26}"/>
              </a:ext>
            </a:extLst>
          </p:cNvPr>
          <p:cNvCxnSpPr>
            <a:cxnSpLocks/>
            <a:stCxn id="48" idx="2"/>
            <a:endCxn id="24" idx="3"/>
          </p:cNvCxnSpPr>
          <p:nvPr/>
        </p:nvCxnSpPr>
        <p:spPr>
          <a:xfrm rot="5400000">
            <a:off x="4766519" y="3675436"/>
            <a:ext cx="204427" cy="222888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8" name="CuadroTexto 47">
                <a:extLst>
                  <a:ext uri="{FF2B5EF4-FFF2-40B4-BE49-F238E27FC236}">
                    <a16:creationId xmlns:a16="http://schemas.microsoft.com/office/drawing/2014/main" id="{D97B06D9-7C6B-B841-79F9-FF66CB6F56DF}"/>
                  </a:ext>
                </a:extLst>
              </p:cNvPr>
              <p:cNvSpPr txBox="1"/>
              <p:nvPr/>
            </p:nvSpPr>
            <p:spPr>
              <a:xfrm>
                <a:off x="4806826" y="4225999"/>
                <a:ext cx="2352694" cy="461665"/>
              </a:xfrm>
              <a:prstGeom prst="rect">
                <a:avLst/>
              </a:prstGeom>
              <a:noFill/>
            </p:spPr>
            <p:txBody>
              <a:bodyPr wrap="square">
                <a:spAutoFit/>
              </a:bodyPr>
              <a:lstStyle/>
              <a:p>
                <a:pPr algn="ctr"/>
                <a:r>
                  <a:rPr lang="es-AR" sz="2400" b="0" dirty="0"/>
                  <a:t>Si </a:t>
                </a:r>
                <a14:m>
                  <m:oMath xmlns:m="http://schemas.openxmlformats.org/officeDocument/2006/math">
                    <m:r>
                      <a:rPr lang="es-AR" sz="2400" b="0" i="1" smtClean="0">
                        <a:latin typeface="Cambria Math" panose="02040503050406030204" pitchFamily="18" charset="0"/>
                      </a:rPr>
                      <m:t>𝑣</m:t>
                    </m:r>
                    <m:r>
                      <a:rPr lang="es-AR" sz="2400" b="0" i="1" smtClean="0">
                        <a:latin typeface="Cambria Math" panose="02040503050406030204" pitchFamily="18" charset="0"/>
                      </a:rPr>
                      <m:t>=−0,01</m:t>
                    </m:r>
                  </m:oMath>
                </a14:m>
                <a:endParaRPr lang="es-AR" sz="2400" i="1" dirty="0"/>
              </a:p>
            </p:txBody>
          </p:sp>
        </mc:Choice>
        <mc:Fallback>
          <p:sp>
            <p:nvSpPr>
              <p:cNvPr id="48" name="CuadroTexto 47">
                <a:extLst>
                  <a:ext uri="{FF2B5EF4-FFF2-40B4-BE49-F238E27FC236}">
                    <a16:creationId xmlns:a16="http://schemas.microsoft.com/office/drawing/2014/main" id="{D97B06D9-7C6B-B841-79F9-FF66CB6F56DF}"/>
                  </a:ext>
                </a:extLst>
              </p:cNvPr>
              <p:cNvSpPr txBox="1">
                <a:spLocks noRot="1" noChangeAspect="1" noMove="1" noResize="1" noEditPoints="1" noAdjustHandles="1" noChangeArrowheads="1" noChangeShapeType="1" noTextEdit="1"/>
              </p:cNvSpPr>
              <p:nvPr/>
            </p:nvSpPr>
            <p:spPr>
              <a:xfrm>
                <a:off x="4806826" y="4225999"/>
                <a:ext cx="2352694" cy="461665"/>
              </a:xfrm>
              <a:prstGeom prst="rect">
                <a:avLst/>
              </a:prstGeom>
              <a:blipFill>
                <a:blip r:embed="rId18"/>
                <a:stretch>
                  <a:fillRect t="-10526" b="-28947"/>
                </a:stretch>
              </a:blipFill>
            </p:spPr>
            <p:txBody>
              <a:bodyPr/>
              <a:lstStyle/>
              <a:p>
                <a:r>
                  <a:rPr lang="es-AR">
                    <a:noFill/>
                  </a:rPr>
                  <a:t> </a:t>
                </a:r>
              </a:p>
            </p:txBody>
          </p:sp>
        </mc:Fallback>
      </mc:AlternateContent>
    </p:spTree>
    <p:extLst>
      <p:ext uri="{BB962C8B-B14F-4D97-AF65-F5344CB8AC3E}">
        <p14:creationId xmlns:p14="http://schemas.microsoft.com/office/powerpoint/2010/main" val="65182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9F321-7936-55B1-5857-5AB9FF89A06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2444AE63-B0E9-70F7-79F1-6DDE8E2D49B4}"/>
                  </a:ext>
                </a:extLst>
              </p:cNvPr>
              <p:cNvSpPr txBox="1"/>
              <p:nvPr/>
            </p:nvSpPr>
            <p:spPr>
              <a:xfrm>
                <a:off x="3033298" y="808245"/>
                <a:ext cx="6468438" cy="677108"/>
              </a:xfrm>
              <a:prstGeom prst="rect">
                <a:avLst/>
              </a:prstGeom>
              <a:noFill/>
            </p:spPr>
            <p:txBody>
              <a:bodyPr wrap="none" rtlCol="0">
                <a:spAutoFit/>
              </a:bodyPr>
              <a:lstStyle/>
              <a:p>
                <a:pPr algn="ctr"/>
                <a:r>
                  <a:rPr lang="es-AR" sz="2000" b="1" dirty="0"/>
                  <a:t>Velocidad de circulación (</a:t>
                </a:r>
                <a14:m>
                  <m:oMath xmlns:m="http://schemas.openxmlformats.org/officeDocument/2006/math">
                    <m:r>
                      <a:rPr lang="es-AR" sz="2000" b="1" i="1" dirty="0" smtClean="0">
                        <a:latin typeface="Cambria Math" panose="02040503050406030204" pitchFamily="18" charset="0"/>
                      </a:rPr>
                      <m:t>𝑽</m:t>
                    </m:r>
                  </m:oMath>
                </a14:m>
                <a:r>
                  <a:rPr lang="es-AR" sz="2000" b="1" dirty="0"/>
                  <a:t>) en EEUU y en Argentina</a:t>
                </a:r>
              </a:p>
              <a:p>
                <a:pPr algn="ctr"/>
                <a:r>
                  <a:rPr lang="es-AR" dirty="0"/>
                  <a:t>M1/PIB </a:t>
                </a:r>
                <a:r>
                  <a:rPr lang="es-AR" dirty="0" err="1"/>
                  <a:t>Nom</a:t>
                </a:r>
                <a:r>
                  <a:rPr lang="es-AR" dirty="0"/>
                  <a:t>. Variaciones anuales, en %.</a:t>
                </a:r>
              </a:p>
            </p:txBody>
          </p:sp>
        </mc:Choice>
        <mc:Fallback xmlns="">
          <p:sp>
            <p:nvSpPr>
              <p:cNvPr id="4" name="CuadroTexto 3">
                <a:extLst>
                  <a:ext uri="{FF2B5EF4-FFF2-40B4-BE49-F238E27FC236}">
                    <a16:creationId xmlns:a16="http://schemas.microsoft.com/office/drawing/2014/main" id="{2444AE63-B0E9-70F7-79F1-6DDE8E2D49B4}"/>
                  </a:ext>
                </a:extLst>
              </p:cNvPr>
              <p:cNvSpPr txBox="1">
                <a:spLocks noRot="1" noChangeAspect="1" noMove="1" noResize="1" noEditPoints="1" noAdjustHandles="1" noChangeArrowheads="1" noChangeShapeType="1" noTextEdit="1"/>
              </p:cNvSpPr>
              <p:nvPr/>
            </p:nvSpPr>
            <p:spPr>
              <a:xfrm>
                <a:off x="3033298" y="808245"/>
                <a:ext cx="6468438" cy="677108"/>
              </a:xfrm>
              <a:prstGeom prst="rect">
                <a:avLst/>
              </a:prstGeom>
              <a:blipFill>
                <a:blip r:embed="rId2"/>
                <a:stretch>
                  <a:fillRect l="-1037" t="-4505" r="-1037" b="-14414"/>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3DE4E0D9-81EB-4625-F157-D46E283F895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26457" y="1893681"/>
            <a:ext cx="5351886" cy="3500363"/>
          </a:xfrm>
          <a:prstGeom prst="rect">
            <a:avLst/>
          </a:prstGeom>
        </p:spPr>
      </p:pic>
      <p:pic>
        <p:nvPicPr>
          <p:cNvPr id="13" name="Imagen 12">
            <a:extLst>
              <a:ext uri="{FF2B5EF4-FFF2-40B4-BE49-F238E27FC236}">
                <a16:creationId xmlns:a16="http://schemas.microsoft.com/office/drawing/2014/main" id="{43DBF502-4BD3-721D-AEFF-2C0A84E8491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69526" y="1893681"/>
            <a:ext cx="5351875" cy="3500356"/>
          </a:xfrm>
          <a:prstGeom prst="rect">
            <a:avLst/>
          </a:prstGeom>
        </p:spPr>
      </p:pic>
      <p:sp>
        <p:nvSpPr>
          <p:cNvPr id="14" name="CuadroTexto 13">
            <a:extLst>
              <a:ext uri="{FF2B5EF4-FFF2-40B4-BE49-F238E27FC236}">
                <a16:creationId xmlns:a16="http://schemas.microsoft.com/office/drawing/2014/main" id="{7075EA8A-3BBF-E666-A7AC-B16B073DC608}"/>
              </a:ext>
            </a:extLst>
          </p:cNvPr>
          <p:cNvSpPr txBox="1"/>
          <p:nvPr/>
        </p:nvSpPr>
        <p:spPr>
          <a:xfrm>
            <a:off x="2948559" y="1524349"/>
            <a:ext cx="793807" cy="369332"/>
          </a:xfrm>
          <a:prstGeom prst="rect">
            <a:avLst/>
          </a:prstGeom>
          <a:noFill/>
        </p:spPr>
        <p:txBody>
          <a:bodyPr wrap="none" rtlCol="0">
            <a:spAutoFit/>
          </a:bodyPr>
          <a:lstStyle/>
          <a:p>
            <a:pPr algn="ctr"/>
            <a:r>
              <a:rPr lang="es-AR" dirty="0"/>
              <a:t>EEUU</a:t>
            </a:r>
          </a:p>
        </p:txBody>
      </p:sp>
      <p:sp>
        <p:nvSpPr>
          <p:cNvPr id="15" name="CuadroTexto 14">
            <a:extLst>
              <a:ext uri="{FF2B5EF4-FFF2-40B4-BE49-F238E27FC236}">
                <a16:creationId xmlns:a16="http://schemas.microsoft.com/office/drawing/2014/main" id="{391CE222-4C60-CA3D-101E-6DF1ADA76135}"/>
              </a:ext>
            </a:extLst>
          </p:cNvPr>
          <p:cNvSpPr txBox="1"/>
          <p:nvPr/>
        </p:nvSpPr>
        <p:spPr>
          <a:xfrm>
            <a:off x="8502235" y="1524349"/>
            <a:ext cx="1200329" cy="369332"/>
          </a:xfrm>
          <a:prstGeom prst="rect">
            <a:avLst/>
          </a:prstGeom>
          <a:noFill/>
        </p:spPr>
        <p:txBody>
          <a:bodyPr wrap="none" rtlCol="0">
            <a:spAutoFit/>
          </a:bodyPr>
          <a:lstStyle/>
          <a:p>
            <a:pPr algn="ctr"/>
            <a:r>
              <a:rPr lang="es-AR" dirty="0"/>
              <a:t>Argentina</a:t>
            </a:r>
          </a:p>
        </p:txBody>
      </p:sp>
      <p:sp>
        <p:nvSpPr>
          <p:cNvPr id="16" name="CuadroTexto 15">
            <a:extLst>
              <a:ext uri="{FF2B5EF4-FFF2-40B4-BE49-F238E27FC236}">
                <a16:creationId xmlns:a16="http://schemas.microsoft.com/office/drawing/2014/main" id="{ECD85FF8-2F3E-8A1A-220A-DE377589DC97}"/>
              </a:ext>
            </a:extLst>
          </p:cNvPr>
          <p:cNvSpPr txBox="1"/>
          <p:nvPr/>
        </p:nvSpPr>
        <p:spPr>
          <a:xfrm>
            <a:off x="6426457" y="5394037"/>
            <a:ext cx="2463623" cy="307777"/>
          </a:xfrm>
          <a:prstGeom prst="rect">
            <a:avLst/>
          </a:prstGeom>
          <a:noFill/>
        </p:spPr>
        <p:txBody>
          <a:bodyPr wrap="none" rtlCol="0">
            <a:spAutoFit/>
          </a:bodyPr>
          <a:lstStyle/>
          <a:p>
            <a:r>
              <a:rPr lang="es-AR" sz="1400" dirty="0"/>
              <a:t>Fuente: INDEC, BCRA y OJF.</a:t>
            </a:r>
          </a:p>
        </p:txBody>
      </p:sp>
      <p:sp>
        <p:nvSpPr>
          <p:cNvPr id="17" name="CuadroTexto 16">
            <a:extLst>
              <a:ext uri="{FF2B5EF4-FFF2-40B4-BE49-F238E27FC236}">
                <a16:creationId xmlns:a16="http://schemas.microsoft.com/office/drawing/2014/main" id="{754D792A-3C42-330D-F751-3BA0E939C81A}"/>
              </a:ext>
            </a:extLst>
          </p:cNvPr>
          <p:cNvSpPr txBox="1"/>
          <p:nvPr/>
        </p:nvSpPr>
        <p:spPr>
          <a:xfrm>
            <a:off x="669526" y="5394037"/>
            <a:ext cx="1328825" cy="307777"/>
          </a:xfrm>
          <a:prstGeom prst="rect">
            <a:avLst/>
          </a:prstGeom>
          <a:noFill/>
        </p:spPr>
        <p:txBody>
          <a:bodyPr wrap="none" rtlCol="0">
            <a:spAutoFit/>
          </a:bodyPr>
          <a:lstStyle/>
          <a:p>
            <a:r>
              <a:rPr lang="es-AR" sz="1400" dirty="0"/>
              <a:t>Fuente: FRED.</a:t>
            </a:r>
          </a:p>
        </p:txBody>
      </p:sp>
      <p:cxnSp>
        <p:nvCxnSpPr>
          <p:cNvPr id="10" name="Conector recto 9">
            <a:extLst>
              <a:ext uri="{FF2B5EF4-FFF2-40B4-BE49-F238E27FC236}">
                <a16:creationId xmlns:a16="http://schemas.microsoft.com/office/drawing/2014/main" id="{2CC9FDF0-CA8F-29C9-8D6A-EE85BBFFCD64}"/>
              </a:ext>
            </a:extLst>
          </p:cNvPr>
          <p:cNvCxnSpPr>
            <a:cxnSpLocks/>
          </p:cNvCxnSpPr>
          <p:nvPr/>
        </p:nvCxnSpPr>
        <p:spPr>
          <a:xfrm>
            <a:off x="2457450" y="2011680"/>
            <a:ext cx="0" cy="30632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Conector recto 10">
            <a:extLst>
              <a:ext uri="{FF2B5EF4-FFF2-40B4-BE49-F238E27FC236}">
                <a16:creationId xmlns:a16="http://schemas.microsoft.com/office/drawing/2014/main" id="{D079251F-3746-4AE2-19C0-D7FF6A3795B3}"/>
              </a:ext>
            </a:extLst>
          </p:cNvPr>
          <p:cNvCxnSpPr>
            <a:cxnSpLocks/>
          </p:cNvCxnSpPr>
          <p:nvPr/>
        </p:nvCxnSpPr>
        <p:spPr>
          <a:xfrm>
            <a:off x="4343400" y="2011680"/>
            <a:ext cx="0" cy="30632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1" name="Grupo 20">
            <a:extLst>
              <a:ext uri="{FF2B5EF4-FFF2-40B4-BE49-F238E27FC236}">
                <a16:creationId xmlns:a16="http://schemas.microsoft.com/office/drawing/2014/main" id="{010E6339-F3FA-AF2E-82A5-67179AC689F4}"/>
              </a:ext>
            </a:extLst>
          </p:cNvPr>
          <p:cNvGrpSpPr/>
          <p:nvPr/>
        </p:nvGrpSpPr>
        <p:grpSpPr>
          <a:xfrm>
            <a:off x="301478" y="101545"/>
            <a:ext cx="2993085" cy="461665"/>
            <a:chOff x="301478" y="101545"/>
            <a:chExt cx="2993085" cy="461665"/>
          </a:xfrm>
        </p:grpSpPr>
        <p:sp>
          <p:nvSpPr>
            <p:cNvPr id="22" name="CuadroTexto 21">
              <a:extLst>
                <a:ext uri="{FF2B5EF4-FFF2-40B4-BE49-F238E27FC236}">
                  <a16:creationId xmlns:a16="http://schemas.microsoft.com/office/drawing/2014/main" id="{3FD7E1FB-D14C-61E1-9A26-7C4880DB5D3B}"/>
                </a:ext>
              </a:extLst>
            </p:cNvPr>
            <p:cNvSpPr txBox="1"/>
            <p:nvPr/>
          </p:nvSpPr>
          <p:spPr>
            <a:xfrm>
              <a:off x="404348" y="101545"/>
              <a:ext cx="2890215" cy="461665"/>
            </a:xfrm>
            <a:prstGeom prst="rect">
              <a:avLst/>
            </a:prstGeom>
            <a:noFill/>
          </p:spPr>
          <p:txBody>
            <a:bodyPr wrap="none" rtlCol="0">
              <a:spAutoFit/>
            </a:bodyPr>
            <a:lstStyle/>
            <a:p>
              <a:r>
                <a:rPr lang="es-AR" sz="2400" dirty="0">
                  <a:latin typeface="+mj-lt"/>
                  <a:cs typeface="Times New Roman" panose="02020603050405020304" pitchFamily="18" charset="0"/>
                </a:rPr>
                <a:t>Demanda de dinero</a:t>
              </a:r>
            </a:p>
          </p:txBody>
        </p:sp>
        <p:cxnSp>
          <p:nvCxnSpPr>
            <p:cNvPr id="23" name="Conector recto 22">
              <a:extLst>
                <a:ext uri="{FF2B5EF4-FFF2-40B4-BE49-F238E27FC236}">
                  <a16:creationId xmlns:a16="http://schemas.microsoft.com/office/drawing/2014/main" id="{011754F8-3EFD-26AE-43E7-5EACA30869AD}"/>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4308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5F465-7D36-F371-7E8D-B1A959D3FEEB}"/>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7FADC6BB-838E-C367-34B5-8DE0967CDC1A}"/>
              </a:ext>
            </a:extLst>
          </p:cNvPr>
          <p:cNvSpPr txBox="1"/>
          <p:nvPr/>
        </p:nvSpPr>
        <p:spPr>
          <a:xfrm>
            <a:off x="424544" y="1028656"/>
            <a:ext cx="11203047" cy="1200329"/>
          </a:xfrm>
          <a:prstGeom prst="rect">
            <a:avLst/>
          </a:prstGeom>
          <a:noFill/>
        </p:spPr>
        <p:txBody>
          <a:bodyPr wrap="square" rtlCol="0">
            <a:spAutoFit/>
          </a:bodyPr>
          <a:lstStyle/>
          <a:p>
            <a:r>
              <a:rPr lang="es-AR" sz="2400" dirty="0"/>
              <a:t>Modelos dinámicos: captan ambos efectos en la demanda de dinero (actividad o consumo y tasa), y enfatizan en otros (otros activos financieros, sustitución de monedas o rol de expectativas).</a:t>
            </a:r>
          </a:p>
        </p:txBody>
      </p:sp>
      <p:sp>
        <p:nvSpPr>
          <p:cNvPr id="7" name="CuadroTexto 6">
            <a:extLst>
              <a:ext uri="{FF2B5EF4-FFF2-40B4-BE49-F238E27FC236}">
                <a16:creationId xmlns:a16="http://schemas.microsoft.com/office/drawing/2014/main" id="{06F6B9B3-40A9-937F-6AAE-724B105F7455}"/>
              </a:ext>
            </a:extLst>
          </p:cNvPr>
          <p:cNvSpPr txBox="1"/>
          <p:nvPr/>
        </p:nvSpPr>
        <p:spPr>
          <a:xfrm>
            <a:off x="876942" y="2445194"/>
            <a:ext cx="1011084" cy="461665"/>
          </a:xfrm>
          <a:prstGeom prst="rect">
            <a:avLst/>
          </a:prstGeom>
          <a:noFill/>
        </p:spPr>
        <p:txBody>
          <a:bodyPr wrap="square" rtlCol="0">
            <a:spAutoFit/>
          </a:bodyPr>
          <a:lstStyle/>
          <a:p>
            <a:pPr algn="ctr"/>
            <a:r>
              <a:rPr lang="es-AR" sz="2400" dirty="0"/>
              <a:t>OLG</a:t>
            </a:r>
          </a:p>
        </p:txBody>
      </p:sp>
      <p:sp>
        <p:nvSpPr>
          <p:cNvPr id="8" name="CuadroTexto 7">
            <a:extLst>
              <a:ext uri="{FF2B5EF4-FFF2-40B4-BE49-F238E27FC236}">
                <a16:creationId xmlns:a16="http://schemas.microsoft.com/office/drawing/2014/main" id="{4693CE75-0189-8DEE-6005-C71778479CF8}"/>
              </a:ext>
            </a:extLst>
          </p:cNvPr>
          <p:cNvSpPr txBox="1"/>
          <p:nvPr/>
        </p:nvSpPr>
        <p:spPr>
          <a:xfrm>
            <a:off x="3453514" y="2445194"/>
            <a:ext cx="1804286" cy="461665"/>
          </a:xfrm>
          <a:prstGeom prst="rect">
            <a:avLst/>
          </a:prstGeom>
          <a:noFill/>
        </p:spPr>
        <p:txBody>
          <a:bodyPr wrap="square" rtlCol="0">
            <a:spAutoFit/>
          </a:bodyPr>
          <a:lstStyle/>
          <a:p>
            <a:pPr algn="ctr"/>
            <a:r>
              <a:rPr lang="es-AR" sz="2400" dirty="0"/>
              <a:t>CIA (CRRA)</a:t>
            </a:r>
          </a:p>
        </p:txBody>
      </p:sp>
      <p:sp>
        <p:nvSpPr>
          <p:cNvPr id="9" name="CuadroTexto 8">
            <a:extLst>
              <a:ext uri="{FF2B5EF4-FFF2-40B4-BE49-F238E27FC236}">
                <a16:creationId xmlns:a16="http://schemas.microsoft.com/office/drawing/2014/main" id="{1786EA6D-F9CB-35A2-4777-CFA57A35AB85}"/>
              </a:ext>
            </a:extLst>
          </p:cNvPr>
          <p:cNvSpPr txBox="1"/>
          <p:nvPr/>
        </p:nvSpPr>
        <p:spPr>
          <a:xfrm>
            <a:off x="7649668" y="2445194"/>
            <a:ext cx="1011084" cy="461665"/>
          </a:xfrm>
          <a:prstGeom prst="rect">
            <a:avLst/>
          </a:prstGeom>
          <a:noFill/>
        </p:spPr>
        <p:txBody>
          <a:bodyPr wrap="square" rtlCol="0">
            <a:spAutoFit/>
          </a:bodyPr>
          <a:lstStyle/>
          <a:p>
            <a:pPr algn="ctr"/>
            <a:r>
              <a:rPr lang="es-AR" sz="2400" dirty="0"/>
              <a:t>MIU</a:t>
            </a:r>
          </a:p>
        </p:txBody>
      </p:sp>
      <p:sp>
        <p:nvSpPr>
          <p:cNvPr id="11" name="CuadroTexto 10">
            <a:extLst>
              <a:ext uri="{FF2B5EF4-FFF2-40B4-BE49-F238E27FC236}">
                <a16:creationId xmlns:a16="http://schemas.microsoft.com/office/drawing/2014/main" id="{0F9598D5-9054-D6F9-6A37-990B8DC21CB7}"/>
              </a:ext>
            </a:extLst>
          </p:cNvPr>
          <p:cNvSpPr txBox="1"/>
          <p:nvPr/>
        </p:nvSpPr>
        <p:spPr>
          <a:xfrm>
            <a:off x="10386280" y="2445194"/>
            <a:ext cx="1324420" cy="461665"/>
          </a:xfrm>
          <a:prstGeom prst="rect">
            <a:avLst/>
          </a:prstGeom>
          <a:noFill/>
        </p:spPr>
        <p:txBody>
          <a:bodyPr wrap="square" rtlCol="0">
            <a:spAutoFit/>
          </a:bodyPr>
          <a:lstStyle/>
          <a:p>
            <a:pPr algn="ctr"/>
            <a:r>
              <a:rPr lang="es-AR" sz="2400" dirty="0"/>
              <a:t>Cagan</a:t>
            </a:r>
          </a:p>
        </p:txBody>
      </p:sp>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0F968BAC-B85F-8E43-567E-ECF7498C463D}"/>
                  </a:ext>
                </a:extLst>
              </p:cNvPr>
              <p:cNvSpPr txBox="1"/>
              <p:nvPr/>
            </p:nvSpPr>
            <p:spPr>
              <a:xfrm>
                <a:off x="615255" y="3122635"/>
                <a:ext cx="1534459" cy="6371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i="1">
                              <a:latin typeface="Cambria Math" panose="02040503050406030204" pitchFamily="18" charset="0"/>
                            </a:rPr>
                          </m:ctrlPr>
                        </m:fPr>
                        <m:num>
                          <m:sSubSup>
                            <m:sSubSupPr>
                              <m:ctrlPr>
                                <a:rPr lang="es-AR" i="1" smtClean="0">
                                  <a:latin typeface="Cambria Math" panose="02040503050406030204" pitchFamily="18" charset="0"/>
                                </a:rPr>
                              </m:ctrlPr>
                            </m:sSubSupPr>
                            <m:e>
                              <m:r>
                                <a:rPr lang="es-AR" b="0" i="1" smtClean="0">
                                  <a:latin typeface="Cambria Math" panose="02040503050406030204" pitchFamily="18" charset="0"/>
                                </a:rPr>
                                <m:t>𝑀</m:t>
                              </m:r>
                            </m:e>
                            <m:sub>
                              <m:r>
                                <a:rPr lang="es-AR" b="0" i="1" smtClean="0">
                                  <a:latin typeface="Cambria Math" panose="02040503050406030204" pitchFamily="18" charset="0"/>
                                </a:rPr>
                                <m:t>𝑡</m:t>
                              </m:r>
                            </m:sub>
                            <m:sup>
                              <m:r>
                                <a:rPr lang="es-AR" b="0" i="1" smtClean="0">
                                  <a:latin typeface="Cambria Math" panose="02040503050406030204" pitchFamily="18" charset="0"/>
                                </a:rPr>
                                <m:t>𝑑</m:t>
                              </m:r>
                            </m:sup>
                          </m:sSubSup>
                        </m:num>
                        <m:den>
                          <m:sSub>
                            <m:sSubPr>
                              <m:ctrlPr>
                                <a:rPr lang="es-AR" i="1" smtClean="0">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𝑡</m:t>
                              </m:r>
                            </m:sub>
                          </m:sSub>
                        </m:den>
                      </m:f>
                      <m:r>
                        <a:rPr lang="es-AR" b="0" i="1" smtClean="0">
                          <a:latin typeface="Cambria Math" panose="02040503050406030204" pitchFamily="18" charset="0"/>
                        </a:rPr>
                        <m:t>=</m:t>
                      </m:r>
                      <m:r>
                        <a:rPr lang="es-AR" b="0" i="1" smtClean="0">
                          <a:latin typeface="Cambria Math" panose="02040503050406030204" pitchFamily="18" charset="0"/>
                        </a:rPr>
                        <m:t>𝐿</m:t>
                      </m:r>
                      <m:d>
                        <m:dPr>
                          <m:ctrlPr>
                            <a:rPr lang="es-AR" b="0" i="1" smtClean="0">
                              <a:latin typeface="Cambria Math" panose="02040503050406030204" pitchFamily="18" charset="0"/>
                            </a:rPr>
                          </m:ctrlPr>
                        </m:dPr>
                        <m:e>
                          <m:f>
                            <m:fPr>
                              <m:ctrlPr>
                                <a:rPr lang="es-AR" b="0" i="1" smtClean="0">
                                  <a:latin typeface="Cambria Math" panose="02040503050406030204" pitchFamily="18" charset="0"/>
                                </a:rPr>
                              </m:ctrlPr>
                            </m:fPr>
                            <m:num>
                              <m:sSub>
                                <m:sSubPr>
                                  <m:ctrlPr>
                                    <a:rPr lang="es-AR" b="0" i="1" smtClean="0">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𝑡</m:t>
                                  </m:r>
                                </m:sub>
                              </m:sSub>
                            </m:num>
                            <m:den>
                              <m:sSub>
                                <m:sSubPr>
                                  <m:ctrlPr>
                                    <a:rPr lang="es-AR" b="0" i="1" smtClean="0">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𝑡</m:t>
                                  </m:r>
                                  <m:r>
                                    <a:rPr lang="es-AR" b="0" i="1" smtClean="0">
                                      <a:latin typeface="Cambria Math" panose="02040503050406030204" pitchFamily="18" charset="0"/>
                                    </a:rPr>
                                    <m:t>+1</m:t>
                                  </m:r>
                                </m:sub>
                              </m:sSub>
                            </m:den>
                          </m:f>
                        </m:e>
                      </m:d>
                    </m:oMath>
                  </m:oMathPara>
                </a14:m>
                <a:endParaRPr lang="es-AR" b="0" i="1" dirty="0">
                  <a:latin typeface="Cambria Math" panose="02040503050406030204" pitchFamily="18" charset="0"/>
                </a:endParaRPr>
              </a:p>
            </p:txBody>
          </p:sp>
        </mc:Choice>
        <mc:Fallback>
          <p:sp>
            <p:nvSpPr>
              <p:cNvPr id="4" name="CuadroTexto 3">
                <a:extLst>
                  <a:ext uri="{FF2B5EF4-FFF2-40B4-BE49-F238E27FC236}">
                    <a16:creationId xmlns:a16="http://schemas.microsoft.com/office/drawing/2014/main" id="{0F968BAC-B85F-8E43-567E-ECF7498C463D}"/>
                  </a:ext>
                </a:extLst>
              </p:cNvPr>
              <p:cNvSpPr txBox="1">
                <a:spLocks noRot="1" noChangeAspect="1" noMove="1" noResize="1" noEditPoints="1" noAdjustHandles="1" noChangeArrowheads="1" noChangeShapeType="1" noTextEdit="1"/>
              </p:cNvSpPr>
              <p:nvPr/>
            </p:nvSpPr>
            <p:spPr>
              <a:xfrm>
                <a:off x="615255" y="3122635"/>
                <a:ext cx="1534459" cy="637162"/>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F7415970-864D-CA0B-B01A-3A37CB17F15A}"/>
                  </a:ext>
                </a:extLst>
              </p:cNvPr>
              <p:cNvSpPr txBox="1"/>
              <p:nvPr/>
            </p:nvSpPr>
            <p:spPr>
              <a:xfrm>
                <a:off x="2870283" y="2937969"/>
                <a:ext cx="3102196" cy="9619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i="1">
                              <a:latin typeface="Cambria Math" panose="02040503050406030204" pitchFamily="18" charset="0"/>
                            </a:rPr>
                          </m:ctrlPr>
                        </m:fPr>
                        <m:num>
                          <m:r>
                            <a:rPr lang="es-AR" i="1" smtClean="0">
                              <a:latin typeface="Cambria Math" panose="02040503050406030204" pitchFamily="18" charset="0"/>
                            </a:rPr>
                            <m:t>𝑀</m:t>
                          </m:r>
                        </m:num>
                        <m:den>
                          <m:r>
                            <a:rPr lang="es-AR" b="0" i="1" smtClean="0">
                              <a:latin typeface="Cambria Math" panose="02040503050406030204" pitchFamily="18" charset="0"/>
                            </a:rPr>
                            <m:t>𝑌</m:t>
                          </m:r>
                        </m:den>
                      </m:f>
                      <m:r>
                        <a:rPr lang="es-AR" b="0" i="1" smtClean="0">
                          <a:latin typeface="Cambria Math" panose="02040503050406030204" pitchFamily="18" charset="0"/>
                        </a:rPr>
                        <m:t>=</m:t>
                      </m:r>
                      <m:f>
                        <m:fPr>
                          <m:ctrlPr>
                            <a:rPr lang="es-AR" i="1">
                              <a:latin typeface="Cambria Math" panose="02040503050406030204" pitchFamily="18" charset="0"/>
                            </a:rPr>
                          </m:ctrlPr>
                        </m:fPr>
                        <m:num>
                          <m:r>
                            <a:rPr lang="es-AR" b="0" i="1" smtClean="0">
                              <a:latin typeface="Cambria Math" panose="02040503050406030204" pitchFamily="18" charset="0"/>
                            </a:rPr>
                            <m:t>1+</m:t>
                          </m:r>
                          <m:r>
                            <a:rPr lang="es-AR" b="0" i="1" smtClean="0">
                              <a:latin typeface="Cambria Math" panose="02040503050406030204" pitchFamily="18" charset="0"/>
                            </a:rPr>
                            <m:t>𝑖</m:t>
                          </m:r>
                        </m:num>
                        <m:den>
                          <m:sSup>
                            <m:sSupPr>
                              <m:ctrlPr>
                                <a:rPr lang="es-AR" i="1" smtClean="0">
                                  <a:latin typeface="Cambria Math" panose="02040503050406030204" pitchFamily="18" charset="0"/>
                                </a:rPr>
                              </m:ctrlPr>
                            </m:sSupPr>
                            <m:e>
                              <m:d>
                                <m:dPr>
                                  <m:ctrlPr>
                                    <a:rPr lang="es-AR" i="1" smtClean="0">
                                      <a:latin typeface="Cambria Math" panose="02040503050406030204" pitchFamily="18" charset="0"/>
                                    </a:rPr>
                                  </m:ctrlPr>
                                </m:dPr>
                                <m:e>
                                  <m:r>
                                    <a:rPr lang="es-AR" b="0" i="1" smtClean="0">
                                      <a:latin typeface="Cambria Math" panose="02040503050406030204" pitchFamily="18" charset="0"/>
                                    </a:rPr>
                                    <m:t>1+</m:t>
                                  </m:r>
                                  <m:r>
                                    <a:rPr lang="es-AR" b="0" i="1" smtClean="0">
                                      <a:latin typeface="Cambria Math" panose="02040503050406030204" pitchFamily="18" charset="0"/>
                                      <a:ea typeface="Cambria Math" panose="02040503050406030204" pitchFamily="18" charset="0"/>
                                    </a:rPr>
                                    <m:t>𝜋</m:t>
                                  </m:r>
                                </m:e>
                              </m:d>
                            </m:e>
                            <m:sup>
                              <m:f>
                                <m:fPr>
                                  <m:ctrlPr>
                                    <a:rPr lang="es-AR" i="1" smtClean="0">
                                      <a:latin typeface="Cambria Math" panose="02040503050406030204" pitchFamily="18" charset="0"/>
                                    </a:rPr>
                                  </m:ctrlPr>
                                </m:fPr>
                                <m:num>
                                  <m:r>
                                    <a:rPr lang="es-AR" i="1" smtClean="0">
                                      <a:latin typeface="Cambria Math" panose="02040503050406030204" pitchFamily="18" charset="0"/>
                                      <a:ea typeface="Cambria Math" panose="02040503050406030204" pitchFamily="18" charset="0"/>
                                    </a:rPr>
                                    <m:t>𝛾</m:t>
                                  </m:r>
                                  <m:r>
                                    <a:rPr lang="es-AR" b="0" i="1" smtClean="0">
                                      <a:latin typeface="Cambria Math" panose="02040503050406030204" pitchFamily="18" charset="0"/>
                                      <a:ea typeface="Cambria Math" panose="02040503050406030204" pitchFamily="18" charset="0"/>
                                    </a:rPr>
                                    <m:t>−1</m:t>
                                  </m:r>
                                </m:num>
                                <m:den>
                                  <m:r>
                                    <a:rPr lang="es-AR" i="1" smtClean="0">
                                      <a:latin typeface="Cambria Math" panose="02040503050406030204" pitchFamily="18" charset="0"/>
                                      <a:ea typeface="Cambria Math" panose="02040503050406030204" pitchFamily="18" charset="0"/>
                                    </a:rPr>
                                    <m:t>𝛾</m:t>
                                  </m:r>
                                </m:den>
                              </m:f>
                            </m:sup>
                          </m:sSup>
                          <m:sSup>
                            <m:sSupPr>
                              <m:ctrlPr>
                                <a:rPr lang="es-AR" i="1" smtClean="0">
                                  <a:latin typeface="Cambria Math" panose="02040503050406030204" pitchFamily="18" charset="0"/>
                                </a:rPr>
                              </m:ctrlPr>
                            </m:sSupPr>
                            <m:e>
                              <m:d>
                                <m:dPr>
                                  <m:begChr m:val="["/>
                                  <m:endChr m:val="]"/>
                                  <m:ctrlPr>
                                    <a:rPr lang="es-AR" i="1" smtClean="0">
                                      <a:latin typeface="Cambria Math" panose="02040503050406030204" pitchFamily="18" charset="0"/>
                                    </a:rPr>
                                  </m:ctrlPr>
                                </m:dPr>
                                <m:e>
                                  <m:f>
                                    <m:fPr>
                                      <m:ctrlPr>
                                        <a:rPr lang="es-AR" i="1" smtClean="0">
                                          <a:latin typeface="Cambria Math" panose="02040503050406030204" pitchFamily="18" charset="0"/>
                                        </a:rPr>
                                      </m:ctrlPr>
                                    </m:fPr>
                                    <m:num>
                                      <m:d>
                                        <m:dPr>
                                          <m:ctrlPr>
                                            <a:rPr lang="es-AR" i="1" smtClean="0">
                                              <a:latin typeface="Cambria Math" panose="02040503050406030204" pitchFamily="18" charset="0"/>
                                            </a:rPr>
                                          </m:ctrlPr>
                                        </m:dPr>
                                        <m:e>
                                          <m:r>
                                            <a:rPr lang="es-AR" b="0" i="1" smtClean="0">
                                              <a:latin typeface="Cambria Math" panose="02040503050406030204" pitchFamily="18" charset="0"/>
                                            </a:rPr>
                                            <m:t>1−</m:t>
                                          </m:r>
                                          <m:r>
                                            <a:rPr lang="es-AR" b="0" i="1" smtClean="0">
                                              <a:latin typeface="Cambria Math" panose="02040503050406030204" pitchFamily="18" charset="0"/>
                                            </a:rPr>
                                            <m:t>𝑞</m:t>
                                          </m:r>
                                        </m:e>
                                      </m:d>
                                      <m:r>
                                        <a:rPr lang="es-AR" b="0" i="1" smtClean="0">
                                          <a:latin typeface="Cambria Math" panose="02040503050406030204" pitchFamily="18" charset="0"/>
                                        </a:rPr>
                                        <m:t>𝑖</m:t>
                                      </m:r>
                                    </m:num>
                                    <m:den>
                                      <m:r>
                                        <a:rPr lang="es-AR" b="0" i="1" smtClean="0">
                                          <a:latin typeface="Cambria Math" panose="02040503050406030204" pitchFamily="18" charset="0"/>
                                        </a:rPr>
                                        <m:t>𝑞</m:t>
                                      </m:r>
                                    </m:den>
                                  </m:f>
                                </m:e>
                              </m:d>
                            </m:e>
                            <m:sup>
                              <m:f>
                                <m:fPr>
                                  <m:ctrlPr>
                                    <a:rPr lang="es-AR" i="1" smtClean="0">
                                      <a:latin typeface="Cambria Math" panose="02040503050406030204" pitchFamily="18" charset="0"/>
                                    </a:rPr>
                                  </m:ctrlPr>
                                </m:fPr>
                                <m:num>
                                  <m:r>
                                    <a:rPr lang="es-AR" b="0" i="1" smtClean="0">
                                      <a:latin typeface="Cambria Math" panose="02040503050406030204" pitchFamily="18" charset="0"/>
                                    </a:rPr>
                                    <m:t>1</m:t>
                                  </m:r>
                                </m:num>
                                <m:den>
                                  <m:r>
                                    <a:rPr lang="es-AR" i="1" smtClean="0">
                                      <a:latin typeface="Cambria Math" panose="02040503050406030204" pitchFamily="18" charset="0"/>
                                      <a:ea typeface="Cambria Math" panose="02040503050406030204" pitchFamily="18" charset="0"/>
                                    </a:rPr>
                                    <m:t>𝛾</m:t>
                                  </m:r>
                                </m:den>
                              </m:f>
                            </m:sup>
                          </m:sSup>
                          <m:r>
                            <a:rPr lang="es-AR" b="0" i="1" smtClean="0">
                              <a:latin typeface="Cambria Math" panose="02040503050406030204" pitchFamily="18" charset="0"/>
                            </a:rPr>
                            <m:t>+</m:t>
                          </m:r>
                          <m:r>
                            <a:rPr lang="es-AR" b="0" i="1" smtClean="0">
                              <a:latin typeface="Cambria Math" panose="02040503050406030204" pitchFamily="18" charset="0"/>
                            </a:rPr>
                            <m:t>𝑖</m:t>
                          </m:r>
                        </m:den>
                      </m:f>
                    </m:oMath>
                  </m:oMathPara>
                </a14:m>
                <a:endParaRPr lang="es-AR" b="0" i="1" dirty="0">
                  <a:latin typeface="Cambria Math" panose="02040503050406030204" pitchFamily="18" charset="0"/>
                </a:endParaRPr>
              </a:p>
            </p:txBody>
          </p:sp>
        </mc:Choice>
        <mc:Fallback>
          <p:sp>
            <p:nvSpPr>
              <p:cNvPr id="13" name="CuadroTexto 12">
                <a:extLst>
                  <a:ext uri="{FF2B5EF4-FFF2-40B4-BE49-F238E27FC236}">
                    <a16:creationId xmlns:a16="http://schemas.microsoft.com/office/drawing/2014/main" id="{F7415970-864D-CA0B-B01A-3A37CB17F15A}"/>
                  </a:ext>
                </a:extLst>
              </p:cNvPr>
              <p:cNvSpPr txBox="1">
                <a:spLocks noRot="1" noChangeAspect="1" noMove="1" noResize="1" noEditPoints="1" noAdjustHandles="1" noChangeArrowheads="1" noChangeShapeType="1" noTextEdit="1"/>
              </p:cNvSpPr>
              <p:nvPr/>
            </p:nvSpPr>
            <p:spPr>
              <a:xfrm>
                <a:off x="2870283" y="2937969"/>
                <a:ext cx="3102196" cy="961930"/>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5B67DEA-9AFE-E99E-801B-CFBD04444628}"/>
                  </a:ext>
                </a:extLst>
              </p:cNvPr>
              <p:cNvSpPr txBox="1"/>
              <p:nvPr/>
            </p:nvSpPr>
            <p:spPr>
              <a:xfrm>
                <a:off x="10469389" y="3182844"/>
                <a:ext cx="1158202" cy="516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i="1">
                              <a:latin typeface="Cambria Math" panose="02040503050406030204" pitchFamily="18" charset="0"/>
                            </a:rPr>
                          </m:ctrlPr>
                        </m:fPr>
                        <m:num>
                          <m:r>
                            <a:rPr lang="es-AR" b="0" i="1" smtClean="0">
                              <a:latin typeface="Cambria Math" panose="02040503050406030204" pitchFamily="18" charset="0"/>
                            </a:rPr>
                            <m:t>𝑀</m:t>
                          </m:r>
                        </m:num>
                        <m:den>
                          <m:r>
                            <a:rPr lang="es-AR" b="0" i="1" smtClean="0">
                              <a:latin typeface="Cambria Math" panose="02040503050406030204" pitchFamily="18" charset="0"/>
                            </a:rPr>
                            <m:t>𝑃</m:t>
                          </m:r>
                        </m:den>
                      </m:f>
                      <m:r>
                        <a:rPr lang="es-AR" b="0" i="1" smtClean="0">
                          <a:latin typeface="Cambria Math" panose="02040503050406030204" pitchFamily="18" charset="0"/>
                        </a:rPr>
                        <m:t>=</m:t>
                      </m:r>
                      <m:r>
                        <a:rPr lang="es-AR" i="1" smtClean="0">
                          <a:latin typeface="Cambria Math" panose="02040503050406030204" pitchFamily="18" charset="0"/>
                        </a:rPr>
                        <m:t>𝑐</m:t>
                      </m:r>
                      <m:sSup>
                        <m:sSupPr>
                          <m:ctrlPr>
                            <a:rPr lang="es-AR" i="1" smtClean="0">
                              <a:latin typeface="Cambria Math" panose="02040503050406030204" pitchFamily="18" charset="0"/>
                            </a:rPr>
                          </m:ctrlPr>
                        </m:sSupPr>
                        <m:e>
                          <m:r>
                            <a:rPr lang="es-AR" b="0" i="1" smtClean="0">
                              <a:latin typeface="Cambria Math" panose="02040503050406030204" pitchFamily="18" charset="0"/>
                            </a:rPr>
                            <m:t>𝑒</m:t>
                          </m:r>
                        </m:e>
                        <m:sup>
                          <m:r>
                            <a:rPr lang="es-AR" b="0" i="1" smtClean="0">
                              <a:latin typeface="Cambria Math" panose="02040503050406030204" pitchFamily="18" charset="0"/>
                            </a:rPr>
                            <m:t>−</m:t>
                          </m:r>
                          <m:r>
                            <a:rPr lang="es-AR" b="0" i="1" smtClean="0">
                              <a:latin typeface="Cambria Math" panose="02040503050406030204" pitchFamily="18" charset="0"/>
                            </a:rPr>
                            <m:t>𝛼</m:t>
                          </m:r>
                          <m:sSup>
                            <m:sSupPr>
                              <m:ctrlPr>
                                <a:rPr lang="es-AR" b="0" i="1" smtClean="0">
                                  <a:latin typeface="Cambria Math" panose="02040503050406030204" pitchFamily="18" charset="0"/>
                                </a:rPr>
                              </m:ctrlPr>
                            </m:sSupPr>
                            <m:e>
                              <m:r>
                                <a:rPr lang="es-AR" b="0" i="1" smtClean="0">
                                  <a:latin typeface="Cambria Math" panose="02040503050406030204" pitchFamily="18" charset="0"/>
                                </a:rPr>
                                <m:t>𝜋</m:t>
                              </m:r>
                            </m:e>
                            <m:sup>
                              <m:r>
                                <a:rPr lang="es-AR" b="0" i="1" smtClean="0">
                                  <a:latin typeface="Cambria Math" panose="02040503050406030204" pitchFamily="18" charset="0"/>
                                </a:rPr>
                                <m:t>∗</m:t>
                              </m:r>
                            </m:sup>
                          </m:sSup>
                        </m:sup>
                      </m:sSup>
                    </m:oMath>
                  </m:oMathPara>
                </a14:m>
                <a:endParaRPr lang="es-AR" b="0" i="1" dirty="0">
                  <a:latin typeface="Cambria Math" panose="02040503050406030204" pitchFamily="18" charset="0"/>
                </a:endParaRPr>
              </a:p>
            </p:txBody>
          </p:sp>
        </mc:Choice>
        <mc:Fallback>
          <p:sp>
            <p:nvSpPr>
              <p:cNvPr id="14" name="CuadroTexto 13">
                <a:extLst>
                  <a:ext uri="{FF2B5EF4-FFF2-40B4-BE49-F238E27FC236}">
                    <a16:creationId xmlns:a16="http://schemas.microsoft.com/office/drawing/2014/main" id="{65B67DEA-9AFE-E99E-801B-CFBD04444628}"/>
                  </a:ext>
                </a:extLst>
              </p:cNvPr>
              <p:cNvSpPr txBox="1">
                <a:spLocks noRot="1" noChangeAspect="1" noMove="1" noResize="1" noEditPoints="1" noAdjustHandles="1" noChangeArrowheads="1" noChangeShapeType="1" noTextEdit="1"/>
              </p:cNvSpPr>
              <p:nvPr/>
            </p:nvSpPr>
            <p:spPr>
              <a:xfrm>
                <a:off x="10469389" y="3182844"/>
                <a:ext cx="1158202" cy="51674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252998B0-5736-3FBC-BAD4-A51FAFF79FD6}"/>
                  </a:ext>
                </a:extLst>
              </p:cNvPr>
              <p:cNvSpPr txBox="1"/>
              <p:nvPr/>
            </p:nvSpPr>
            <p:spPr>
              <a:xfrm>
                <a:off x="6561601" y="3297555"/>
                <a:ext cx="3187219" cy="287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𝑢</m:t>
                          </m:r>
                        </m:e>
                        <m:sub>
                          <m:r>
                            <a:rPr lang="es-AR" b="0" i="1" smtClean="0">
                              <a:latin typeface="Cambria Math" panose="02040503050406030204" pitchFamily="18" charset="0"/>
                            </a:rPr>
                            <m:t>𝑚</m:t>
                          </m:r>
                        </m:sub>
                      </m:sSub>
                      <m:r>
                        <a:rPr lang="es-AR" b="0" i="1" smtClean="0">
                          <a:latin typeface="Cambria Math" panose="02040503050406030204" pitchFamily="18" charset="0"/>
                        </a:rPr>
                        <m:t>(</m:t>
                      </m:r>
                      <m:sSup>
                        <m:sSupPr>
                          <m:ctrlPr>
                            <a:rPr lang="es-AR" b="0" i="1" smtClean="0">
                              <a:latin typeface="Cambria Math" panose="02040503050406030204" pitchFamily="18" charset="0"/>
                            </a:rPr>
                          </m:ctrlPr>
                        </m:sSupPr>
                        <m:e>
                          <m:r>
                            <a:rPr lang="es-AR" b="0" i="1" smtClean="0">
                              <a:latin typeface="Cambria Math" panose="02040503050406030204" pitchFamily="18" charset="0"/>
                            </a:rPr>
                            <m:t>𝑐</m:t>
                          </m:r>
                        </m:e>
                        <m:sup>
                          <m:r>
                            <a:rPr lang="es-AR" b="0" i="1" smtClean="0">
                              <a:latin typeface="Cambria Math" panose="02040503050406030204" pitchFamily="18" charset="0"/>
                            </a:rPr>
                            <m:t>∗</m:t>
                          </m:r>
                        </m:sup>
                      </m:sSup>
                      <m:r>
                        <a:rPr lang="es-AR" b="0" i="1" smtClean="0">
                          <a:latin typeface="Cambria Math" panose="02040503050406030204" pitchFamily="18" charset="0"/>
                        </a:rPr>
                        <m:t>,</m:t>
                      </m:r>
                      <m:sSup>
                        <m:sSupPr>
                          <m:ctrlPr>
                            <a:rPr lang="es-AR" b="0" i="1" smtClean="0">
                              <a:latin typeface="Cambria Math" panose="02040503050406030204" pitchFamily="18" charset="0"/>
                            </a:rPr>
                          </m:ctrlPr>
                        </m:sSupPr>
                        <m:e>
                          <m:r>
                            <a:rPr lang="es-AR" b="0" i="1" smtClean="0">
                              <a:latin typeface="Cambria Math" panose="02040503050406030204" pitchFamily="18" charset="0"/>
                            </a:rPr>
                            <m:t>𝑚</m:t>
                          </m:r>
                        </m:e>
                        <m:sup>
                          <m:r>
                            <a:rPr lang="es-AR" b="0" i="1" smtClean="0">
                              <a:latin typeface="Cambria Math" panose="02040503050406030204" pitchFamily="18" charset="0"/>
                            </a:rPr>
                            <m:t>∗</m:t>
                          </m:r>
                        </m:sup>
                      </m:sSup>
                      <m:r>
                        <a:rPr lang="es-AR" b="0" i="1" smtClean="0">
                          <a:latin typeface="Cambria Math" panose="02040503050406030204" pitchFamily="18" charset="0"/>
                        </a:rPr>
                        <m:t>)=</m:t>
                      </m:r>
                      <m:d>
                        <m:dPr>
                          <m:ctrlPr>
                            <a:rPr lang="es-AR" b="0" i="1" smtClean="0">
                              <a:latin typeface="Cambria Math" panose="02040503050406030204" pitchFamily="18" charset="0"/>
                            </a:rPr>
                          </m:ctrlPr>
                        </m:dPr>
                        <m:e>
                          <m:r>
                            <a:rPr lang="es-AR" b="0" i="1" smtClean="0">
                              <a:latin typeface="Cambria Math" panose="02040503050406030204" pitchFamily="18" charset="0"/>
                              <a:ea typeface="Cambria Math" panose="02040503050406030204" pitchFamily="18" charset="0"/>
                            </a:rPr>
                            <m:t>𝜃</m:t>
                          </m:r>
                          <m:r>
                            <a:rPr lang="es-AR" b="0" i="1" smtClean="0">
                              <a:latin typeface="Cambria Math" panose="02040503050406030204" pitchFamily="18" charset="0"/>
                              <a:ea typeface="Cambria Math" panose="02040503050406030204" pitchFamily="18" charset="0"/>
                            </a:rPr>
                            <m:t>+</m:t>
                          </m:r>
                          <m:r>
                            <a:rPr lang="es-AR" b="0" i="1" smtClean="0">
                              <a:latin typeface="Cambria Math" panose="02040503050406030204" pitchFamily="18" charset="0"/>
                              <a:ea typeface="Cambria Math" panose="02040503050406030204" pitchFamily="18" charset="0"/>
                            </a:rPr>
                            <m:t>𝜎</m:t>
                          </m:r>
                        </m:e>
                      </m:d>
                      <m:sSub>
                        <m:sSubPr>
                          <m:ctrlPr>
                            <a:rPr lang="es-AR" i="1">
                              <a:latin typeface="Cambria Math" panose="02040503050406030204" pitchFamily="18" charset="0"/>
                            </a:rPr>
                          </m:ctrlPr>
                        </m:sSubPr>
                        <m:e>
                          <m:r>
                            <a:rPr lang="es-AR" i="1">
                              <a:latin typeface="Cambria Math" panose="02040503050406030204" pitchFamily="18" charset="0"/>
                            </a:rPr>
                            <m:t>𝑢</m:t>
                          </m:r>
                        </m:e>
                        <m:sub>
                          <m:r>
                            <a:rPr lang="es-AR" b="0" i="1" smtClean="0">
                              <a:latin typeface="Cambria Math" panose="02040503050406030204" pitchFamily="18" charset="0"/>
                            </a:rPr>
                            <m:t>𝑐</m:t>
                          </m:r>
                        </m:sub>
                      </m:sSub>
                      <m:r>
                        <a:rPr lang="es-AR" i="1">
                          <a:latin typeface="Cambria Math" panose="02040503050406030204" pitchFamily="18" charset="0"/>
                        </a:rPr>
                        <m:t>(</m:t>
                      </m:r>
                      <m:sSup>
                        <m:sSupPr>
                          <m:ctrlPr>
                            <a:rPr lang="es-AR" i="1">
                              <a:latin typeface="Cambria Math" panose="02040503050406030204" pitchFamily="18" charset="0"/>
                            </a:rPr>
                          </m:ctrlPr>
                        </m:sSupPr>
                        <m:e>
                          <m:r>
                            <a:rPr lang="es-AR" i="1">
                              <a:latin typeface="Cambria Math" panose="02040503050406030204" pitchFamily="18" charset="0"/>
                            </a:rPr>
                            <m:t>𝑐</m:t>
                          </m:r>
                        </m:e>
                        <m:sup>
                          <m:r>
                            <a:rPr lang="es-AR" i="1">
                              <a:latin typeface="Cambria Math" panose="02040503050406030204" pitchFamily="18" charset="0"/>
                            </a:rPr>
                            <m:t>∗</m:t>
                          </m:r>
                        </m:sup>
                      </m:sSup>
                      <m:r>
                        <a:rPr lang="es-AR" i="1">
                          <a:latin typeface="Cambria Math" panose="02040503050406030204" pitchFamily="18" charset="0"/>
                        </a:rPr>
                        <m:t>,</m:t>
                      </m:r>
                      <m:sSup>
                        <m:sSupPr>
                          <m:ctrlPr>
                            <a:rPr lang="es-AR" i="1">
                              <a:latin typeface="Cambria Math" panose="02040503050406030204" pitchFamily="18" charset="0"/>
                            </a:rPr>
                          </m:ctrlPr>
                        </m:sSupPr>
                        <m:e>
                          <m:r>
                            <a:rPr lang="es-AR" i="1">
                              <a:latin typeface="Cambria Math" panose="02040503050406030204" pitchFamily="18" charset="0"/>
                            </a:rPr>
                            <m:t>𝑚</m:t>
                          </m:r>
                        </m:e>
                        <m:sup>
                          <m:r>
                            <a:rPr lang="es-AR" i="1">
                              <a:latin typeface="Cambria Math" panose="02040503050406030204" pitchFamily="18" charset="0"/>
                            </a:rPr>
                            <m:t>∗</m:t>
                          </m:r>
                        </m:sup>
                      </m:sSup>
                      <m:r>
                        <a:rPr lang="es-AR" i="1">
                          <a:latin typeface="Cambria Math" panose="02040503050406030204" pitchFamily="18" charset="0"/>
                        </a:rPr>
                        <m:t>)</m:t>
                      </m:r>
                    </m:oMath>
                  </m:oMathPara>
                </a14:m>
                <a:endParaRPr lang="es-AR" i="1" dirty="0"/>
              </a:p>
            </p:txBody>
          </p:sp>
        </mc:Choice>
        <mc:Fallback>
          <p:sp>
            <p:nvSpPr>
              <p:cNvPr id="15" name="CuadroTexto 14">
                <a:extLst>
                  <a:ext uri="{FF2B5EF4-FFF2-40B4-BE49-F238E27FC236}">
                    <a16:creationId xmlns:a16="http://schemas.microsoft.com/office/drawing/2014/main" id="{252998B0-5736-3FBC-BAD4-A51FAFF79FD6}"/>
                  </a:ext>
                </a:extLst>
              </p:cNvPr>
              <p:cNvSpPr txBox="1">
                <a:spLocks noRot="1" noChangeAspect="1" noMove="1" noResize="1" noEditPoints="1" noAdjustHandles="1" noChangeArrowheads="1" noChangeShapeType="1" noTextEdit="1"/>
              </p:cNvSpPr>
              <p:nvPr/>
            </p:nvSpPr>
            <p:spPr>
              <a:xfrm>
                <a:off x="6561601" y="3297555"/>
                <a:ext cx="3187219" cy="287323"/>
              </a:xfrm>
              <a:prstGeom prst="rect">
                <a:avLst/>
              </a:prstGeom>
              <a:blipFill>
                <a:blip r:embed="rId5"/>
                <a:stretch>
                  <a:fillRect l="-574" t="-2128" r="-2294" b="-29787"/>
                </a:stretch>
              </a:blipFill>
            </p:spPr>
            <p:txBody>
              <a:bodyPr/>
              <a:lstStyle/>
              <a:p>
                <a:r>
                  <a:rPr lang="es-AR">
                    <a:noFill/>
                  </a:rPr>
                  <a:t> </a:t>
                </a:r>
              </a:p>
            </p:txBody>
          </p:sp>
        </mc:Fallback>
      </mc:AlternateContent>
      <p:grpSp>
        <p:nvGrpSpPr>
          <p:cNvPr id="2" name="Grupo 1">
            <a:extLst>
              <a:ext uri="{FF2B5EF4-FFF2-40B4-BE49-F238E27FC236}">
                <a16:creationId xmlns:a16="http://schemas.microsoft.com/office/drawing/2014/main" id="{FA130EAA-6694-DFF6-C46B-64E4115A1EC4}"/>
              </a:ext>
            </a:extLst>
          </p:cNvPr>
          <p:cNvGrpSpPr/>
          <p:nvPr/>
        </p:nvGrpSpPr>
        <p:grpSpPr>
          <a:xfrm>
            <a:off x="301478" y="101545"/>
            <a:ext cx="2993085" cy="461665"/>
            <a:chOff x="301478" y="101545"/>
            <a:chExt cx="2993085" cy="461665"/>
          </a:xfrm>
        </p:grpSpPr>
        <p:sp>
          <p:nvSpPr>
            <p:cNvPr id="3" name="CuadroTexto 2">
              <a:extLst>
                <a:ext uri="{FF2B5EF4-FFF2-40B4-BE49-F238E27FC236}">
                  <a16:creationId xmlns:a16="http://schemas.microsoft.com/office/drawing/2014/main" id="{1972643D-6F61-D9FE-5C3A-C81806697198}"/>
                </a:ext>
              </a:extLst>
            </p:cNvPr>
            <p:cNvSpPr txBox="1"/>
            <p:nvPr/>
          </p:nvSpPr>
          <p:spPr>
            <a:xfrm>
              <a:off x="404348" y="101545"/>
              <a:ext cx="2890215" cy="461665"/>
            </a:xfrm>
            <a:prstGeom prst="rect">
              <a:avLst/>
            </a:prstGeom>
            <a:noFill/>
          </p:spPr>
          <p:txBody>
            <a:bodyPr wrap="none" rtlCol="0">
              <a:spAutoFit/>
            </a:bodyPr>
            <a:lstStyle/>
            <a:p>
              <a:r>
                <a:rPr lang="es-AR" sz="2400" dirty="0">
                  <a:latin typeface="+mj-lt"/>
                  <a:cs typeface="Times New Roman" panose="02020603050405020304" pitchFamily="18" charset="0"/>
                </a:rPr>
                <a:t>Demanda de dinero</a:t>
              </a:r>
            </a:p>
          </p:txBody>
        </p:sp>
        <p:cxnSp>
          <p:nvCxnSpPr>
            <p:cNvPr id="10" name="Conector recto 9">
              <a:extLst>
                <a:ext uri="{FF2B5EF4-FFF2-40B4-BE49-F238E27FC236}">
                  <a16:creationId xmlns:a16="http://schemas.microsoft.com/office/drawing/2014/main" id="{73F72A82-9F38-C9D4-6C81-FA40BD9E83CB}"/>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2" name="Grupo 11">
            <a:extLst>
              <a:ext uri="{FF2B5EF4-FFF2-40B4-BE49-F238E27FC236}">
                <a16:creationId xmlns:a16="http://schemas.microsoft.com/office/drawing/2014/main" id="{0EAE290C-21FA-2B99-E5CD-8DA8F75933D2}"/>
              </a:ext>
            </a:extLst>
          </p:cNvPr>
          <p:cNvGrpSpPr/>
          <p:nvPr/>
        </p:nvGrpSpPr>
        <p:grpSpPr>
          <a:xfrm>
            <a:off x="4109889" y="2648319"/>
            <a:ext cx="6108531" cy="4050982"/>
            <a:chOff x="3605622" y="-210911"/>
            <a:chExt cx="7809143" cy="5540218"/>
          </a:xfrm>
        </p:grpSpPr>
        <p:grpSp>
          <p:nvGrpSpPr>
            <p:cNvPr id="16" name="Grupo 15">
              <a:extLst>
                <a:ext uri="{FF2B5EF4-FFF2-40B4-BE49-F238E27FC236}">
                  <a16:creationId xmlns:a16="http://schemas.microsoft.com/office/drawing/2014/main" id="{F07B2A7A-FFDD-5656-B03D-D7CF4CDC3E92}"/>
                </a:ext>
              </a:extLst>
            </p:cNvPr>
            <p:cNvGrpSpPr/>
            <p:nvPr/>
          </p:nvGrpSpPr>
          <p:grpSpPr>
            <a:xfrm>
              <a:off x="4042615" y="-210911"/>
              <a:ext cx="7372150" cy="4885425"/>
              <a:chOff x="2568144" y="-393792"/>
              <a:chExt cx="7372148" cy="4885422"/>
            </a:xfrm>
          </p:grpSpPr>
          <p:cxnSp>
            <p:nvCxnSpPr>
              <p:cNvPr id="19" name="Conector recto de flecha 18">
                <a:extLst>
                  <a:ext uri="{FF2B5EF4-FFF2-40B4-BE49-F238E27FC236}">
                    <a16:creationId xmlns:a16="http://schemas.microsoft.com/office/drawing/2014/main" id="{789B4E63-BA58-B036-D918-8B1C56F58634}"/>
                  </a:ext>
                </a:extLst>
              </p:cNvPr>
              <p:cNvCxnSpPr/>
              <p:nvPr/>
            </p:nvCxnSpPr>
            <p:spPr>
              <a:xfrm flipV="1">
                <a:off x="2568144" y="1611630"/>
                <a:ext cx="0" cy="288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Conector recto de flecha 19">
                <a:extLst>
                  <a:ext uri="{FF2B5EF4-FFF2-40B4-BE49-F238E27FC236}">
                    <a16:creationId xmlns:a16="http://schemas.microsoft.com/office/drawing/2014/main" id="{4B7C5951-B0BB-BE66-1DCB-435B5510F052}"/>
                  </a:ext>
                </a:extLst>
              </p:cNvPr>
              <p:cNvCxnSpPr>
                <a:cxnSpLocks/>
              </p:cNvCxnSpPr>
              <p:nvPr/>
            </p:nvCxnSpPr>
            <p:spPr>
              <a:xfrm>
                <a:off x="2568144" y="4491630"/>
                <a:ext cx="393552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Conector recto 20">
                <a:extLst>
                  <a:ext uri="{FF2B5EF4-FFF2-40B4-BE49-F238E27FC236}">
                    <a16:creationId xmlns:a16="http://schemas.microsoft.com/office/drawing/2014/main" id="{320D0734-7927-7773-8D55-84711B264135}"/>
                  </a:ext>
                </a:extLst>
              </p:cNvPr>
              <p:cNvCxnSpPr>
                <a:cxnSpLocks/>
              </p:cNvCxnSpPr>
              <p:nvPr/>
            </p:nvCxnSpPr>
            <p:spPr>
              <a:xfrm>
                <a:off x="3017521" y="1909170"/>
                <a:ext cx="2857499" cy="2274210"/>
              </a:xfrm>
              <a:prstGeom prst="line">
                <a:avLst/>
              </a:prstGeom>
            </p:spPr>
            <p:style>
              <a:lnRef idx="2">
                <a:schemeClr val="accent1"/>
              </a:lnRef>
              <a:fillRef idx="0">
                <a:schemeClr val="accent1"/>
              </a:fillRef>
              <a:effectRef idx="1">
                <a:schemeClr val="accent1"/>
              </a:effectRef>
              <a:fontRef idx="minor">
                <a:schemeClr val="tx1"/>
              </a:fontRef>
            </p:style>
          </p:cxnSp>
          <p:sp>
            <p:nvSpPr>
              <p:cNvPr id="22" name="Arco 21">
                <a:extLst>
                  <a:ext uri="{FF2B5EF4-FFF2-40B4-BE49-F238E27FC236}">
                    <a16:creationId xmlns:a16="http://schemas.microsoft.com/office/drawing/2014/main" id="{710E688F-155A-CBA6-4CC7-1482FFE40A35}"/>
                  </a:ext>
                </a:extLst>
              </p:cNvPr>
              <p:cNvSpPr/>
              <p:nvPr/>
            </p:nvSpPr>
            <p:spPr>
              <a:xfrm flipH="1" flipV="1">
                <a:off x="2693673" y="-393792"/>
                <a:ext cx="7246619" cy="4297675"/>
              </a:xfrm>
              <a:prstGeom prst="arc">
                <a:avLst>
                  <a:gd name="adj1" fmla="val 16200000"/>
                  <a:gd name="adj2" fmla="val 21432438"/>
                </a:avLst>
              </a:prstGeom>
            </p:spPr>
            <p:style>
              <a:lnRef idx="2">
                <a:schemeClr val="accent6"/>
              </a:lnRef>
              <a:fillRef idx="0">
                <a:schemeClr val="accent6"/>
              </a:fillRef>
              <a:effectRef idx="1">
                <a:schemeClr val="accent6"/>
              </a:effectRef>
              <a:fontRef idx="minor">
                <a:schemeClr val="tx1"/>
              </a:fontRef>
            </p:style>
            <p:txBody>
              <a:bodyPr rtlCol="0" anchor="ctr"/>
              <a:lstStyle/>
              <a:p>
                <a:pPr algn="ctr"/>
                <a:endParaRPr lang="es-AR"/>
              </a:p>
            </p:txBody>
          </p:sp>
        </p:gr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55DCAF75-7E3E-1DE1-B08A-5CBDA52ACAEF}"/>
                    </a:ext>
                  </a:extLst>
                </p:cNvPr>
                <p:cNvSpPr txBox="1"/>
                <p:nvPr/>
              </p:nvSpPr>
              <p:spPr>
                <a:xfrm>
                  <a:off x="3605622" y="1591455"/>
                  <a:ext cx="4371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𝑖</m:t>
                        </m:r>
                      </m:oMath>
                    </m:oMathPara>
                  </a14:m>
                  <a:endParaRPr lang="es-AR" dirty="0"/>
                </a:p>
              </p:txBody>
            </p:sp>
          </mc:Choice>
          <mc:Fallback xmlns="">
            <p:sp>
              <p:nvSpPr>
                <p:cNvPr id="17" name="CuadroTexto 16">
                  <a:extLst>
                    <a:ext uri="{FF2B5EF4-FFF2-40B4-BE49-F238E27FC236}">
                      <a16:creationId xmlns:a16="http://schemas.microsoft.com/office/drawing/2014/main" id="{55DCAF75-7E3E-1DE1-B08A-5CBDA52ACAEF}"/>
                    </a:ext>
                  </a:extLst>
                </p:cNvPr>
                <p:cNvSpPr txBox="1">
                  <a:spLocks noRot="1" noChangeAspect="1" noMove="1" noResize="1" noEditPoints="1" noAdjustHandles="1" noChangeArrowheads="1" noChangeShapeType="1" noTextEdit="1"/>
                </p:cNvSpPr>
                <p:nvPr/>
              </p:nvSpPr>
              <p:spPr>
                <a:xfrm>
                  <a:off x="3605622" y="1591455"/>
                  <a:ext cx="437196" cy="369332"/>
                </a:xfrm>
                <a:prstGeom prst="rect">
                  <a:avLst/>
                </a:prstGeom>
                <a:blipFill>
                  <a:blip r:embed="rId6"/>
                  <a:stretch>
                    <a:fillRect b="-2727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801C966B-6466-47C5-B373-7BC0BCA77CED}"/>
                    </a:ext>
                  </a:extLst>
                </p:cNvPr>
                <p:cNvSpPr txBox="1"/>
                <p:nvPr/>
              </p:nvSpPr>
              <p:spPr>
                <a:xfrm>
                  <a:off x="7882892" y="4720229"/>
                  <a:ext cx="437196" cy="6090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b="0" i="1" smtClean="0">
                                <a:latin typeface="Cambria Math" panose="02040503050406030204" pitchFamily="18" charset="0"/>
                              </a:rPr>
                            </m:ctrlPr>
                          </m:fPr>
                          <m:num>
                            <m:r>
                              <a:rPr lang="es-AR" b="0" i="1" smtClean="0">
                                <a:latin typeface="Cambria Math" panose="02040503050406030204" pitchFamily="18" charset="0"/>
                              </a:rPr>
                              <m:t>𝑀</m:t>
                            </m:r>
                          </m:num>
                          <m:den>
                            <m:r>
                              <a:rPr lang="es-AR" b="0" i="1" smtClean="0">
                                <a:latin typeface="Cambria Math" panose="02040503050406030204" pitchFamily="18" charset="0"/>
                              </a:rPr>
                              <m:t>𝑃</m:t>
                            </m:r>
                          </m:den>
                        </m:f>
                      </m:oMath>
                    </m:oMathPara>
                  </a14:m>
                  <a:endParaRPr lang="es-AR" i="1" dirty="0"/>
                </a:p>
              </p:txBody>
            </p:sp>
          </mc:Choice>
          <mc:Fallback xmlns="">
            <p:sp>
              <p:nvSpPr>
                <p:cNvPr id="18" name="CuadroTexto 17">
                  <a:extLst>
                    <a:ext uri="{FF2B5EF4-FFF2-40B4-BE49-F238E27FC236}">
                      <a16:creationId xmlns:a16="http://schemas.microsoft.com/office/drawing/2014/main" id="{801C966B-6466-47C5-B373-7BC0BCA77CED}"/>
                    </a:ext>
                  </a:extLst>
                </p:cNvPr>
                <p:cNvSpPr txBox="1">
                  <a:spLocks noRot="1" noChangeAspect="1" noMove="1" noResize="1" noEditPoints="1" noAdjustHandles="1" noChangeArrowheads="1" noChangeShapeType="1" noTextEdit="1"/>
                </p:cNvSpPr>
                <p:nvPr/>
              </p:nvSpPr>
              <p:spPr>
                <a:xfrm>
                  <a:off x="7882892" y="4720229"/>
                  <a:ext cx="437196" cy="609078"/>
                </a:xfrm>
                <a:prstGeom prst="rect">
                  <a:avLst/>
                </a:prstGeom>
                <a:blipFill>
                  <a:blip r:embed="rId7"/>
                  <a:stretch>
                    <a:fillRect b="-26027"/>
                  </a:stretch>
                </a:blipFill>
              </p:spPr>
              <p:txBody>
                <a:bodyPr/>
                <a:lstStyle/>
                <a:p>
                  <a:r>
                    <a:rPr lang="es-AR">
                      <a:noFill/>
                    </a:rPr>
                    <a:t> </a:t>
                  </a:r>
                </a:p>
              </p:txBody>
            </p:sp>
          </mc:Fallback>
        </mc:AlternateContent>
      </p:grpSp>
    </p:spTree>
    <p:extLst>
      <p:ext uri="{BB962C8B-B14F-4D97-AF65-F5344CB8AC3E}">
        <p14:creationId xmlns:p14="http://schemas.microsoft.com/office/powerpoint/2010/main" val="423198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4C1F3-F9E9-44FF-C310-611C4643FD2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CF09C4B-E288-86F3-FC7B-7FA6B1C2C87F}"/>
              </a:ext>
            </a:extLst>
          </p:cNvPr>
          <p:cNvSpPr txBox="1"/>
          <p:nvPr/>
        </p:nvSpPr>
        <p:spPr>
          <a:xfrm>
            <a:off x="553321" y="1034604"/>
            <a:ext cx="10229650" cy="3046988"/>
          </a:xfrm>
          <a:prstGeom prst="rect">
            <a:avLst/>
          </a:prstGeom>
          <a:noFill/>
        </p:spPr>
        <p:txBody>
          <a:bodyPr wrap="square" rtlCol="0">
            <a:spAutoFit/>
          </a:bodyPr>
          <a:lstStyle/>
          <a:p>
            <a:r>
              <a:rPr lang="es-AR" sz="2400" dirty="0"/>
              <a:t>Básicamente, el dinero es cualquier cosa que cumpla tres funciones:</a:t>
            </a:r>
          </a:p>
          <a:p>
            <a:pPr marL="285750" indent="-285750">
              <a:buFont typeface="Arial" panose="020B0604020202020204" pitchFamily="34" charset="0"/>
              <a:buChar char="•"/>
            </a:pPr>
            <a:r>
              <a:rPr lang="es-AR" sz="2400" dirty="0"/>
              <a:t>medio de pago</a:t>
            </a:r>
          </a:p>
          <a:p>
            <a:pPr marL="285750" indent="-285750">
              <a:buFont typeface="Arial" panose="020B0604020202020204" pitchFamily="34" charset="0"/>
              <a:buChar char="•"/>
            </a:pPr>
            <a:r>
              <a:rPr lang="es-AR" sz="2400" dirty="0"/>
              <a:t>unidad de medida</a:t>
            </a:r>
          </a:p>
          <a:p>
            <a:pPr marL="285750" indent="-285750">
              <a:buFont typeface="Arial" panose="020B0604020202020204" pitchFamily="34" charset="0"/>
              <a:buChar char="•"/>
            </a:pPr>
            <a:r>
              <a:rPr lang="es-AR" sz="2400" dirty="0"/>
              <a:t>resguardo de valor</a:t>
            </a:r>
          </a:p>
          <a:p>
            <a:endParaRPr lang="es-AR" sz="2400" dirty="0"/>
          </a:p>
          <a:p>
            <a:r>
              <a:rPr lang="es-AR" sz="2400" dirty="0"/>
              <a:t>Oferta de dinero = Cantidad disponible de esa cosa.</a:t>
            </a:r>
          </a:p>
          <a:p>
            <a:endParaRPr lang="es-AR" sz="2400" dirty="0"/>
          </a:p>
          <a:p>
            <a:r>
              <a:rPr lang="es-AR" sz="2400" dirty="0"/>
              <a:t>Dificultad: no hay un objeto “puro”.</a:t>
            </a:r>
          </a:p>
        </p:txBody>
      </p:sp>
      <p:sp>
        <p:nvSpPr>
          <p:cNvPr id="3" name="CuadroTexto 2">
            <a:extLst>
              <a:ext uri="{FF2B5EF4-FFF2-40B4-BE49-F238E27FC236}">
                <a16:creationId xmlns:a16="http://schemas.microsoft.com/office/drawing/2014/main" id="{2561BB67-A2B7-8112-AB22-8A04EEF7C514}"/>
              </a:ext>
            </a:extLst>
          </p:cNvPr>
          <p:cNvSpPr txBox="1"/>
          <p:nvPr/>
        </p:nvSpPr>
        <p:spPr>
          <a:xfrm>
            <a:off x="553321" y="4183654"/>
            <a:ext cx="7296963" cy="830997"/>
          </a:xfrm>
          <a:prstGeom prst="rect">
            <a:avLst/>
          </a:prstGeom>
          <a:noFill/>
        </p:spPr>
        <p:txBody>
          <a:bodyPr wrap="square" rtlCol="0">
            <a:spAutoFit/>
          </a:bodyPr>
          <a:lstStyle/>
          <a:p>
            <a:r>
              <a:rPr lang="es-AR" sz="2400" dirty="0"/>
              <a:t>En economía, oferta de dinero = capacidad para hacer transacciones.</a:t>
            </a:r>
          </a:p>
        </p:txBody>
      </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5A8998E7-D055-2DFA-E7C7-41486E7B74EF}"/>
                  </a:ext>
                </a:extLst>
              </p:cNvPr>
              <p:cNvSpPr txBox="1"/>
              <p:nvPr/>
            </p:nvSpPr>
            <p:spPr>
              <a:xfrm>
                <a:off x="4992642" y="4983057"/>
                <a:ext cx="196822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i="1" dirty="0" smtClean="0">
                          <a:latin typeface="Cambria Math" panose="02040503050406030204" pitchFamily="18" charset="0"/>
                        </a:rPr>
                        <m:t>𝑀</m:t>
                      </m:r>
                      <m:r>
                        <a:rPr lang="es-AR" sz="2400" i="1" dirty="0" smtClean="0">
                          <a:latin typeface="Cambria Math" panose="02040503050406030204" pitchFamily="18" charset="0"/>
                        </a:rPr>
                        <m:t>=</m:t>
                      </m:r>
                      <m:r>
                        <a:rPr lang="es-AR" sz="2400" i="1" dirty="0" smtClean="0">
                          <a:latin typeface="Cambria Math" panose="02040503050406030204" pitchFamily="18" charset="0"/>
                        </a:rPr>
                        <m:t>𝐶</m:t>
                      </m:r>
                      <m:r>
                        <a:rPr lang="es-AR" sz="2400" i="1" dirty="0" smtClean="0">
                          <a:latin typeface="Cambria Math" panose="02040503050406030204" pitchFamily="18" charset="0"/>
                        </a:rPr>
                        <m:t>+</m:t>
                      </m:r>
                      <m:r>
                        <a:rPr lang="es-AR" sz="2400" b="0" i="1" dirty="0" smtClean="0">
                          <a:latin typeface="Cambria Math" panose="02040503050406030204" pitchFamily="18" charset="0"/>
                        </a:rPr>
                        <m:t>𝐷</m:t>
                      </m:r>
                    </m:oMath>
                  </m:oMathPara>
                </a14:m>
                <a:endParaRPr lang="es-AR" sz="2400" i="1" dirty="0"/>
              </a:p>
            </p:txBody>
          </p:sp>
        </mc:Choice>
        <mc:Fallback>
          <p:sp>
            <p:nvSpPr>
              <p:cNvPr id="5" name="CuadroTexto 4">
                <a:extLst>
                  <a:ext uri="{FF2B5EF4-FFF2-40B4-BE49-F238E27FC236}">
                    <a16:creationId xmlns:a16="http://schemas.microsoft.com/office/drawing/2014/main" id="{5A8998E7-D055-2DFA-E7C7-41486E7B74EF}"/>
                  </a:ext>
                </a:extLst>
              </p:cNvPr>
              <p:cNvSpPr txBox="1">
                <a:spLocks noRot="1" noChangeAspect="1" noMove="1" noResize="1" noEditPoints="1" noAdjustHandles="1" noChangeArrowheads="1" noChangeShapeType="1" noTextEdit="1"/>
              </p:cNvSpPr>
              <p:nvPr/>
            </p:nvSpPr>
            <p:spPr>
              <a:xfrm>
                <a:off x="4992642" y="4983057"/>
                <a:ext cx="1968228" cy="461665"/>
              </a:xfrm>
              <a:prstGeom prst="rect">
                <a:avLst/>
              </a:prstGeom>
              <a:blipFill>
                <a:blip r:embed="rId3"/>
                <a:stretch>
                  <a:fillRect/>
                </a:stretch>
              </a:blipFill>
            </p:spPr>
            <p:txBody>
              <a:bodyPr/>
              <a:lstStyle/>
              <a:p>
                <a:r>
                  <a:rPr lang="es-AR">
                    <a:noFill/>
                  </a:rPr>
                  <a:t> </a:t>
                </a:r>
              </a:p>
            </p:txBody>
          </p:sp>
        </mc:Fallback>
      </mc:AlternateContent>
      <p:cxnSp>
        <p:nvCxnSpPr>
          <p:cNvPr id="10" name="Conector recto de flecha 9">
            <a:extLst>
              <a:ext uri="{FF2B5EF4-FFF2-40B4-BE49-F238E27FC236}">
                <a16:creationId xmlns:a16="http://schemas.microsoft.com/office/drawing/2014/main" id="{93FED155-FC00-7BF0-F3E9-FFFA82039590}"/>
              </a:ext>
            </a:extLst>
          </p:cNvPr>
          <p:cNvCxnSpPr>
            <a:cxnSpLocks/>
            <a:stCxn id="3" idx="3"/>
            <a:endCxn id="11" idx="1"/>
          </p:cNvCxnSpPr>
          <p:nvPr/>
        </p:nvCxnSpPr>
        <p:spPr>
          <a:xfrm>
            <a:off x="7850284" y="4599153"/>
            <a:ext cx="8147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CuadroTexto 10">
            <a:extLst>
              <a:ext uri="{FF2B5EF4-FFF2-40B4-BE49-F238E27FC236}">
                <a16:creationId xmlns:a16="http://schemas.microsoft.com/office/drawing/2014/main" id="{BDBCD8B1-FC6F-919E-4D4E-FD0241817028}"/>
              </a:ext>
            </a:extLst>
          </p:cNvPr>
          <p:cNvSpPr txBox="1"/>
          <p:nvPr/>
        </p:nvSpPr>
        <p:spPr>
          <a:xfrm>
            <a:off x="8665021" y="4183654"/>
            <a:ext cx="3085020" cy="830997"/>
          </a:xfrm>
          <a:prstGeom prst="rect">
            <a:avLst/>
          </a:prstGeom>
          <a:noFill/>
        </p:spPr>
        <p:txBody>
          <a:bodyPr wrap="square" rtlCol="0">
            <a:spAutoFit/>
          </a:bodyPr>
          <a:lstStyle/>
          <a:p>
            <a:r>
              <a:rPr lang="es-AR" sz="2400" dirty="0"/>
              <a:t>Distintos grados (M1, M2,…)</a:t>
            </a:r>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020A2EFA-CCA4-EAA5-D68A-DE9A6F9A773A}"/>
                  </a:ext>
                </a:extLst>
              </p:cNvPr>
              <p:cNvSpPr txBox="1"/>
              <p:nvPr/>
            </p:nvSpPr>
            <p:spPr>
              <a:xfrm>
                <a:off x="4804445" y="5580053"/>
                <a:ext cx="234462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2400" i="1" dirty="0" smtClean="0">
                              <a:latin typeface="Cambria Math" panose="02040503050406030204" pitchFamily="18" charset="0"/>
                            </a:rPr>
                          </m:ctrlPr>
                        </m:sSubPr>
                        <m:e>
                          <m:r>
                            <a:rPr lang="es-AR" sz="2400" b="0" i="1" dirty="0" smtClean="0">
                              <a:latin typeface="Cambria Math" panose="02040503050406030204" pitchFamily="18" charset="0"/>
                            </a:rPr>
                            <m:t>𝑀</m:t>
                          </m:r>
                        </m:e>
                        <m:sub>
                          <m:r>
                            <a:rPr lang="es-AR" sz="2400" b="0" i="1" dirty="0" smtClean="0">
                              <a:latin typeface="Cambria Math" panose="02040503050406030204" pitchFamily="18" charset="0"/>
                            </a:rPr>
                            <m:t>1</m:t>
                          </m:r>
                        </m:sub>
                      </m:sSub>
                      <m:r>
                        <a:rPr lang="es-AR" sz="2400" i="1" dirty="0" smtClean="0">
                          <a:latin typeface="Cambria Math" panose="02040503050406030204" pitchFamily="18" charset="0"/>
                        </a:rPr>
                        <m:t>=</m:t>
                      </m:r>
                      <m:r>
                        <a:rPr lang="es-AR" sz="2400" i="1" dirty="0" smtClean="0">
                          <a:latin typeface="Cambria Math" panose="02040503050406030204" pitchFamily="18" charset="0"/>
                        </a:rPr>
                        <m:t>𝐶</m:t>
                      </m:r>
                      <m:r>
                        <a:rPr lang="es-AR" sz="2400" i="1" dirty="0" smtClean="0">
                          <a:latin typeface="Cambria Math" panose="02040503050406030204" pitchFamily="18" charset="0"/>
                        </a:rPr>
                        <m:t>+</m:t>
                      </m:r>
                      <m:sSub>
                        <m:sSubPr>
                          <m:ctrlPr>
                            <a:rPr lang="es-AR" sz="2400" i="1" dirty="0">
                              <a:latin typeface="Cambria Math" panose="02040503050406030204" pitchFamily="18" charset="0"/>
                            </a:rPr>
                          </m:ctrlPr>
                        </m:sSubPr>
                        <m:e>
                          <m:r>
                            <a:rPr lang="es-AR" sz="2400" b="0" i="1" dirty="0" smtClean="0">
                              <a:latin typeface="Cambria Math" panose="02040503050406030204" pitchFamily="18" charset="0"/>
                            </a:rPr>
                            <m:t>𝐷</m:t>
                          </m:r>
                        </m:e>
                        <m:sub>
                          <m:r>
                            <a:rPr lang="es-AR" sz="2400" b="0" i="1" dirty="0" smtClean="0">
                              <a:latin typeface="Cambria Math" panose="02040503050406030204" pitchFamily="18" charset="0"/>
                            </a:rPr>
                            <m:t>𝑣</m:t>
                          </m:r>
                        </m:sub>
                      </m:sSub>
                    </m:oMath>
                  </m:oMathPara>
                </a14:m>
                <a:endParaRPr lang="es-AR" sz="2400" i="1" dirty="0"/>
              </a:p>
            </p:txBody>
          </p:sp>
        </mc:Choice>
        <mc:Fallback>
          <p:sp>
            <p:nvSpPr>
              <p:cNvPr id="16" name="CuadroTexto 15">
                <a:extLst>
                  <a:ext uri="{FF2B5EF4-FFF2-40B4-BE49-F238E27FC236}">
                    <a16:creationId xmlns:a16="http://schemas.microsoft.com/office/drawing/2014/main" id="{020A2EFA-CCA4-EAA5-D68A-DE9A6F9A773A}"/>
                  </a:ext>
                </a:extLst>
              </p:cNvPr>
              <p:cNvSpPr txBox="1">
                <a:spLocks noRot="1" noChangeAspect="1" noMove="1" noResize="1" noEditPoints="1" noAdjustHandles="1" noChangeArrowheads="1" noChangeShapeType="1" noTextEdit="1"/>
              </p:cNvSpPr>
              <p:nvPr/>
            </p:nvSpPr>
            <p:spPr>
              <a:xfrm>
                <a:off x="4804445" y="5580053"/>
                <a:ext cx="2344622" cy="46166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A23DD599-A78A-75D7-01AF-35257B193E81}"/>
                  </a:ext>
                </a:extLst>
              </p:cNvPr>
              <p:cNvSpPr txBox="1"/>
              <p:nvPr/>
            </p:nvSpPr>
            <p:spPr>
              <a:xfrm>
                <a:off x="4432572" y="6190265"/>
                <a:ext cx="3088368" cy="4901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2400" i="1" dirty="0" smtClean="0">
                              <a:latin typeface="Cambria Math" panose="02040503050406030204" pitchFamily="18" charset="0"/>
                            </a:rPr>
                          </m:ctrlPr>
                        </m:sSubPr>
                        <m:e>
                          <m:r>
                            <a:rPr lang="es-AR" sz="2400" b="0" i="1" dirty="0" smtClean="0">
                              <a:latin typeface="Cambria Math" panose="02040503050406030204" pitchFamily="18" charset="0"/>
                            </a:rPr>
                            <m:t>𝑀</m:t>
                          </m:r>
                        </m:e>
                        <m:sub>
                          <m:r>
                            <a:rPr lang="es-AR" sz="2400" b="0" i="1" dirty="0" smtClean="0">
                              <a:latin typeface="Cambria Math" panose="02040503050406030204" pitchFamily="18" charset="0"/>
                            </a:rPr>
                            <m:t>2</m:t>
                          </m:r>
                        </m:sub>
                      </m:sSub>
                      <m:r>
                        <a:rPr lang="es-AR" sz="2400" i="1" dirty="0" smtClean="0">
                          <a:latin typeface="Cambria Math" panose="02040503050406030204" pitchFamily="18" charset="0"/>
                        </a:rPr>
                        <m:t>=</m:t>
                      </m:r>
                      <m:r>
                        <a:rPr lang="es-AR" sz="2400" i="1" dirty="0" smtClean="0">
                          <a:latin typeface="Cambria Math" panose="02040503050406030204" pitchFamily="18" charset="0"/>
                        </a:rPr>
                        <m:t>𝐶</m:t>
                      </m:r>
                      <m:r>
                        <a:rPr lang="es-AR" sz="2400" i="1" dirty="0" smtClean="0">
                          <a:latin typeface="Cambria Math" panose="02040503050406030204" pitchFamily="18" charset="0"/>
                        </a:rPr>
                        <m:t>+</m:t>
                      </m:r>
                      <m:sSub>
                        <m:sSubPr>
                          <m:ctrlPr>
                            <a:rPr lang="es-AR" sz="2400" i="1" dirty="0">
                              <a:latin typeface="Cambria Math" panose="02040503050406030204" pitchFamily="18" charset="0"/>
                            </a:rPr>
                          </m:ctrlPr>
                        </m:sSubPr>
                        <m:e>
                          <m:r>
                            <a:rPr lang="es-AR" sz="2400" b="0" i="1" dirty="0" smtClean="0">
                              <a:latin typeface="Cambria Math" panose="02040503050406030204" pitchFamily="18" charset="0"/>
                            </a:rPr>
                            <m:t>𝐷</m:t>
                          </m:r>
                        </m:e>
                        <m:sub>
                          <m:r>
                            <a:rPr lang="es-AR" sz="2400" b="0" i="1" dirty="0" smtClean="0">
                              <a:latin typeface="Cambria Math" panose="02040503050406030204" pitchFamily="18" charset="0"/>
                            </a:rPr>
                            <m:t>𝑣</m:t>
                          </m:r>
                        </m:sub>
                      </m:sSub>
                      <m:r>
                        <a:rPr lang="es-AR" sz="2400" i="1" dirty="0">
                          <a:latin typeface="Cambria Math" panose="02040503050406030204" pitchFamily="18" charset="0"/>
                        </a:rPr>
                        <m:t>+</m:t>
                      </m:r>
                      <m:sSub>
                        <m:sSubPr>
                          <m:ctrlPr>
                            <a:rPr lang="es-AR" sz="2400" i="1" dirty="0">
                              <a:latin typeface="Cambria Math" panose="02040503050406030204" pitchFamily="18" charset="0"/>
                            </a:rPr>
                          </m:ctrlPr>
                        </m:sSubPr>
                        <m:e>
                          <m:r>
                            <a:rPr lang="es-AR" sz="2400" i="1" dirty="0">
                              <a:latin typeface="Cambria Math" panose="02040503050406030204" pitchFamily="18" charset="0"/>
                            </a:rPr>
                            <m:t>𝐷</m:t>
                          </m:r>
                        </m:e>
                        <m:sub>
                          <m:r>
                            <a:rPr lang="es-AR" sz="2400" b="0" i="1" dirty="0" smtClean="0">
                              <a:latin typeface="Cambria Math" panose="02040503050406030204" pitchFamily="18" charset="0"/>
                            </a:rPr>
                            <m:t>𝑝</m:t>
                          </m:r>
                        </m:sub>
                      </m:sSub>
                    </m:oMath>
                  </m:oMathPara>
                </a14:m>
                <a:endParaRPr lang="es-AR" sz="2400" i="1" dirty="0"/>
              </a:p>
            </p:txBody>
          </p:sp>
        </mc:Choice>
        <mc:Fallback>
          <p:sp>
            <p:nvSpPr>
              <p:cNvPr id="17" name="CuadroTexto 16">
                <a:extLst>
                  <a:ext uri="{FF2B5EF4-FFF2-40B4-BE49-F238E27FC236}">
                    <a16:creationId xmlns:a16="http://schemas.microsoft.com/office/drawing/2014/main" id="{A23DD599-A78A-75D7-01AF-35257B193E81}"/>
                  </a:ext>
                </a:extLst>
              </p:cNvPr>
              <p:cNvSpPr txBox="1">
                <a:spLocks noRot="1" noChangeAspect="1" noMove="1" noResize="1" noEditPoints="1" noAdjustHandles="1" noChangeArrowheads="1" noChangeShapeType="1" noTextEdit="1"/>
              </p:cNvSpPr>
              <p:nvPr/>
            </p:nvSpPr>
            <p:spPr>
              <a:xfrm>
                <a:off x="4432572" y="6190265"/>
                <a:ext cx="3088368" cy="490199"/>
              </a:xfrm>
              <a:prstGeom prst="rect">
                <a:avLst/>
              </a:prstGeom>
              <a:blipFill>
                <a:blip r:embed="rId5"/>
                <a:stretch>
                  <a:fillRect b="-6173"/>
                </a:stretch>
              </a:blipFill>
            </p:spPr>
            <p:txBody>
              <a:bodyPr/>
              <a:lstStyle/>
              <a:p>
                <a:r>
                  <a:rPr lang="es-AR">
                    <a:noFill/>
                  </a:rPr>
                  <a:t> </a:t>
                </a:r>
              </a:p>
            </p:txBody>
          </p:sp>
        </mc:Fallback>
      </mc:AlternateContent>
      <p:grpSp>
        <p:nvGrpSpPr>
          <p:cNvPr id="19" name="Grupo 18">
            <a:extLst>
              <a:ext uri="{FF2B5EF4-FFF2-40B4-BE49-F238E27FC236}">
                <a16:creationId xmlns:a16="http://schemas.microsoft.com/office/drawing/2014/main" id="{D4F87AB5-5A65-5EA5-D134-09D4CCEAE2FF}"/>
              </a:ext>
            </a:extLst>
          </p:cNvPr>
          <p:cNvGrpSpPr/>
          <p:nvPr/>
        </p:nvGrpSpPr>
        <p:grpSpPr>
          <a:xfrm>
            <a:off x="301478" y="101545"/>
            <a:ext cx="2539434" cy="461665"/>
            <a:chOff x="301478" y="101545"/>
            <a:chExt cx="2539434" cy="461665"/>
          </a:xfrm>
        </p:grpSpPr>
        <p:sp>
          <p:nvSpPr>
            <p:cNvPr id="20" name="CuadroTexto 19">
              <a:extLst>
                <a:ext uri="{FF2B5EF4-FFF2-40B4-BE49-F238E27FC236}">
                  <a16:creationId xmlns:a16="http://schemas.microsoft.com/office/drawing/2014/main" id="{11D9E0ED-0E87-D701-32A8-589C035127D5}"/>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21" name="Conector recto 20">
              <a:extLst>
                <a:ext uri="{FF2B5EF4-FFF2-40B4-BE49-F238E27FC236}">
                  <a16:creationId xmlns:a16="http://schemas.microsoft.com/office/drawing/2014/main" id="{16B2004A-57DA-BCC0-DF3D-9FFC1F26541F}"/>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89178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6CC6E-F760-AB94-282F-53238F0E08F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08CE789-81FB-E9B5-B0F1-AF190F6AD72F}"/>
              </a:ext>
            </a:extLst>
          </p:cNvPr>
          <p:cNvSpPr txBox="1"/>
          <p:nvPr/>
        </p:nvSpPr>
        <p:spPr>
          <a:xfrm>
            <a:off x="553321" y="1052972"/>
            <a:ext cx="10229650" cy="1938992"/>
          </a:xfrm>
          <a:prstGeom prst="rect">
            <a:avLst/>
          </a:prstGeom>
          <a:noFill/>
        </p:spPr>
        <p:txBody>
          <a:bodyPr wrap="square" rtlCol="0">
            <a:spAutoFit/>
          </a:bodyPr>
          <a:lstStyle/>
          <a:p>
            <a:r>
              <a:rPr lang="es-AR" sz="2400" dirty="0"/>
              <a:t>Tres “jugadores” en el mercado de dinero:</a:t>
            </a:r>
          </a:p>
          <a:p>
            <a:pPr marL="285750" indent="-285750">
              <a:buFont typeface="Arial" panose="020B0604020202020204" pitchFamily="34" charset="0"/>
              <a:buChar char="•"/>
            </a:pPr>
            <a:r>
              <a:rPr lang="es-AR" sz="2400" dirty="0"/>
              <a:t>Banco central</a:t>
            </a:r>
          </a:p>
          <a:p>
            <a:pPr marL="285750" indent="-285750">
              <a:buFont typeface="Arial" panose="020B0604020202020204" pitchFamily="34" charset="0"/>
              <a:buChar char="•"/>
            </a:pPr>
            <a:r>
              <a:rPr lang="es-AR" sz="2400" dirty="0"/>
              <a:t>Bancos</a:t>
            </a:r>
          </a:p>
          <a:p>
            <a:pPr marL="285750" indent="-285750">
              <a:buFont typeface="Arial" panose="020B0604020202020204" pitchFamily="34" charset="0"/>
              <a:buChar char="•"/>
            </a:pPr>
            <a:r>
              <a:rPr lang="es-AR" sz="2400" dirty="0"/>
              <a:t>Depositantes (personas físicas, sector privado y sector público no financiero)</a:t>
            </a:r>
          </a:p>
        </p:txBody>
      </p:sp>
      <p:grpSp>
        <p:nvGrpSpPr>
          <p:cNvPr id="6" name="Grupo 5">
            <a:extLst>
              <a:ext uri="{FF2B5EF4-FFF2-40B4-BE49-F238E27FC236}">
                <a16:creationId xmlns:a16="http://schemas.microsoft.com/office/drawing/2014/main" id="{1E83BE3E-F74B-02F8-E767-BA8771E5B515}"/>
              </a:ext>
            </a:extLst>
          </p:cNvPr>
          <p:cNvGrpSpPr/>
          <p:nvPr/>
        </p:nvGrpSpPr>
        <p:grpSpPr>
          <a:xfrm>
            <a:off x="301478" y="101545"/>
            <a:ext cx="2539434" cy="461665"/>
            <a:chOff x="301478" y="101545"/>
            <a:chExt cx="2539434" cy="461665"/>
          </a:xfrm>
        </p:grpSpPr>
        <p:sp>
          <p:nvSpPr>
            <p:cNvPr id="7" name="CuadroTexto 6">
              <a:extLst>
                <a:ext uri="{FF2B5EF4-FFF2-40B4-BE49-F238E27FC236}">
                  <a16:creationId xmlns:a16="http://schemas.microsoft.com/office/drawing/2014/main" id="{7050CBEA-05C7-5735-4C9A-27978BC0AC14}"/>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8" name="Conector recto 7">
              <a:extLst>
                <a:ext uri="{FF2B5EF4-FFF2-40B4-BE49-F238E27FC236}">
                  <a16:creationId xmlns:a16="http://schemas.microsoft.com/office/drawing/2014/main" id="{910EB9DD-C5F2-80EE-2794-28E09F86BFA6}"/>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9" name="CuadroTexto 18">
            <a:extLst>
              <a:ext uri="{FF2B5EF4-FFF2-40B4-BE49-F238E27FC236}">
                <a16:creationId xmlns:a16="http://schemas.microsoft.com/office/drawing/2014/main" id="{8574FA5F-88AD-DBAB-48F8-77F5E20CFD2D}"/>
              </a:ext>
            </a:extLst>
          </p:cNvPr>
          <p:cNvSpPr txBox="1"/>
          <p:nvPr/>
        </p:nvSpPr>
        <p:spPr>
          <a:xfrm>
            <a:off x="553321" y="3234640"/>
            <a:ext cx="11696700" cy="830997"/>
          </a:xfrm>
          <a:prstGeom prst="rect">
            <a:avLst/>
          </a:prstGeom>
          <a:noFill/>
        </p:spPr>
        <p:txBody>
          <a:bodyPr wrap="square" rtlCol="0">
            <a:spAutoFit/>
          </a:bodyPr>
          <a:lstStyle/>
          <a:p>
            <a:r>
              <a:rPr lang="es-AR" sz="2400" dirty="0"/>
              <a:t>Sistema de reservas fraccionarias: los bancos deben/pueden “guardar” una parte de los depósitos.</a:t>
            </a:r>
          </a:p>
        </p:txBody>
      </p:sp>
      <p:sp>
        <p:nvSpPr>
          <p:cNvPr id="20" name="CuadroTexto 19">
            <a:extLst>
              <a:ext uri="{FF2B5EF4-FFF2-40B4-BE49-F238E27FC236}">
                <a16:creationId xmlns:a16="http://schemas.microsoft.com/office/drawing/2014/main" id="{0E4A0FFE-4306-1768-B1A6-EF52FEA0A003}"/>
              </a:ext>
            </a:extLst>
          </p:cNvPr>
          <p:cNvSpPr txBox="1"/>
          <p:nvPr/>
        </p:nvSpPr>
        <p:spPr>
          <a:xfrm>
            <a:off x="553321" y="4181657"/>
            <a:ext cx="11476356" cy="461665"/>
          </a:xfrm>
          <a:prstGeom prst="rect">
            <a:avLst/>
          </a:prstGeom>
          <a:noFill/>
        </p:spPr>
        <p:txBody>
          <a:bodyPr wrap="square" rtlCol="0">
            <a:spAutoFit/>
          </a:bodyPr>
          <a:lstStyle/>
          <a:p>
            <a:r>
              <a:rPr lang="es-AR" sz="2400" dirty="0"/>
              <a:t>Guardar = cuenta corriente en el banco central (encajes).</a:t>
            </a: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EF3BED53-AF9A-333E-A655-F002FEB10205}"/>
                  </a:ext>
                </a:extLst>
              </p:cNvPr>
              <p:cNvSpPr txBox="1"/>
              <p:nvPr/>
            </p:nvSpPr>
            <p:spPr>
              <a:xfrm>
                <a:off x="553320" y="4759342"/>
                <a:ext cx="4613039" cy="461665"/>
              </a:xfrm>
              <a:prstGeom prst="rect">
                <a:avLst/>
              </a:prstGeom>
              <a:noFill/>
            </p:spPr>
            <p:txBody>
              <a:bodyPr wrap="square">
                <a:spAutoFit/>
              </a:bodyPr>
              <a:lstStyle/>
              <a:p>
                <a:r>
                  <a:rPr lang="es-AR" sz="2400" b="0" dirty="0"/>
                  <a:t>Base monetaria: </a:t>
                </a:r>
                <a14:m>
                  <m:oMath xmlns:m="http://schemas.openxmlformats.org/officeDocument/2006/math">
                    <m:r>
                      <a:rPr lang="es-AR" sz="2400" b="0" i="1" dirty="0" smtClean="0">
                        <a:latin typeface="Cambria Math" panose="02040503050406030204" pitchFamily="18" charset="0"/>
                      </a:rPr>
                      <m:t>𝐻</m:t>
                    </m:r>
                    <m:r>
                      <a:rPr lang="es-AR" sz="2400" i="1" dirty="0" smtClean="0">
                        <a:latin typeface="Cambria Math" panose="02040503050406030204" pitchFamily="18" charset="0"/>
                      </a:rPr>
                      <m:t>=</m:t>
                    </m:r>
                    <m:r>
                      <a:rPr lang="es-AR" sz="2400" i="1" dirty="0" smtClean="0">
                        <a:latin typeface="Cambria Math" panose="02040503050406030204" pitchFamily="18" charset="0"/>
                      </a:rPr>
                      <m:t>𝐶</m:t>
                    </m:r>
                    <m:r>
                      <a:rPr lang="es-AR" sz="2400" i="1" dirty="0" smtClean="0">
                        <a:latin typeface="Cambria Math" panose="02040503050406030204" pitchFamily="18" charset="0"/>
                      </a:rPr>
                      <m:t>+</m:t>
                    </m:r>
                    <m:r>
                      <a:rPr lang="es-AR" sz="2400" b="0" i="1" dirty="0" smtClean="0">
                        <a:latin typeface="Cambria Math" panose="02040503050406030204" pitchFamily="18" charset="0"/>
                      </a:rPr>
                      <m:t>𝑅</m:t>
                    </m:r>
                  </m:oMath>
                </a14:m>
                <a:endParaRPr lang="es-AR" sz="2400" i="1" dirty="0"/>
              </a:p>
            </p:txBody>
          </p:sp>
        </mc:Choice>
        <mc:Fallback>
          <p:sp>
            <p:nvSpPr>
              <p:cNvPr id="3" name="CuadroTexto 2">
                <a:extLst>
                  <a:ext uri="{FF2B5EF4-FFF2-40B4-BE49-F238E27FC236}">
                    <a16:creationId xmlns:a16="http://schemas.microsoft.com/office/drawing/2014/main" id="{EF3BED53-AF9A-333E-A655-F002FEB10205}"/>
                  </a:ext>
                </a:extLst>
              </p:cNvPr>
              <p:cNvSpPr txBox="1">
                <a:spLocks noRot="1" noChangeAspect="1" noMove="1" noResize="1" noEditPoints="1" noAdjustHandles="1" noChangeArrowheads="1" noChangeShapeType="1" noTextEdit="1"/>
              </p:cNvSpPr>
              <p:nvPr/>
            </p:nvSpPr>
            <p:spPr>
              <a:xfrm>
                <a:off x="553320" y="4759342"/>
                <a:ext cx="4613039" cy="461665"/>
              </a:xfrm>
              <a:prstGeom prst="rect">
                <a:avLst/>
              </a:prstGeom>
              <a:blipFill>
                <a:blip r:embed="rId3"/>
                <a:stretch>
                  <a:fillRect l="-2116" t="-10667" b="-30667"/>
                </a:stretch>
              </a:blipFill>
            </p:spPr>
            <p:txBody>
              <a:bodyPr/>
              <a:lstStyle/>
              <a:p>
                <a:r>
                  <a:rPr lang="es-AR">
                    <a:noFill/>
                  </a:rPr>
                  <a:t> </a:t>
                </a:r>
              </a:p>
            </p:txBody>
          </p:sp>
        </mc:Fallback>
      </mc:AlternateContent>
    </p:spTree>
    <p:extLst>
      <p:ext uri="{BB962C8B-B14F-4D97-AF65-F5344CB8AC3E}">
        <p14:creationId xmlns:p14="http://schemas.microsoft.com/office/powerpoint/2010/main" val="1336501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F9E4D-0990-4056-288B-15E9192B2D1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BC0F496-9175-4328-D785-C92E42492ABC}"/>
              </a:ext>
            </a:extLst>
          </p:cNvPr>
          <p:cNvSpPr txBox="1"/>
          <p:nvPr/>
        </p:nvSpPr>
        <p:spPr>
          <a:xfrm>
            <a:off x="404348" y="1152051"/>
            <a:ext cx="4521982" cy="461665"/>
          </a:xfrm>
          <a:prstGeom prst="rect">
            <a:avLst/>
          </a:prstGeom>
          <a:noFill/>
        </p:spPr>
        <p:txBody>
          <a:bodyPr wrap="square" rtlCol="0">
            <a:spAutoFit/>
          </a:bodyPr>
          <a:lstStyle/>
          <a:p>
            <a:r>
              <a:rPr lang="es-AR" sz="2400" dirty="0"/>
              <a:t>Balance de un banco central</a:t>
            </a:r>
          </a:p>
        </p:txBody>
      </p:sp>
      <p:sp>
        <p:nvSpPr>
          <p:cNvPr id="3" name="CuadroTexto 2">
            <a:extLst>
              <a:ext uri="{FF2B5EF4-FFF2-40B4-BE49-F238E27FC236}">
                <a16:creationId xmlns:a16="http://schemas.microsoft.com/office/drawing/2014/main" id="{3BDE3ECC-3D44-BB9C-8457-47D94E90A829}"/>
              </a:ext>
            </a:extLst>
          </p:cNvPr>
          <p:cNvSpPr txBox="1"/>
          <p:nvPr/>
        </p:nvSpPr>
        <p:spPr>
          <a:xfrm>
            <a:off x="2478074" y="2606040"/>
            <a:ext cx="3306033" cy="1754326"/>
          </a:xfrm>
          <a:prstGeom prst="rect">
            <a:avLst/>
          </a:prstGeom>
          <a:noFill/>
        </p:spPr>
        <p:txBody>
          <a:bodyPr wrap="none" rtlCol="0">
            <a:spAutoFit/>
          </a:bodyPr>
          <a:lstStyle/>
          <a:p>
            <a:pPr marL="285750" indent="-285750">
              <a:buFont typeface="Aptos Serif" panose="02020604070405020304" pitchFamily="18" charset="0"/>
              <a:buChar char="─"/>
            </a:pPr>
            <a:r>
              <a:rPr lang="es-AR" dirty="0"/>
              <a:t>Reservas internacionales</a:t>
            </a:r>
          </a:p>
          <a:p>
            <a:pPr marL="285750" indent="-285750">
              <a:buFont typeface="Aptos Serif" panose="02020604070405020304" pitchFamily="18" charset="0"/>
              <a:buChar char="─"/>
            </a:pPr>
            <a:endParaRPr lang="es-AR" dirty="0"/>
          </a:p>
          <a:p>
            <a:pPr marL="285750" indent="-285750">
              <a:buFont typeface="Aptos Serif" panose="02020604070405020304" pitchFamily="18" charset="0"/>
              <a:buChar char="─"/>
            </a:pPr>
            <a:r>
              <a:rPr lang="es-AR" dirty="0"/>
              <a:t>Títulos públicos</a:t>
            </a:r>
          </a:p>
          <a:p>
            <a:pPr marL="285750" indent="-285750">
              <a:buFont typeface="Aptos Serif" panose="02020604070405020304" pitchFamily="18" charset="0"/>
              <a:buChar char="─"/>
            </a:pPr>
            <a:r>
              <a:rPr lang="es-AR" dirty="0"/>
              <a:t>Adelantos transitorios</a:t>
            </a:r>
          </a:p>
          <a:p>
            <a:pPr marL="285750" indent="-285750">
              <a:buFont typeface="Aptos Serif" panose="02020604070405020304" pitchFamily="18" charset="0"/>
              <a:buChar char="─"/>
            </a:pPr>
            <a:r>
              <a:rPr lang="es-AR" dirty="0"/>
              <a:t>Crédito al sector financiero</a:t>
            </a:r>
          </a:p>
          <a:p>
            <a:pPr marL="285750" indent="-285750">
              <a:buFont typeface="Aptos Serif" panose="02020604070405020304" pitchFamily="18" charset="0"/>
              <a:buChar char="─"/>
            </a:pPr>
            <a:r>
              <a:rPr lang="es-AR" dirty="0"/>
              <a:t>Pases activos</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3678043-2F32-6582-D59F-E9059AD0EF13}"/>
                  </a:ext>
                </a:extLst>
              </p:cNvPr>
              <p:cNvSpPr txBox="1"/>
              <p:nvPr/>
            </p:nvSpPr>
            <p:spPr>
              <a:xfrm>
                <a:off x="6227112" y="2606040"/>
                <a:ext cx="3271216" cy="2585323"/>
              </a:xfrm>
              <a:prstGeom prst="rect">
                <a:avLst/>
              </a:prstGeom>
              <a:noFill/>
            </p:spPr>
            <p:txBody>
              <a:bodyPr wrap="square" rtlCol="0">
                <a:spAutoFit/>
              </a:bodyPr>
              <a:lstStyle/>
              <a:p>
                <a:pPr marL="285750" indent="-285750">
                  <a:buFontTx/>
                  <a:buChar char="─"/>
                </a:pPr>
                <a:r>
                  <a:rPr lang="es-AR" dirty="0"/>
                  <a:t>Circulación monetaria (</a:t>
                </a:r>
                <a14:m>
                  <m:oMath xmlns:m="http://schemas.openxmlformats.org/officeDocument/2006/math">
                    <m:r>
                      <a:rPr lang="es-AR" i="1" dirty="0" smtClean="0">
                        <a:latin typeface="Cambria Math" panose="02040503050406030204" pitchFamily="18" charset="0"/>
                      </a:rPr>
                      <m:t>𝐶</m:t>
                    </m:r>
                  </m:oMath>
                </a14:m>
                <a:r>
                  <a:rPr lang="es-AR" dirty="0"/>
                  <a:t>)</a:t>
                </a:r>
              </a:p>
              <a:p>
                <a:pPr marL="285750" indent="-285750">
                  <a:buFontTx/>
                  <a:buChar char="─"/>
                </a:pPr>
                <a:r>
                  <a:rPr lang="es-AR" dirty="0"/>
                  <a:t>Depósitos del sector financiero (</a:t>
                </a:r>
                <a14:m>
                  <m:oMath xmlns:m="http://schemas.openxmlformats.org/officeDocument/2006/math">
                    <m:r>
                      <a:rPr lang="es-AR" i="1" dirty="0" smtClean="0">
                        <a:latin typeface="Cambria Math" panose="02040503050406030204" pitchFamily="18" charset="0"/>
                      </a:rPr>
                      <m:t>𝑅</m:t>
                    </m:r>
                  </m:oMath>
                </a14:m>
                <a:r>
                  <a:rPr lang="es-AR" dirty="0"/>
                  <a:t>)</a:t>
                </a:r>
              </a:p>
              <a:p>
                <a:pPr marL="285750" indent="-285750">
                  <a:buFontTx/>
                  <a:buChar char="─"/>
                </a:pPr>
                <a:endParaRPr lang="es-AR" dirty="0"/>
              </a:p>
              <a:p>
                <a:pPr marL="285750" indent="-285750">
                  <a:buFontTx/>
                  <a:buChar char="─"/>
                </a:pPr>
                <a:r>
                  <a:rPr lang="es-AR" dirty="0"/>
                  <a:t>Títulos del BC (LEBAC, </a:t>
                </a:r>
                <a:r>
                  <a:rPr lang="es-AR" dirty="0" err="1"/>
                  <a:t>Leliq</a:t>
                </a:r>
                <a:r>
                  <a:rPr lang="es-AR" dirty="0"/>
                  <a:t>, etc.)</a:t>
                </a:r>
              </a:p>
              <a:p>
                <a:pPr marL="285750" indent="-285750">
                  <a:buFontTx/>
                  <a:buChar char="─"/>
                </a:pPr>
                <a:endParaRPr lang="es-AR" dirty="0"/>
              </a:p>
              <a:p>
                <a:pPr marL="285750" indent="-285750">
                  <a:buFontTx/>
                  <a:buChar char="─"/>
                </a:pPr>
                <a:r>
                  <a:rPr lang="es-AR" dirty="0"/>
                  <a:t>Depósitos del Gob. </a:t>
                </a:r>
                <a:r>
                  <a:rPr lang="es-AR" dirty="0" err="1"/>
                  <a:t>Nac</a:t>
                </a:r>
                <a:r>
                  <a:rPr lang="es-AR" dirty="0"/>
                  <a:t>.</a:t>
                </a:r>
              </a:p>
              <a:p>
                <a:pPr marL="285750" indent="-285750">
                  <a:buFontTx/>
                  <a:buChar char="─"/>
                </a:pPr>
                <a:r>
                  <a:rPr lang="es-AR" dirty="0"/>
                  <a:t>Pases pasivos</a:t>
                </a:r>
              </a:p>
            </p:txBody>
          </p:sp>
        </mc:Choice>
        <mc:Fallback xmlns="">
          <p:sp>
            <p:nvSpPr>
              <p:cNvPr id="6" name="CuadroTexto 5">
                <a:extLst>
                  <a:ext uri="{FF2B5EF4-FFF2-40B4-BE49-F238E27FC236}">
                    <a16:creationId xmlns:a16="http://schemas.microsoft.com/office/drawing/2014/main" id="{63678043-2F32-6582-D59F-E9059AD0EF13}"/>
                  </a:ext>
                </a:extLst>
              </p:cNvPr>
              <p:cNvSpPr txBox="1">
                <a:spLocks noRot="1" noChangeAspect="1" noMove="1" noResize="1" noEditPoints="1" noAdjustHandles="1" noChangeArrowheads="1" noChangeShapeType="1" noTextEdit="1"/>
              </p:cNvSpPr>
              <p:nvPr/>
            </p:nvSpPr>
            <p:spPr>
              <a:xfrm>
                <a:off x="6227112" y="2606040"/>
                <a:ext cx="3271216" cy="2585323"/>
              </a:xfrm>
              <a:prstGeom prst="rect">
                <a:avLst/>
              </a:prstGeom>
              <a:blipFill>
                <a:blip r:embed="rId3"/>
                <a:stretch>
                  <a:fillRect l="-1679" t="-1415" b="-3066"/>
                </a:stretch>
              </a:blipFill>
            </p:spPr>
            <p:txBody>
              <a:bodyPr/>
              <a:lstStyle/>
              <a:p>
                <a:r>
                  <a:rPr lang="es-AR">
                    <a:noFill/>
                  </a:rPr>
                  <a:t> </a:t>
                </a:r>
              </a:p>
            </p:txBody>
          </p:sp>
        </mc:Fallback>
      </mc:AlternateContent>
      <p:cxnSp>
        <p:nvCxnSpPr>
          <p:cNvPr id="8" name="Conector recto 7">
            <a:extLst>
              <a:ext uri="{FF2B5EF4-FFF2-40B4-BE49-F238E27FC236}">
                <a16:creationId xmlns:a16="http://schemas.microsoft.com/office/drawing/2014/main" id="{1578BD8C-3759-F045-843B-685D9B4BA0FD}"/>
              </a:ext>
            </a:extLst>
          </p:cNvPr>
          <p:cNvCxnSpPr>
            <a:cxnSpLocks/>
          </p:cNvCxnSpPr>
          <p:nvPr/>
        </p:nvCxnSpPr>
        <p:spPr>
          <a:xfrm>
            <a:off x="6101384" y="2333298"/>
            <a:ext cx="0" cy="3267402"/>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8FD4D165-2831-5C55-6A7D-20E1774E93F2}"/>
              </a:ext>
            </a:extLst>
          </p:cNvPr>
          <p:cNvCxnSpPr>
            <a:cxnSpLocks/>
          </p:cNvCxnSpPr>
          <p:nvPr/>
        </p:nvCxnSpPr>
        <p:spPr>
          <a:xfrm>
            <a:off x="2478074" y="2333298"/>
            <a:ext cx="720000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CuadroTexto 13">
            <a:extLst>
              <a:ext uri="{FF2B5EF4-FFF2-40B4-BE49-F238E27FC236}">
                <a16:creationId xmlns:a16="http://schemas.microsoft.com/office/drawing/2014/main" id="{7853F82A-7B46-8D62-2E01-2CCD91F8A961}"/>
              </a:ext>
            </a:extLst>
          </p:cNvPr>
          <p:cNvSpPr txBox="1"/>
          <p:nvPr/>
        </p:nvSpPr>
        <p:spPr>
          <a:xfrm>
            <a:off x="3413362" y="1728877"/>
            <a:ext cx="1146917" cy="369332"/>
          </a:xfrm>
          <a:prstGeom prst="rect">
            <a:avLst/>
          </a:prstGeom>
          <a:noFill/>
        </p:spPr>
        <p:txBody>
          <a:bodyPr wrap="none" rtlCol="0">
            <a:spAutoFit/>
          </a:bodyPr>
          <a:lstStyle/>
          <a:p>
            <a:r>
              <a:rPr lang="es-AR" dirty="0"/>
              <a:t>ACTIVOS</a:t>
            </a:r>
          </a:p>
        </p:txBody>
      </p:sp>
      <p:sp>
        <p:nvSpPr>
          <p:cNvPr id="15" name="CuadroTexto 14">
            <a:extLst>
              <a:ext uri="{FF2B5EF4-FFF2-40B4-BE49-F238E27FC236}">
                <a16:creationId xmlns:a16="http://schemas.microsoft.com/office/drawing/2014/main" id="{2A0E638E-D258-DBDF-62CD-6E58AF1E9611}"/>
              </a:ext>
            </a:extLst>
          </p:cNvPr>
          <p:cNvSpPr txBox="1"/>
          <p:nvPr/>
        </p:nvSpPr>
        <p:spPr>
          <a:xfrm>
            <a:off x="7499859" y="1728877"/>
            <a:ext cx="1119281" cy="369332"/>
          </a:xfrm>
          <a:prstGeom prst="rect">
            <a:avLst/>
          </a:prstGeom>
          <a:noFill/>
        </p:spPr>
        <p:txBody>
          <a:bodyPr wrap="none" rtlCol="0">
            <a:spAutoFit/>
          </a:bodyPr>
          <a:lstStyle/>
          <a:p>
            <a:r>
              <a:rPr lang="es-AR" dirty="0"/>
              <a:t>PASIVOS</a:t>
            </a:r>
          </a:p>
        </p:txBody>
      </p:sp>
      <p:grpSp>
        <p:nvGrpSpPr>
          <p:cNvPr id="5" name="Grupo 4">
            <a:extLst>
              <a:ext uri="{FF2B5EF4-FFF2-40B4-BE49-F238E27FC236}">
                <a16:creationId xmlns:a16="http://schemas.microsoft.com/office/drawing/2014/main" id="{B293BDE5-A791-14AF-ED5D-A31DFF1D5E0C}"/>
              </a:ext>
            </a:extLst>
          </p:cNvPr>
          <p:cNvGrpSpPr/>
          <p:nvPr/>
        </p:nvGrpSpPr>
        <p:grpSpPr>
          <a:xfrm>
            <a:off x="301478" y="101545"/>
            <a:ext cx="2539434" cy="461665"/>
            <a:chOff x="301478" y="101545"/>
            <a:chExt cx="2539434" cy="461665"/>
          </a:xfrm>
        </p:grpSpPr>
        <p:sp>
          <p:nvSpPr>
            <p:cNvPr id="7" name="CuadroTexto 6">
              <a:extLst>
                <a:ext uri="{FF2B5EF4-FFF2-40B4-BE49-F238E27FC236}">
                  <a16:creationId xmlns:a16="http://schemas.microsoft.com/office/drawing/2014/main" id="{21A7077B-CF95-DA12-2073-FC8149D7C299}"/>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10" name="Conector recto 9">
              <a:extLst>
                <a:ext uri="{FF2B5EF4-FFF2-40B4-BE49-F238E27FC236}">
                  <a16:creationId xmlns:a16="http://schemas.microsoft.com/office/drawing/2014/main" id="{FC3217B8-F263-DA61-8EAE-55CCACEA5AAE}"/>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55D91376-166F-1691-C2D8-71563AA94C5D}"/>
                  </a:ext>
                </a:extLst>
              </p:cNvPr>
              <p:cNvSpPr txBox="1"/>
              <p:nvPr/>
            </p:nvSpPr>
            <p:spPr>
              <a:xfrm>
                <a:off x="9372603" y="2863393"/>
                <a:ext cx="1613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b="0" i="1" dirty="0" smtClean="0">
                          <a:latin typeface="Cambria Math" panose="02040503050406030204" pitchFamily="18" charset="0"/>
                        </a:rPr>
                        <m:t>𝐻</m:t>
                      </m:r>
                      <m:r>
                        <a:rPr lang="es-AR" i="1" dirty="0" smtClean="0">
                          <a:latin typeface="Cambria Math" panose="02040503050406030204" pitchFamily="18" charset="0"/>
                        </a:rPr>
                        <m:t>=</m:t>
                      </m:r>
                      <m:r>
                        <a:rPr lang="es-AR" i="1" dirty="0" smtClean="0">
                          <a:latin typeface="Cambria Math" panose="02040503050406030204" pitchFamily="18" charset="0"/>
                        </a:rPr>
                        <m:t>𝐶</m:t>
                      </m:r>
                      <m:r>
                        <a:rPr lang="es-AR" i="1" dirty="0" smtClean="0">
                          <a:latin typeface="Cambria Math" panose="02040503050406030204" pitchFamily="18" charset="0"/>
                        </a:rPr>
                        <m:t>+</m:t>
                      </m:r>
                      <m:r>
                        <a:rPr lang="es-AR" b="0" i="1" dirty="0" smtClean="0">
                          <a:latin typeface="Cambria Math" panose="02040503050406030204" pitchFamily="18" charset="0"/>
                        </a:rPr>
                        <m:t>𝑅</m:t>
                      </m:r>
                    </m:oMath>
                  </m:oMathPara>
                </a14:m>
                <a:endParaRPr lang="es-AR" i="1" dirty="0"/>
              </a:p>
            </p:txBody>
          </p:sp>
        </mc:Choice>
        <mc:Fallback xmlns="">
          <p:sp>
            <p:nvSpPr>
              <p:cNvPr id="4" name="CuadroTexto 3">
                <a:extLst>
                  <a:ext uri="{FF2B5EF4-FFF2-40B4-BE49-F238E27FC236}">
                    <a16:creationId xmlns:a16="http://schemas.microsoft.com/office/drawing/2014/main" id="{55D91376-166F-1691-C2D8-71563AA94C5D}"/>
                  </a:ext>
                </a:extLst>
              </p:cNvPr>
              <p:cNvSpPr txBox="1">
                <a:spLocks noRot="1" noChangeAspect="1" noMove="1" noResize="1" noEditPoints="1" noAdjustHandles="1" noChangeArrowheads="1" noChangeShapeType="1" noTextEdit="1"/>
              </p:cNvSpPr>
              <p:nvPr/>
            </p:nvSpPr>
            <p:spPr>
              <a:xfrm>
                <a:off x="9372603" y="2863393"/>
                <a:ext cx="1613102" cy="369332"/>
              </a:xfrm>
              <a:prstGeom prst="rect">
                <a:avLst/>
              </a:prstGeom>
              <a:blipFill>
                <a:blip r:embed="rId4"/>
                <a:stretch>
                  <a:fillRect/>
                </a:stretch>
              </a:blipFill>
            </p:spPr>
            <p:txBody>
              <a:bodyPr/>
              <a:lstStyle/>
              <a:p>
                <a:r>
                  <a:rPr lang="es-AR">
                    <a:noFill/>
                  </a:rPr>
                  <a:t> </a:t>
                </a:r>
              </a:p>
            </p:txBody>
          </p:sp>
        </mc:Fallback>
      </mc:AlternateContent>
      <p:sp>
        <p:nvSpPr>
          <p:cNvPr id="11" name="Cerrar llave 10">
            <a:extLst>
              <a:ext uri="{FF2B5EF4-FFF2-40B4-BE49-F238E27FC236}">
                <a16:creationId xmlns:a16="http://schemas.microsoft.com/office/drawing/2014/main" id="{1D0DC0F4-400A-C672-645A-B072914A3E9F}"/>
              </a:ext>
            </a:extLst>
          </p:cNvPr>
          <p:cNvSpPr/>
          <p:nvPr/>
        </p:nvSpPr>
        <p:spPr>
          <a:xfrm>
            <a:off x="9372603" y="2594610"/>
            <a:ext cx="125726" cy="90689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AR"/>
          </a:p>
        </p:txBody>
      </p:sp>
    </p:spTree>
    <p:extLst>
      <p:ext uri="{BB962C8B-B14F-4D97-AF65-F5344CB8AC3E}">
        <p14:creationId xmlns:p14="http://schemas.microsoft.com/office/powerpoint/2010/main" val="2642345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16FB4-F00A-179B-3D5A-366030F52B8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57B28B2-FDB7-8A27-C580-82E952759C04}"/>
                  </a:ext>
                </a:extLst>
              </p:cNvPr>
              <p:cNvSpPr txBox="1"/>
              <p:nvPr/>
            </p:nvSpPr>
            <p:spPr>
              <a:xfrm>
                <a:off x="6524294" y="2606040"/>
                <a:ext cx="3070410" cy="1200329"/>
              </a:xfrm>
              <a:prstGeom prst="rect">
                <a:avLst/>
              </a:prstGeom>
              <a:noFill/>
            </p:spPr>
            <p:txBody>
              <a:bodyPr wrap="square" rtlCol="0">
                <a:spAutoFit/>
              </a:bodyPr>
              <a:lstStyle/>
              <a:p>
                <a:pPr marL="285750" indent="-285750">
                  <a:buFontTx/>
                  <a:buChar char="─"/>
                </a:pPr>
                <a:r>
                  <a:rPr lang="es-AR" dirty="0"/>
                  <a:t>Depósitos (</a:t>
                </a:r>
                <a14:m>
                  <m:oMath xmlns:m="http://schemas.openxmlformats.org/officeDocument/2006/math">
                    <m:r>
                      <a:rPr lang="es-AR" b="0" i="1" dirty="0" smtClean="0">
                        <a:latin typeface="Cambria Math" panose="02040503050406030204" pitchFamily="18" charset="0"/>
                      </a:rPr>
                      <m:t>𝐷</m:t>
                    </m:r>
                  </m:oMath>
                </a14:m>
                <a:r>
                  <a:rPr lang="es-AR" dirty="0"/>
                  <a:t>)</a:t>
                </a:r>
              </a:p>
              <a:p>
                <a:pPr marL="285750" indent="-285750">
                  <a:buFontTx/>
                  <a:buChar char="─"/>
                </a:pPr>
                <a:endParaRPr lang="es-AR" dirty="0"/>
              </a:p>
              <a:p>
                <a:pPr marL="285750" indent="-285750">
                  <a:buFontTx/>
                  <a:buChar char="─"/>
                </a:pPr>
                <a:r>
                  <a:rPr lang="es-AR" dirty="0"/>
                  <a:t>Pases activos</a:t>
                </a:r>
              </a:p>
              <a:p>
                <a:pPr marL="285750" indent="-285750">
                  <a:buFontTx/>
                  <a:buChar char="─"/>
                </a:pPr>
                <a:r>
                  <a:rPr lang="es-AR" dirty="0"/>
                  <a:t>Créditos del BC</a:t>
                </a:r>
              </a:p>
            </p:txBody>
          </p:sp>
        </mc:Choice>
        <mc:Fallback xmlns="">
          <p:sp>
            <p:nvSpPr>
              <p:cNvPr id="12" name="CuadroTexto 11">
                <a:extLst>
                  <a:ext uri="{FF2B5EF4-FFF2-40B4-BE49-F238E27FC236}">
                    <a16:creationId xmlns:a16="http://schemas.microsoft.com/office/drawing/2014/main" id="{D57B28B2-FDB7-8A27-C580-82E952759C04}"/>
                  </a:ext>
                </a:extLst>
              </p:cNvPr>
              <p:cNvSpPr txBox="1">
                <a:spLocks noRot="1" noChangeAspect="1" noMove="1" noResize="1" noEditPoints="1" noAdjustHandles="1" noChangeArrowheads="1" noChangeShapeType="1" noTextEdit="1"/>
              </p:cNvSpPr>
              <p:nvPr/>
            </p:nvSpPr>
            <p:spPr>
              <a:xfrm>
                <a:off x="6524294" y="2606040"/>
                <a:ext cx="3070410" cy="1200329"/>
              </a:xfrm>
              <a:prstGeom prst="rect">
                <a:avLst/>
              </a:prstGeom>
              <a:blipFill>
                <a:blip r:embed="rId3"/>
                <a:stretch>
                  <a:fillRect l="-1786" t="-3061" b="-816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549B82F-1F45-168B-2E89-1AA207F8C68D}"/>
                  </a:ext>
                </a:extLst>
              </p:cNvPr>
              <p:cNvSpPr txBox="1"/>
              <p:nvPr/>
            </p:nvSpPr>
            <p:spPr>
              <a:xfrm>
                <a:off x="2478074" y="2606040"/>
                <a:ext cx="3234475" cy="2308324"/>
              </a:xfrm>
              <a:prstGeom prst="rect">
                <a:avLst/>
              </a:prstGeom>
              <a:noFill/>
            </p:spPr>
            <p:txBody>
              <a:bodyPr wrap="none" rtlCol="0">
                <a:spAutoFit/>
              </a:bodyPr>
              <a:lstStyle/>
              <a:p>
                <a:pPr marL="285750" indent="-285750">
                  <a:buFont typeface="Aptos Serif" panose="02020604070405020304" pitchFamily="18" charset="0"/>
                  <a:buChar char="─"/>
                </a:pPr>
                <a:r>
                  <a:rPr lang="es-AR" dirty="0"/>
                  <a:t>Circulación monetaria (</a:t>
                </a:r>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𝑏</m:t>
                        </m:r>
                      </m:sub>
                    </m:sSub>
                  </m:oMath>
                </a14:m>
                <a:r>
                  <a:rPr lang="es-AR" dirty="0"/>
                  <a:t>)</a:t>
                </a:r>
              </a:p>
              <a:p>
                <a:pPr marL="285750" indent="-285750">
                  <a:buFont typeface="Aptos Serif" panose="02020604070405020304" pitchFamily="18" charset="0"/>
                  <a:buChar char="─"/>
                </a:pPr>
                <a:r>
                  <a:rPr lang="es-AR" dirty="0"/>
                  <a:t>Depósitos en BC (</a:t>
                </a:r>
                <a14:m>
                  <m:oMath xmlns:m="http://schemas.openxmlformats.org/officeDocument/2006/math">
                    <m:r>
                      <a:rPr lang="es-AR" i="1" dirty="0" smtClean="0">
                        <a:latin typeface="Cambria Math" panose="02040503050406030204" pitchFamily="18" charset="0"/>
                      </a:rPr>
                      <m:t>𝑅</m:t>
                    </m:r>
                  </m:oMath>
                </a14:m>
                <a:r>
                  <a:rPr lang="es-AR" dirty="0"/>
                  <a:t>)</a:t>
                </a:r>
              </a:p>
              <a:p>
                <a:pPr marL="285750" indent="-285750">
                  <a:buFont typeface="Aptos Serif" panose="02020604070405020304" pitchFamily="18" charset="0"/>
                  <a:buChar char="─"/>
                </a:pPr>
                <a:endParaRPr lang="es-AR" dirty="0"/>
              </a:p>
              <a:p>
                <a:pPr marL="285750" indent="-285750">
                  <a:buFont typeface="Aptos Serif" panose="02020604070405020304" pitchFamily="18" charset="0"/>
                  <a:buChar char="─"/>
                </a:pPr>
                <a:r>
                  <a:rPr lang="es-AR" dirty="0"/>
                  <a:t>Préstamos</a:t>
                </a:r>
              </a:p>
              <a:p>
                <a:pPr marL="285750" indent="-285750">
                  <a:buFont typeface="Aptos Serif" panose="02020604070405020304" pitchFamily="18" charset="0"/>
                  <a:buChar char="─"/>
                </a:pPr>
                <a:r>
                  <a:rPr lang="es-AR" dirty="0"/>
                  <a:t>Títulos públicos</a:t>
                </a:r>
              </a:p>
              <a:p>
                <a:pPr marL="285750" indent="-285750">
                  <a:buFont typeface="Aptos Serif" panose="02020604070405020304" pitchFamily="18" charset="0"/>
                  <a:buChar char="─"/>
                </a:pPr>
                <a:r>
                  <a:rPr lang="es-AR" dirty="0"/>
                  <a:t>Títulos del BC</a:t>
                </a:r>
              </a:p>
              <a:p>
                <a:pPr marL="285750" indent="-285750">
                  <a:buFont typeface="Aptos Serif" panose="02020604070405020304" pitchFamily="18" charset="0"/>
                  <a:buChar char="─"/>
                </a:pPr>
                <a:r>
                  <a:rPr lang="es-AR" dirty="0"/>
                  <a:t>Pases pasivos</a:t>
                </a:r>
              </a:p>
              <a:p>
                <a:pPr marL="285750" indent="-285750">
                  <a:buFont typeface="Aptos Serif" panose="02020604070405020304" pitchFamily="18" charset="0"/>
                  <a:buChar char="─"/>
                </a:pPr>
                <a:r>
                  <a:rPr lang="es-AR" dirty="0"/>
                  <a:t>Otras monedas</a:t>
                </a:r>
              </a:p>
            </p:txBody>
          </p:sp>
        </mc:Choice>
        <mc:Fallback xmlns="">
          <p:sp>
            <p:nvSpPr>
              <p:cNvPr id="11" name="CuadroTexto 10">
                <a:extLst>
                  <a:ext uri="{FF2B5EF4-FFF2-40B4-BE49-F238E27FC236}">
                    <a16:creationId xmlns:a16="http://schemas.microsoft.com/office/drawing/2014/main" id="{4549B82F-1F45-168B-2E89-1AA207F8C68D}"/>
                  </a:ext>
                </a:extLst>
              </p:cNvPr>
              <p:cNvSpPr txBox="1">
                <a:spLocks noRot="1" noChangeAspect="1" noMove="1" noResize="1" noEditPoints="1" noAdjustHandles="1" noChangeArrowheads="1" noChangeShapeType="1" noTextEdit="1"/>
              </p:cNvSpPr>
              <p:nvPr/>
            </p:nvSpPr>
            <p:spPr>
              <a:xfrm>
                <a:off x="2478074" y="2606040"/>
                <a:ext cx="3234475" cy="2308324"/>
              </a:xfrm>
              <a:prstGeom prst="rect">
                <a:avLst/>
              </a:prstGeom>
              <a:blipFill>
                <a:blip r:embed="rId4"/>
                <a:stretch>
                  <a:fillRect l="-1698" t="-1587" r="-566" b="-3704"/>
                </a:stretch>
              </a:blipFill>
            </p:spPr>
            <p:txBody>
              <a:bodyPr/>
              <a:lstStyle/>
              <a:p>
                <a:r>
                  <a:rPr lang="es-AR">
                    <a:noFill/>
                  </a:rPr>
                  <a:t> </a:t>
                </a:r>
              </a:p>
            </p:txBody>
          </p:sp>
        </mc:Fallback>
      </mc:AlternateContent>
      <p:sp>
        <p:nvSpPr>
          <p:cNvPr id="2" name="CuadroTexto 1">
            <a:extLst>
              <a:ext uri="{FF2B5EF4-FFF2-40B4-BE49-F238E27FC236}">
                <a16:creationId xmlns:a16="http://schemas.microsoft.com/office/drawing/2014/main" id="{E8D4528B-64AB-59A5-59D9-99E794ECE557}"/>
              </a:ext>
            </a:extLst>
          </p:cNvPr>
          <p:cNvSpPr txBox="1"/>
          <p:nvPr/>
        </p:nvSpPr>
        <p:spPr>
          <a:xfrm>
            <a:off x="404348" y="1152051"/>
            <a:ext cx="3303906" cy="461665"/>
          </a:xfrm>
          <a:prstGeom prst="rect">
            <a:avLst/>
          </a:prstGeom>
          <a:noFill/>
        </p:spPr>
        <p:txBody>
          <a:bodyPr wrap="square" rtlCol="0">
            <a:spAutoFit/>
          </a:bodyPr>
          <a:lstStyle/>
          <a:p>
            <a:r>
              <a:rPr lang="es-AR" sz="2400" dirty="0"/>
              <a:t>Balance de los bancos</a:t>
            </a:r>
          </a:p>
        </p:txBody>
      </p:sp>
      <p:cxnSp>
        <p:nvCxnSpPr>
          <p:cNvPr id="8" name="Conector recto 7">
            <a:extLst>
              <a:ext uri="{FF2B5EF4-FFF2-40B4-BE49-F238E27FC236}">
                <a16:creationId xmlns:a16="http://schemas.microsoft.com/office/drawing/2014/main" id="{86D66C9B-984C-7189-D6AC-E489720333D6}"/>
              </a:ext>
            </a:extLst>
          </p:cNvPr>
          <p:cNvCxnSpPr>
            <a:cxnSpLocks/>
          </p:cNvCxnSpPr>
          <p:nvPr/>
        </p:nvCxnSpPr>
        <p:spPr>
          <a:xfrm>
            <a:off x="6101384" y="2333298"/>
            <a:ext cx="0" cy="3267402"/>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A315F004-298A-4C4A-24E3-B3E0A7942BFD}"/>
              </a:ext>
            </a:extLst>
          </p:cNvPr>
          <p:cNvCxnSpPr>
            <a:cxnSpLocks/>
          </p:cNvCxnSpPr>
          <p:nvPr/>
        </p:nvCxnSpPr>
        <p:spPr>
          <a:xfrm>
            <a:off x="2478074" y="2333298"/>
            <a:ext cx="7200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4" name="CuadroTexto 13">
            <a:extLst>
              <a:ext uri="{FF2B5EF4-FFF2-40B4-BE49-F238E27FC236}">
                <a16:creationId xmlns:a16="http://schemas.microsoft.com/office/drawing/2014/main" id="{CDF99D70-A07C-657A-A4BA-D7E01D9FE58F}"/>
              </a:ext>
            </a:extLst>
          </p:cNvPr>
          <p:cNvSpPr txBox="1"/>
          <p:nvPr/>
        </p:nvSpPr>
        <p:spPr>
          <a:xfrm>
            <a:off x="3413362" y="1728877"/>
            <a:ext cx="1146917" cy="369332"/>
          </a:xfrm>
          <a:prstGeom prst="rect">
            <a:avLst/>
          </a:prstGeom>
          <a:noFill/>
        </p:spPr>
        <p:txBody>
          <a:bodyPr wrap="none" rtlCol="0">
            <a:spAutoFit/>
          </a:bodyPr>
          <a:lstStyle/>
          <a:p>
            <a:r>
              <a:rPr lang="es-AR" dirty="0"/>
              <a:t>ACTIVOS</a:t>
            </a:r>
          </a:p>
        </p:txBody>
      </p:sp>
      <p:sp>
        <p:nvSpPr>
          <p:cNvPr id="15" name="CuadroTexto 14">
            <a:extLst>
              <a:ext uri="{FF2B5EF4-FFF2-40B4-BE49-F238E27FC236}">
                <a16:creationId xmlns:a16="http://schemas.microsoft.com/office/drawing/2014/main" id="{45082B3D-51A7-354A-D56D-AA09FFF33D5C}"/>
              </a:ext>
            </a:extLst>
          </p:cNvPr>
          <p:cNvSpPr txBox="1"/>
          <p:nvPr/>
        </p:nvSpPr>
        <p:spPr>
          <a:xfrm>
            <a:off x="7499859" y="1728877"/>
            <a:ext cx="1119281" cy="369332"/>
          </a:xfrm>
          <a:prstGeom prst="rect">
            <a:avLst/>
          </a:prstGeom>
          <a:noFill/>
        </p:spPr>
        <p:txBody>
          <a:bodyPr wrap="none" rtlCol="0">
            <a:spAutoFit/>
          </a:bodyPr>
          <a:lstStyle/>
          <a:p>
            <a:r>
              <a:rPr lang="es-AR" dirty="0"/>
              <a:t>PASIVOS</a:t>
            </a:r>
          </a:p>
        </p:txBody>
      </p:sp>
      <p:grpSp>
        <p:nvGrpSpPr>
          <p:cNvPr id="5" name="Grupo 4">
            <a:extLst>
              <a:ext uri="{FF2B5EF4-FFF2-40B4-BE49-F238E27FC236}">
                <a16:creationId xmlns:a16="http://schemas.microsoft.com/office/drawing/2014/main" id="{AB85E194-7CD4-FB96-70EB-88023ADFE4FD}"/>
              </a:ext>
            </a:extLst>
          </p:cNvPr>
          <p:cNvGrpSpPr/>
          <p:nvPr/>
        </p:nvGrpSpPr>
        <p:grpSpPr>
          <a:xfrm>
            <a:off x="301478" y="101545"/>
            <a:ext cx="2539434" cy="461665"/>
            <a:chOff x="301478" y="101545"/>
            <a:chExt cx="2539434" cy="461665"/>
          </a:xfrm>
        </p:grpSpPr>
        <p:sp>
          <p:nvSpPr>
            <p:cNvPr id="7" name="CuadroTexto 6">
              <a:extLst>
                <a:ext uri="{FF2B5EF4-FFF2-40B4-BE49-F238E27FC236}">
                  <a16:creationId xmlns:a16="http://schemas.microsoft.com/office/drawing/2014/main" id="{59D51A74-97D0-E09A-53B5-685CCDF85E2F}"/>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10" name="Conector recto 9">
              <a:extLst>
                <a:ext uri="{FF2B5EF4-FFF2-40B4-BE49-F238E27FC236}">
                  <a16:creationId xmlns:a16="http://schemas.microsoft.com/office/drawing/2014/main" id="{1A51B9B4-CE5A-2792-5168-C181A01076CD}"/>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04690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BA066-A4CA-0C8A-95D6-7FABFA48BA0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96261F95-8C6F-D4F4-9E64-572C373A6702}"/>
                  </a:ext>
                </a:extLst>
              </p:cNvPr>
              <p:cNvSpPr txBox="1"/>
              <p:nvPr/>
            </p:nvSpPr>
            <p:spPr>
              <a:xfrm>
                <a:off x="2496000" y="2606039"/>
                <a:ext cx="3236079" cy="1779013"/>
              </a:xfrm>
              <a:prstGeom prst="rect">
                <a:avLst/>
              </a:prstGeom>
              <a:noFill/>
            </p:spPr>
            <p:txBody>
              <a:bodyPr wrap="none" rtlCol="0">
                <a:spAutoFit/>
              </a:bodyPr>
              <a:lstStyle/>
              <a:p>
                <a:pPr marL="285750" indent="-285750">
                  <a:buFont typeface="Aptos Serif" panose="02020604070405020304" pitchFamily="18" charset="0"/>
                  <a:buChar char="─"/>
                </a:pPr>
                <a:r>
                  <a:rPr lang="es-AR" dirty="0"/>
                  <a:t>Circulación monetaria (</a:t>
                </a:r>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𝑝</m:t>
                        </m:r>
                      </m:sub>
                    </m:sSub>
                  </m:oMath>
                </a14:m>
                <a:r>
                  <a:rPr lang="es-AR" dirty="0"/>
                  <a:t>)</a:t>
                </a:r>
              </a:p>
              <a:p>
                <a:pPr marL="285750" indent="-285750">
                  <a:buFont typeface="Aptos Serif" panose="02020604070405020304" pitchFamily="18" charset="0"/>
                  <a:buChar char="─"/>
                </a:pPr>
                <a:r>
                  <a:rPr lang="es-AR" dirty="0"/>
                  <a:t>Depósitos (</a:t>
                </a:r>
                <a14:m>
                  <m:oMath xmlns:m="http://schemas.openxmlformats.org/officeDocument/2006/math">
                    <m:r>
                      <a:rPr lang="es-AR" i="1" dirty="0" smtClean="0">
                        <a:latin typeface="Cambria Math" panose="02040503050406030204" pitchFamily="18" charset="0"/>
                      </a:rPr>
                      <m:t>𝐷</m:t>
                    </m:r>
                  </m:oMath>
                </a14:m>
                <a:r>
                  <a:rPr lang="es-AR" dirty="0"/>
                  <a:t>)</a:t>
                </a:r>
              </a:p>
              <a:p>
                <a:pPr marL="285750" indent="-285750">
                  <a:buFont typeface="Aptos Serif" panose="02020604070405020304" pitchFamily="18" charset="0"/>
                  <a:buChar char="─"/>
                </a:pPr>
                <a:endParaRPr lang="es-AR" dirty="0"/>
              </a:p>
              <a:p>
                <a:pPr marL="285750" indent="-285750">
                  <a:buFont typeface="Aptos Serif" panose="02020604070405020304" pitchFamily="18" charset="0"/>
                  <a:buChar char="─"/>
                </a:pPr>
                <a:r>
                  <a:rPr lang="es-AR" dirty="0"/>
                  <a:t>Títulos públicos</a:t>
                </a:r>
              </a:p>
              <a:p>
                <a:pPr marL="285750" indent="-285750">
                  <a:buFont typeface="Aptos Serif" panose="02020604070405020304" pitchFamily="18" charset="0"/>
                  <a:buChar char="─"/>
                </a:pPr>
                <a:r>
                  <a:rPr lang="es-AR" dirty="0"/>
                  <a:t>Títulos privados</a:t>
                </a:r>
              </a:p>
              <a:p>
                <a:pPr marL="285750" indent="-285750">
                  <a:buFont typeface="Aptos Serif" panose="02020604070405020304" pitchFamily="18" charset="0"/>
                  <a:buChar char="─"/>
                </a:pPr>
                <a:r>
                  <a:rPr lang="es-AR" dirty="0"/>
                  <a:t>Otras monedas</a:t>
                </a:r>
              </a:p>
            </p:txBody>
          </p:sp>
        </mc:Choice>
        <mc:Fallback xmlns="">
          <p:sp>
            <p:nvSpPr>
              <p:cNvPr id="3" name="CuadroTexto 2">
                <a:extLst>
                  <a:ext uri="{FF2B5EF4-FFF2-40B4-BE49-F238E27FC236}">
                    <a16:creationId xmlns:a16="http://schemas.microsoft.com/office/drawing/2014/main" id="{96261F95-8C6F-D4F4-9E64-572C373A6702}"/>
                  </a:ext>
                </a:extLst>
              </p:cNvPr>
              <p:cNvSpPr txBox="1">
                <a:spLocks noRot="1" noChangeAspect="1" noMove="1" noResize="1" noEditPoints="1" noAdjustHandles="1" noChangeArrowheads="1" noChangeShapeType="1" noTextEdit="1"/>
              </p:cNvSpPr>
              <p:nvPr/>
            </p:nvSpPr>
            <p:spPr>
              <a:xfrm>
                <a:off x="2496000" y="2606039"/>
                <a:ext cx="3236079" cy="1779013"/>
              </a:xfrm>
              <a:prstGeom prst="rect">
                <a:avLst/>
              </a:prstGeom>
              <a:blipFill>
                <a:blip r:embed="rId3"/>
                <a:stretch>
                  <a:fillRect l="-1695" t="-1370" r="-565" b="-4795"/>
                </a:stretch>
              </a:blipFill>
            </p:spPr>
            <p:txBody>
              <a:bodyPr/>
              <a:lstStyle/>
              <a:p>
                <a:r>
                  <a:rPr lang="es-AR">
                    <a:noFill/>
                  </a:rPr>
                  <a:t> </a:t>
                </a:r>
              </a:p>
            </p:txBody>
          </p:sp>
        </mc:Fallback>
      </mc:AlternateContent>
      <p:sp>
        <p:nvSpPr>
          <p:cNvPr id="4" name="CuadroTexto 3">
            <a:extLst>
              <a:ext uri="{FF2B5EF4-FFF2-40B4-BE49-F238E27FC236}">
                <a16:creationId xmlns:a16="http://schemas.microsoft.com/office/drawing/2014/main" id="{D1270FB9-FD15-B97E-FFCD-2F439667BF85}"/>
              </a:ext>
            </a:extLst>
          </p:cNvPr>
          <p:cNvSpPr txBox="1"/>
          <p:nvPr/>
        </p:nvSpPr>
        <p:spPr>
          <a:xfrm>
            <a:off x="6542220" y="2606039"/>
            <a:ext cx="3070410" cy="923330"/>
          </a:xfrm>
          <a:prstGeom prst="rect">
            <a:avLst/>
          </a:prstGeom>
          <a:noFill/>
        </p:spPr>
        <p:txBody>
          <a:bodyPr wrap="square" rtlCol="0">
            <a:spAutoFit/>
          </a:bodyPr>
          <a:lstStyle/>
          <a:p>
            <a:pPr marL="285750" indent="-285750">
              <a:buFont typeface="Aptos Serif" panose="02020604070405020304" pitchFamily="18" charset="0"/>
              <a:buChar char="─"/>
            </a:pPr>
            <a:r>
              <a:rPr lang="es-AR" dirty="0"/>
              <a:t>Préstamos</a:t>
            </a:r>
          </a:p>
          <a:p>
            <a:pPr marL="285750" indent="-285750">
              <a:buFont typeface="Aptos Serif" panose="02020604070405020304" pitchFamily="18" charset="0"/>
              <a:buChar char="─"/>
            </a:pPr>
            <a:endParaRPr lang="es-AR" dirty="0"/>
          </a:p>
          <a:p>
            <a:pPr marL="285750" indent="-285750">
              <a:buFont typeface="Aptos Serif" panose="02020604070405020304" pitchFamily="18" charset="0"/>
              <a:buChar char="─"/>
            </a:pPr>
            <a:r>
              <a:rPr lang="es-AR" dirty="0"/>
              <a:t>Adelantos transitorios</a:t>
            </a:r>
          </a:p>
        </p:txBody>
      </p:sp>
      <p:sp>
        <p:nvSpPr>
          <p:cNvPr id="2" name="CuadroTexto 1">
            <a:extLst>
              <a:ext uri="{FF2B5EF4-FFF2-40B4-BE49-F238E27FC236}">
                <a16:creationId xmlns:a16="http://schemas.microsoft.com/office/drawing/2014/main" id="{77B6D28B-3451-4598-D60A-9F33AB0DB720}"/>
              </a:ext>
            </a:extLst>
          </p:cNvPr>
          <p:cNvSpPr txBox="1"/>
          <p:nvPr/>
        </p:nvSpPr>
        <p:spPr>
          <a:xfrm>
            <a:off x="404348" y="1152051"/>
            <a:ext cx="5082052" cy="461665"/>
          </a:xfrm>
          <a:prstGeom prst="rect">
            <a:avLst/>
          </a:prstGeom>
          <a:noFill/>
        </p:spPr>
        <p:txBody>
          <a:bodyPr wrap="square" rtlCol="0">
            <a:spAutoFit/>
          </a:bodyPr>
          <a:lstStyle/>
          <a:p>
            <a:r>
              <a:rPr lang="es-AR" sz="2400" dirty="0"/>
              <a:t>Balance de los depositantes</a:t>
            </a:r>
          </a:p>
        </p:txBody>
      </p:sp>
      <p:cxnSp>
        <p:nvCxnSpPr>
          <p:cNvPr id="8" name="Conector recto 7">
            <a:extLst>
              <a:ext uri="{FF2B5EF4-FFF2-40B4-BE49-F238E27FC236}">
                <a16:creationId xmlns:a16="http://schemas.microsoft.com/office/drawing/2014/main" id="{29A03424-B3AA-A18E-CBBE-0DA54D0A6515}"/>
              </a:ext>
            </a:extLst>
          </p:cNvPr>
          <p:cNvCxnSpPr>
            <a:cxnSpLocks/>
          </p:cNvCxnSpPr>
          <p:nvPr/>
        </p:nvCxnSpPr>
        <p:spPr>
          <a:xfrm>
            <a:off x="6101384" y="2333298"/>
            <a:ext cx="0" cy="3267402"/>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59B86098-6568-E8D5-1CB5-728231C6DF45}"/>
              </a:ext>
            </a:extLst>
          </p:cNvPr>
          <p:cNvCxnSpPr>
            <a:cxnSpLocks/>
          </p:cNvCxnSpPr>
          <p:nvPr/>
        </p:nvCxnSpPr>
        <p:spPr>
          <a:xfrm>
            <a:off x="2478074" y="2333298"/>
            <a:ext cx="7200000" cy="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14" name="CuadroTexto 13">
            <a:extLst>
              <a:ext uri="{FF2B5EF4-FFF2-40B4-BE49-F238E27FC236}">
                <a16:creationId xmlns:a16="http://schemas.microsoft.com/office/drawing/2014/main" id="{23A95028-D6D3-05C2-BFD9-19684F5B8FC2}"/>
              </a:ext>
            </a:extLst>
          </p:cNvPr>
          <p:cNvSpPr txBox="1"/>
          <p:nvPr/>
        </p:nvSpPr>
        <p:spPr>
          <a:xfrm>
            <a:off x="3413362" y="1728877"/>
            <a:ext cx="1146917" cy="369332"/>
          </a:xfrm>
          <a:prstGeom prst="rect">
            <a:avLst/>
          </a:prstGeom>
          <a:noFill/>
        </p:spPr>
        <p:txBody>
          <a:bodyPr wrap="none" rtlCol="0">
            <a:spAutoFit/>
          </a:bodyPr>
          <a:lstStyle/>
          <a:p>
            <a:r>
              <a:rPr lang="es-AR" dirty="0"/>
              <a:t>ACTIVOS</a:t>
            </a:r>
          </a:p>
        </p:txBody>
      </p:sp>
      <p:sp>
        <p:nvSpPr>
          <p:cNvPr id="15" name="CuadroTexto 14">
            <a:extLst>
              <a:ext uri="{FF2B5EF4-FFF2-40B4-BE49-F238E27FC236}">
                <a16:creationId xmlns:a16="http://schemas.microsoft.com/office/drawing/2014/main" id="{683B9A1A-4C51-0DA6-67BF-C76F048476E8}"/>
              </a:ext>
            </a:extLst>
          </p:cNvPr>
          <p:cNvSpPr txBox="1"/>
          <p:nvPr/>
        </p:nvSpPr>
        <p:spPr>
          <a:xfrm>
            <a:off x="7499859" y="1728877"/>
            <a:ext cx="1119281" cy="369332"/>
          </a:xfrm>
          <a:prstGeom prst="rect">
            <a:avLst/>
          </a:prstGeom>
          <a:noFill/>
        </p:spPr>
        <p:txBody>
          <a:bodyPr wrap="none" rtlCol="0">
            <a:spAutoFit/>
          </a:bodyPr>
          <a:lstStyle/>
          <a:p>
            <a:r>
              <a:rPr lang="es-AR" dirty="0"/>
              <a:t>PASIVOS</a:t>
            </a:r>
          </a:p>
        </p:txBody>
      </p:sp>
      <p:grpSp>
        <p:nvGrpSpPr>
          <p:cNvPr id="5" name="Grupo 4">
            <a:extLst>
              <a:ext uri="{FF2B5EF4-FFF2-40B4-BE49-F238E27FC236}">
                <a16:creationId xmlns:a16="http://schemas.microsoft.com/office/drawing/2014/main" id="{14A64335-852D-9DAF-F39C-426A17E2E0C1}"/>
              </a:ext>
            </a:extLst>
          </p:cNvPr>
          <p:cNvGrpSpPr/>
          <p:nvPr/>
        </p:nvGrpSpPr>
        <p:grpSpPr>
          <a:xfrm>
            <a:off x="301478" y="101545"/>
            <a:ext cx="2539434" cy="461665"/>
            <a:chOff x="301478" y="101545"/>
            <a:chExt cx="2539434" cy="461665"/>
          </a:xfrm>
        </p:grpSpPr>
        <p:sp>
          <p:nvSpPr>
            <p:cNvPr id="7" name="CuadroTexto 6">
              <a:extLst>
                <a:ext uri="{FF2B5EF4-FFF2-40B4-BE49-F238E27FC236}">
                  <a16:creationId xmlns:a16="http://schemas.microsoft.com/office/drawing/2014/main" id="{85370E15-CD3E-C875-ACC6-E9351F8ED2EC}"/>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10" name="Conector recto 9">
              <a:extLst>
                <a:ext uri="{FF2B5EF4-FFF2-40B4-BE49-F238E27FC236}">
                  <a16:creationId xmlns:a16="http://schemas.microsoft.com/office/drawing/2014/main" id="{F893D4B2-10C4-1D88-B946-EFE6EE1A5559}"/>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4BB5129-DFBA-3174-2473-F8A67D3B24FD}"/>
                  </a:ext>
                </a:extLst>
              </p:cNvPr>
              <p:cNvSpPr txBox="1"/>
              <p:nvPr/>
            </p:nvSpPr>
            <p:spPr>
              <a:xfrm>
                <a:off x="4377233" y="6021886"/>
                <a:ext cx="3122626" cy="3907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b="0" i="1" dirty="0" smtClean="0">
                          <a:latin typeface="Cambria Math" panose="02040503050406030204" pitchFamily="18" charset="0"/>
                        </a:rPr>
                        <m:t>𝑀</m:t>
                      </m:r>
                      <m:r>
                        <a:rPr lang="es-AR" b="0" i="1" dirty="0" smtClean="0">
                          <a:latin typeface="Cambria Math" panose="02040503050406030204" pitchFamily="18" charset="0"/>
                        </a:rPr>
                        <m:t>=</m:t>
                      </m:r>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𝑏</m:t>
                          </m:r>
                        </m:sub>
                      </m:sSub>
                      <m:r>
                        <a:rPr lang="es-AR" b="0" i="1" dirty="0" smtClean="0">
                          <a:latin typeface="Cambria Math" panose="02040503050406030204" pitchFamily="18" charset="0"/>
                        </a:rPr>
                        <m:t>+</m:t>
                      </m:r>
                      <m:sSub>
                        <m:sSubPr>
                          <m:ctrlPr>
                            <a:rPr lang="es-AR" i="1" dirty="0">
                              <a:latin typeface="Cambria Math" panose="02040503050406030204" pitchFamily="18" charset="0"/>
                            </a:rPr>
                          </m:ctrlPr>
                        </m:sSubPr>
                        <m:e>
                          <m:r>
                            <a:rPr lang="es-AR" i="1" dirty="0">
                              <a:latin typeface="Cambria Math" panose="02040503050406030204" pitchFamily="18" charset="0"/>
                            </a:rPr>
                            <m:t>𝐶</m:t>
                          </m:r>
                        </m:e>
                        <m:sub>
                          <m:r>
                            <a:rPr lang="es-AR" i="1" dirty="0">
                              <a:latin typeface="Cambria Math" panose="02040503050406030204" pitchFamily="18" charset="0"/>
                            </a:rPr>
                            <m:t>𝑝</m:t>
                          </m:r>
                        </m:sub>
                      </m:sSub>
                      <m:r>
                        <a:rPr lang="es-AR" b="0" i="1" dirty="0" smtClean="0">
                          <a:latin typeface="Cambria Math" panose="02040503050406030204" pitchFamily="18" charset="0"/>
                        </a:rPr>
                        <m:t>+</m:t>
                      </m:r>
                      <m:r>
                        <a:rPr lang="es-AR" b="0" i="1" dirty="0" smtClean="0">
                          <a:latin typeface="Cambria Math" panose="02040503050406030204" pitchFamily="18" charset="0"/>
                        </a:rPr>
                        <m:t>𝐷</m:t>
                      </m:r>
                      <m:r>
                        <a:rPr lang="es-AR" b="0" i="1" dirty="0" smtClean="0">
                          <a:latin typeface="Cambria Math" panose="02040503050406030204" pitchFamily="18" charset="0"/>
                        </a:rPr>
                        <m:t>=</m:t>
                      </m:r>
                      <m:r>
                        <a:rPr lang="es-AR" b="0" i="1" dirty="0" smtClean="0">
                          <a:latin typeface="Cambria Math" panose="02040503050406030204" pitchFamily="18" charset="0"/>
                        </a:rPr>
                        <m:t>𝐶</m:t>
                      </m:r>
                      <m:r>
                        <a:rPr lang="es-AR" b="0" i="1" dirty="0" smtClean="0">
                          <a:latin typeface="Cambria Math" panose="02040503050406030204" pitchFamily="18" charset="0"/>
                        </a:rPr>
                        <m:t>+</m:t>
                      </m:r>
                      <m:r>
                        <a:rPr lang="es-AR" b="0" i="1" dirty="0" smtClean="0">
                          <a:latin typeface="Cambria Math" panose="02040503050406030204" pitchFamily="18" charset="0"/>
                        </a:rPr>
                        <m:t>𝐷</m:t>
                      </m:r>
                    </m:oMath>
                  </m:oMathPara>
                </a14:m>
                <a:endParaRPr lang="es-AR" i="1" dirty="0"/>
              </a:p>
            </p:txBody>
          </p:sp>
        </mc:Choice>
        <mc:Fallback xmlns="">
          <p:sp>
            <p:nvSpPr>
              <p:cNvPr id="11" name="CuadroTexto 10">
                <a:extLst>
                  <a:ext uri="{FF2B5EF4-FFF2-40B4-BE49-F238E27FC236}">
                    <a16:creationId xmlns:a16="http://schemas.microsoft.com/office/drawing/2014/main" id="{44BB5129-DFBA-3174-2473-F8A67D3B24FD}"/>
                  </a:ext>
                </a:extLst>
              </p:cNvPr>
              <p:cNvSpPr txBox="1">
                <a:spLocks noRot="1" noChangeAspect="1" noMove="1" noResize="1" noEditPoints="1" noAdjustHandles="1" noChangeArrowheads="1" noChangeShapeType="1" noTextEdit="1"/>
              </p:cNvSpPr>
              <p:nvPr/>
            </p:nvSpPr>
            <p:spPr>
              <a:xfrm>
                <a:off x="4377233" y="6021886"/>
                <a:ext cx="3122626" cy="390729"/>
              </a:xfrm>
              <a:prstGeom prst="rect">
                <a:avLst/>
              </a:prstGeom>
              <a:blipFill>
                <a:blip r:embed="rId4"/>
                <a:stretch>
                  <a:fillRect b="-3125"/>
                </a:stretch>
              </a:blipFill>
            </p:spPr>
            <p:txBody>
              <a:bodyPr/>
              <a:lstStyle/>
              <a:p>
                <a:r>
                  <a:rPr lang="es-AR">
                    <a:noFill/>
                  </a:rPr>
                  <a:t> </a:t>
                </a:r>
              </a:p>
            </p:txBody>
          </p:sp>
        </mc:Fallback>
      </mc:AlternateContent>
    </p:spTree>
    <p:extLst>
      <p:ext uri="{BB962C8B-B14F-4D97-AF65-F5344CB8AC3E}">
        <p14:creationId xmlns:p14="http://schemas.microsoft.com/office/powerpoint/2010/main" val="1764889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ECFD-6DDD-F5A2-1803-412752424C0F}"/>
            </a:ext>
          </a:extLst>
        </p:cNvPr>
        <p:cNvGrpSpPr/>
        <p:nvPr/>
      </p:nvGrpSpPr>
      <p:grpSpPr>
        <a:xfrm>
          <a:off x="0" y="0"/>
          <a:ext cx="0" cy="0"/>
          <a:chOff x="0" y="0"/>
          <a:chExt cx="0" cy="0"/>
        </a:xfrm>
      </p:grpSpPr>
      <p:grpSp>
        <p:nvGrpSpPr>
          <p:cNvPr id="8" name="Grupo 7">
            <a:extLst>
              <a:ext uri="{FF2B5EF4-FFF2-40B4-BE49-F238E27FC236}">
                <a16:creationId xmlns:a16="http://schemas.microsoft.com/office/drawing/2014/main" id="{F68434D2-C182-E77E-EE3F-59A6E209F06F}"/>
              </a:ext>
            </a:extLst>
          </p:cNvPr>
          <p:cNvGrpSpPr/>
          <p:nvPr/>
        </p:nvGrpSpPr>
        <p:grpSpPr>
          <a:xfrm>
            <a:off x="301478" y="101545"/>
            <a:ext cx="2539434" cy="461665"/>
            <a:chOff x="301478" y="101545"/>
            <a:chExt cx="2539434" cy="461665"/>
          </a:xfrm>
        </p:grpSpPr>
        <p:sp>
          <p:nvSpPr>
            <p:cNvPr id="9" name="CuadroTexto 8">
              <a:extLst>
                <a:ext uri="{FF2B5EF4-FFF2-40B4-BE49-F238E27FC236}">
                  <a16:creationId xmlns:a16="http://schemas.microsoft.com/office/drawing/2014/main" id="{D312B2E5-6B7E-4E71-8606-5DF2E0E26209}"/>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12" name="Conector recto 11">
              <a:extLst>
                <a:ext uri="{FF2B5EF4-FFF2-40B4-BE49-F238E27FC236}">
                  <a16:creationId xmlns:a16="http://schemas.microsoft.com/office/drawing/2014/main" id="{BA47D96E-757A-C5AC-ACA6-21CC543E1CD7}"/>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4" name="Conector recto 13">
            <a:extLst>
              <a:ext uri="{FF2B5EF4-FFF2-40B4-BE49-F238E27FC236}">
                <a16:creationId xmlns:a16="http://schemas.microsoft.com/office/drawing/2014/main" id="{C89AF217-EEC5-E7BF-0883-FD1F641B07DF}"/>
              </a:ext>
            </a:extLst>
          </p:cNvPr>
          <p:cNvCxnSpPr>
            <a:cxnSpLocks/>
          </p:cNvCxnSpPr>
          <p:nvPr/>
        </p:nvCxnSpPr>
        <p:spPr>
          <a:xfrm>
            <a:off x="1895144" y="1795299"/>
            <a:ext cx="0" cy="36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20B0B374-F6FD-E9DD-F700-30236833527C}"/>
              </a:ext>
            </a:extLst>
          </p:cNvPr>
          <p:cNvCxnSpPr>
            <a:cxnSpLocks/>
          </p:cNvCxnSpPr>
          <p:nvPr/>
        </p:nvCxnSpPr>
        <p:spPr>
          <a:xfrm>
            <a:off x="192074" y="1795299"/>
            <a:ext cx="360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7D1DB885-916B-6A24-7F4E-1E676F3FF977}"/>
              </a:ext>
            </a:extLst>
          </p:cNvPr>
          <p:cNvCxnSpPr>
            <a:cxnSpLocks/>
          </p:cNvCxnSpPr>
          <p:nvPr/>
        </p:nvCxnSpPr>
        <p:spPr>
          <a:xfrm>
            <a:off x="5956604" y="1795299"/>
            <a:ext cx="0" cy="360000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6DE52D2D-4074-C7E5-7793-64818831BD83}"/>
              </a:ext>
            </a:extLst>
          </p:cNvPr>
          <p:cNvCxnSpPr>
            <a:cxnSpLocks/>
          </p:cNvCxnSpPr>
          <p:nvPr/>
        </p:nvCxnSpPr>
        <p:spPr>
          <a:xfrm>
            <a:off x="4253534" y="1795299"/>
            <a:ext cx="3600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a16="http://schemas.microsoft.com/office/drawing/2014/main" id="{73CE48AA-18F7-958B-F2B7-9CCDEE539480}"/>
              </a:ext>
            </a:extLst>
          </p:cNvPr>
          <p:cNvCxnSpPr>
            <a:cxnSpLocks/>
          </p:cNvCxnSpPr>
          <p:nvPr/>
        </p:nvCxnSpPr>
        <p:spPr>
          <a:xfrm>
            <a:off x="10059974" y="1795299"/>
            <a:ext cx="0" cy="360000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3" name="Conector recto 22">
            <a:extLst>
              <a:ext uri="{FF2B5EF4-FFF2-40B4-BE49-F238E27FC236}">
                <a16:creationId xmlns:a16="http://schemas.microsoft.com/office/drawing/2014/main" id="{B6921884-DB94-D5BE-FE40-C90FDC389A3B}"/>
              </a:ext>
            </a:extLst>
          </p:cNvPr>
          <p:cNvCxnSpPr>
            <a:cxnSpLocks/>
          </p:cNvCxnSpPr>
          <p:nvPr/>
        </p:nvCxnSpPr>
        <p:spPr>
          <a:xfrm>
            <a:off x="8356904" y="1795299"/>
            <a:ext cx="3600000" cy="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24" name="CuadroTexto 23">
            <a:extLst>
              <a:ext uri="{FF2B5EF4-FFF2-40B4-BE49-F238E27FC236}">
                <a16:creationId xmlns:a16="http://schemas.microsoft.com/office/drawing/2014/main" id="{89A96E07-3F38-4A32-52CD-6B57E301B87A}"/>
              </a:ext>
            </a:extLst>
          </p:cNvPr>
          <p:cNvSpPr txBox="1"/>
          <p:nvPr/>
        </p:nvSpPr>
        <p:spPr>
          <a:xfrm>
            <a:off x="828588" y="1287211"/>
            <a:ext cx="2133112" cy="461665"/>
          </a:xfrm>
          <a:prstGeom prst="rect">
            <a:avLst/>
          </a:prstGeom>
          <a:noFill/>
        </p:spPr>
        <p:txBody>
          <a:bodyPr wrap="square" rtlCol="0">
            <a:spAutoFit/>
          </a:bodyPr>
          <a:lstStyle/>
          <a:p>
            <a:pPr algn="ctr"/>
            <a:r>
              <a:rPr lang="es-AR" sz="2400" dirty="0"/>
              <a:t>Banco central</a:t>
            </a:r>
          </a:p>
        </p:txBody>
      </p:sp>
      <p:sp>
        <p:nvSpPr>
          <p:cNvPr id="25" name="CuadroTexto 24">
            <a:extLst>
              <a:ext uri="{FF2B5EF4-FFF2-40B4-BE49-F238E27FC236}">
                <a16:creationId xmlns:a16="http://schemas.microsoft.com/office/drawing/2014/main" id="{B4848F7B-F1BE-7522-A8D8-50FC2D386D82}"/>
              </a:ext>
            </a:extLst>
          </p:cNvPr>
          <p:cNvSpPr txBox="1"/>
          <p:nvPr/>
        </p:nvSpPr>
        <p:spPr>
          <a:xfrm>
            <a:off x="4890048" y="1287211"/>
            <a:ext cx="2133112" cy="461665"/>
          </a:xfrm>
          <a:prstGeom prst="rect">
            <a:avLst/>
          </a:prstGeom>
          <a:noFill/>
        </p:spPr>
        <p:txBody>
          <a:bodyPr wrap="square" rtlCol="0">
            <a:spAutoFit/>
          </a:bodyPr>
          <a:lstStyle/>
          <a:p>
            <a:pPr algn="ctr"/>
            <a:r>
              <a:rPr lang="es-AR" sz="2400" dirty="0"/>
              <a:t>Bancos</a:t>
            </a:r>
          </a:p>
        </p:txBody>
      </p:sp>
      <p:sp>
        <p:nvSpPr>
          <p:cNvPr id="26" name="CuadroTexto 25">
            <a:extLst>
              <a:ext uri="{FF2B5EF4-FFF2-40B4-BE49-F238E27FC236}">
                <a16:creationId xmlns:a16="http://schemas.microsoft.com/office/drawing/2014/main" id="{750D2F66-53E8-0C05-1360-A64EF34A5749}"/>
              </a:ext>
            </a:extLst>
          </p:cNvPr>
          <p:cNvSpPr txBox="1"/>
          <p:nvPr/>
        </p:nvSpPr>
        <p:spPr>
          <a:xfrm>
            <a:off x="8993418" y="1287211"/>
            <a:ext cx="2133112" cy="461665"/>
          </a:xfrm>
          <a:prstGeom prst="rect">
            <a:avLst/>
          </a:prstGeom>
          <a:noFill/>
        </p:spPr>
        <p:txBody>
          <a:bodyPr wrap="square" rtlCol="0">
            <a:spAutoFit/>
          </a:bodyPr>
          <a:lstStyle/>
          <a:p>
            <a:pPr algn="ctr"/>
            <a:r>
              <a:rPr lang="es-AR" sz="2400" dirty="0"/>
              <a:t>Depositantes</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EA4924E7-C5CC-B588-155D-FFC1FA8AFFFB}"/>
                  </a:ext>
                </a:extLst>
              </p:cNvPr>
              <p:cNvSpPr txBox="1"/>
              <p:nvPr/>
            </p:nvSpPr>
            <p:spPr>
              <a:xfrm>
                <a:off x="8436477" y="2351458"/>
                <a:ext cx="898644" cy="369332"/>
              </a:xfrm>
              <a:prstGeom prst="rect">
                <a:avLst/>
              </a:prstGeom>
              <a:noFill/>
            </p:spPr>
            <p:txBody>
              <a:bodyPr wrap="none" rtlCol="0">
                <a:spAutoFit/>
              </a:bodyPr>
              <a:lstStyle/>
              <a:p>
                <a14:m>
                  <m:oMath xmlns:m="http://schemas.openxmlformats.org/officeDocument/2006/math">
                    <m:r>
                      <a:rPr lang="es-AR" i="1" dirty="0" smtClean="0">
                        <a:latin typeface="Cambria Math" panose="02040503050406030204" pitchFamily="18" charset="0"/>
                      </a:rPr>
                      <m:t>𝐷</m:t>
                    </m:r>
                  </m:oMath>
                </a14:m>
                <a:r>
                  <a:rPr lang="es-AR" dirty="0"/>
                  <a:t>, + 90</a:t>
                </a:r>
              </a:p>
            </p:txBody>
          </p:sp>
        </mc:Choice>
        <mc:Fallback xmlns="">
          <p:sp>
            <p:nvSpPr>
              <p:cNvPr id="5" name="CuadroTexto 4">
                <a:extLst>
                  <a:ext uri="{FF2B5EF4-FFF2-40B4-BE49-F238E27FC236}">
                    <a16:creationId xmlns:a16="http://schemas.microsoft.com/office/drawing/2014/main" id="{EA4924E7-C5CC-B588-155D-FFC1FA8AFFFB}"/>
                  </a:ext>
                </a:extLst>
              </p:cNvPr>
              <p:cNvSpPr txBox="1">
                <a:spLocks noRot="1" noChangeAspect="1" noMove="1" noResize="1" noEditPoints="1" noAdjustHandles="1" noChangeArrowheads="1" noChangeShapeType="1" noTextEdit="1"/>
              </p:cNvSpPr>
              <p:nvPr/>
            </p:nvSpPr>
            <p:spPr>
              <a:xfrm>
                <a:off x="8436477" y="2351458"/>
                <a:ext cx="898644" cy="369332"/>
              </a:xfrm>
              <a:prstGeom prst="rect">
                <a:avLst/>
              </a:prstGeom>
              <a:blipFill>
                <a:blip r:embed="rId3"/>
                <a:stretch>
                  <a:fillRect t="-8333" r="-6122" b="-28333"/>
                </a:stretch>
              </a:blipFill>
            </p:spPr>
            <p:txBody>
              <a:bodyPr/>
              <a:lstStyle/>
              <a:p>
                <a:r>
                  <a:rPr lang="es-AR">
                    <a:noFill/>
                  </a:rPr>
                  <a:t> </a:t>
                </a:r>
              </a:p>
            </p:txBody>
          </p:sp>
        </mc:Fallback>
      </mc:AlternateContent>
      <p:sp>
        <p:nvSpPr>
          <p:cNvPr id="7" name="CuadroTexto 6">
            <a:extLst>
              <a:ext uri="{FF2B5EF4-FFF2-40B4-BE49-F238E27FC236}">
                <a16:creationId xmlns:a16="http://schemas.microsoft.com/office/drawing/2014/main" id="{9516CDDC-FA47-30D1-70B8-45EAE22C3CA3}"/>
              </a:ext>
            </a:extLst>
          </p:cNvPr>
          <p:cNvSpPr txBox="1"/>
          <p:nvPr/>
        </p:nvSpPr>
        <p:spPr>
          <a:xfrm>
            <a:off x="192074" y="1938355"/>
            <a:ext cx="1141659" cy="369332"/>
          </a:xfrm>
          <a:prstGeom prst="rect">
            <a:avLst/>
          </a:prstGeom>
          <a:noFill/>
        </p:spPr>
        <p:txBody>
          <a:bodyPr wrap="none" rtlCol="0">
            <a:spAutoFit/>
          </a:bodyPr>
          <a:lstStyle/>
          <a:p>
            <a:r>
              <a:rPr lang="es-AR" i="1" dirty="0"/>
              <a:t>TP</a:t>
            </a:r>
            <a:r>
              <a:rPr lang="es-AR" dirty="0"/>
              <a:t>, + 100</a:t>
            </a:r>
          </a:p>
        </p:txBody>
      </p:sp>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9C6521F9-6176-B4E0-031D-4AFD519B0023}"/>
                  </a:ext>
                </a:extLst>
              </p:cNvPr>
              <p:cNvSpPr txBox="1"/>
              <p:nvPr/>
            </p:nvSpPr>
            <p:spPr>
              <a:xfrm>
                <a:off x="6171259" y="1934056"/>
                <a:ext cx="898644" cy="369332"/>
              </a:xfrm>
              <a:prstGeom prst="rect">
                <a:avLst/>
              </a:prstGeom>
              <a:noFill/>
            </p:spPr>
            <p:txBody>
              <a:bodyPr wrap="none" rtlCol="0">
                <a:spAutoFit/>
              </a:bodyPr>
              <a:lstStyle/>
              <a:p>
                <a14:m>
                  <m:oMath xmlns:m="http://schemas.openxmlformats.org/officeDocument/2006/math">
                    <m:r>
                      <a:rPr lang="es-AR" i="1" dirty="0" smtClean="0">
                        <a:latin typeface="Cambria Math" panose="02040503050406030204" pitchFamily="18" charset="0"/>
                      </a:rPr>
                      <m:t>𝐷</m:t>
                    </m:r>
                  </m:oMath>
                </a14:m>
                <a:r>
                  <a:rPr lang="es-AR" dirty="0"/>
                  <a:t>, + 90</a:t>
                </a:r>
              </a:p>
            </p:txBody>
          </p:sp>
        </mc:Choice>
        <mc:Fallback xmlns="">
          <p:sp>
            <p:nvSpPr>
              <p:cNvPr id="34" name="CuadroTexto 33">
                <a:extLst>
                  <a:ext uri="{FF2B5EF4-FFF2-40B4-BE49-F238E27FC236}">
                    <a16:creationId xmlns:a16="http://schemas.microsoft.com/office/drawing/2014/main" id="{9C6521F9-6176-B4E0-031D-4AFD519B0023}"/>
                  </a:ext>
                </a:extLst>
              </p:cNvPr>
              <p:cNvSpPr txBox="1">
                <a:spLocks noRot="1" noChangeAspect="1" noMove="1" noResize="1" noEditPoints="1" noAdjustHandles="1" noChangeArrowheads="1" noChangeShapeType="1" noTextEdit="1"/>
              </p:cNvSpPr>
              <p:nvPr/>
            </p:nvSpPr>
            <p:spPr>
              <a:xfrm>
                <a:off x="6171259" y="1934056"/>
                <a:ext cx="898644" cy="369332"/>
              </a:xfrm>
              <a:prstGeom prst="rect">
                <a:avLst/>
              </a:prstGeom>
              <a:blipFill>
                <a:blip r:embed="rId4"/>
                <a:stretch>
                  <a:fillRect t="-6557" r="-6081"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46BA2C1F-32B6-B8DD-85D9-39C0DBD49AF7}"/>
                  </a:ext>
                </a:extLst>
              </p:cNvPr>
              <p:cNvSpPr txBox="1"/>
              <p:nvPr/>
            </p:nvSpPr>
            <p:spPr>
              <a:xfrm>
                <a:off x="4362493" y="1934056"/>
                <a:ext cx="764953" cy="369332"/>
              </a:xfrm>
              <a:prstGeom prst="rect">
                <a:avLst/>
              </a:prstGeom>
              <a:noFill/>
            </p:spPr>
            <p:txBody>
              <a:bodyPr wrap="none" rtlCol="0">
                <a:spAutoFit/>
              </a:bodyPr>
              <a:lstStyle/>
              <a:p>
                <a14:m>
                  <m:oMath xmlns:m="http://schemas.openxmlformats.org/officeDocument/2006/math">
                    <m:r>
                      <a:rPr lang="es-AR" i="1" dirty="0" smtClean="0">
                        <a:latin typeface="Cambria Math" panose="02040503050406030204" pitchFamily="18" charset="0"/>
                      </a:rPr>
                      <m:t>𝑅</m:t>
                    </m:r>
                  </m:oMath>
                </a14:m>
                <a:r>
                  <a:rPr lang="es-AR" dirty="0"/>
                  <a:t>, + 9</a:t>
                </a:r>
              </a:p>
            </p:txBody>
          </p:sp>
        </mc:Choice>
        <mc:Fallback xmlns="">
          <p:sp>
            <p:nvSpPr>
              <p:cNvPr id="36" name="CuadroTexto 35">
                <a:extLst>
                  <a:ext uri="{FF2B5EF4-FFF2-40B4-BE49-F238E27FC236}">
                    <a16:creationId xmlns:a16="http://schemas.microsoft.com/office/drawing/2014/main" id="{46BA2C1F-32B6-B8DD-85D9-39C0DBD49AF7}"/>
                  </a:ext>
                </a:extLst>
              </p:cNvPr>
              <p:cNvSpPr txBox="1">
                <a:spLocks noRot="1" noChangeAspect="1" noMove="1" noResize="1" noEditPoints="1" noAdjustHandles="1" noChangeArrowheads="1" noChangeShapeType="1" noTextEdit="1"/>
              </p:cNvSpPr>
              <p:nvPr/>
            </p:nvSpPr>
            <p:spPr>
              <a:xfrm>
                <a:off x="4362493" y="1934056"/>
                <a:ext cx="764953" cy="369332"/>
              </a:xfrm>
              <a:prstGeom prst="rect">
                <a:avLst/>
              </a:prstGeom>
              <a:blipFill>
                <a:blip r:embed="rId5"/>
                <a:stretch>
                  <a:fillRect t="-6557" r="-6400" b="-26230"/>
                </a:stretch>
              </a:blipFill>
            </p:spPr>
            <p:txBody>
              <a:bodyPr/>
              <a:lstStyle/>
              <a:p>
                <a:r>
                  <a:rPr lang="es-AR">
                    <a:noFill/>
                  </a:rPr>
                  <a:t> </a:t>
                </a:r>
              </a:p>
            </p:txBody>
          </p:sp>
        </mc:Fallback>
      </mc:AlternateContent>
      <p:sp>
        <p:nvSpPr>
          <p:cNvPr id="40" name="CuadroTexto 39">
            <a:extLst>
              <a:ext uri="{FF2B5EF4-FFF2-40B4-BE49-F238E27FC236}">
                <a16:creationId xmlns:a16="http://schemas.microsoft.com/office/drawing/2014/main" id="{6DAA8CBF-A5BF-D79B-D2CB-1636FDA71FB9}"/>
              </a:ext>
            </a:extLst>
          </p:cNvPr>
          <p:cNvSpPr txBox="1"/>
          <p:nvPr/>
        </p:nvSpPr>
        <p:spPr>
          <a:xfrm>
            <a:off x="8436477" y="1938355"/>
            <a:ext cx="1096775" cy="369332"/>
          </a:xfrm>
          <a:prstGeom prst="rect">
            <a:avLst/>
          </a:prstGeom>
          <a:noFill/>
        </p:spPr>
        <p:txBody>
          <a:bodyPr wrap="none" rtlCol="0">
            <a:spAutoFit/>
          </a:bodyPr>
          <a:lstStyle/>
          <a:p>
            <a:r>
              <a:rPr lang="es-AR" i="1" dirty="0"/>
              <a:t>TP</a:t>
            </a:r>
            <a:r>
              <a:rPr lang="es-AR" dirty="0"/>
              <a:t>, - 100</a:t>
            </a:r>
          </a:p>
        </p:txBody>
      </p:sp>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FED87209-2A45-C4C8-9DD1-D2037E8E12A7}"/>
                  </a:ext>
                </a:extLst>
              </p:cNvPr>
              <p:cNvSpPr txBox="1"/>
              <p:nvPr/>
            </p:nvSpPr>
            <p:spPr>
              <a:xfrm>
                <a:off x="2453698" y="4593494"/>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i="1" smtClean="0">
                          <a:latin typeface="Cambria Math" panose="02040503050406030204" pitchFamily="18" charset="0"/>
                        </a:rPr>
                        <m:t>⋮</m:t>
                      </m:r>
                    </m:oMath>
                  </m:oMathPara>
                </a14:m>
                <a:endParaRPr lang="es-AR" dirty="0"/>
              </a:p>
            </p:txBody>
          </p:sp>
        </mc:Choice>
        <mc:Fallback xmlns="">
          <p:sp>
            <p:nvSpPr>
              <p:cNvPr id="50" name="CuadroTexto 49">
                <a:extLst>
                  <a:ext uri="{FF2B5EF4-FFF2-40B4-BE49-F238E27FC236}">
                    <a16:creationId xmlns:a16="http://schemas.microsoft.com/office/drawing/2014/main" id="{FED87209-2A45-C4C8-9DD1-D2037E8E12A7}"/>
                  </a:ext>
                </a:extLst>
              </p:cNvPr>
              <p:cNvSpPr txBox="1">
                <a:spLocks noRot="1" noChangeAspect="1" noMove="1" noResize="1" noEditPoints="1" noAdjustHandles="1" noChangeArrowheads="1" noChangeShapeType="1" noTextEdit="1"/>
              </p:cNvSpPr>
              <p:nvPr/>
            </p:nvSpPr>
            <p:spPr>
              <a:xfrm>
                <a:off x="2453698" y="4593494"/>
                <a:ext cx="125034" cy="276999"/>
              </a:xfrm>
              <a:prstGeom prst="rect">
                <a:avLst/>
              </a:prstGeom>
              <a:blipFill>
                <a:blip r:embed="rId6"/>
                <a:stretch>
                  <a:fillRect l="-45000" r="-45000" b="-666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4FA6FD03-5F18-711F-7CCF-B212B0A09BEB}"/>
                  </a:ext>
                </a:extLst>
              </p:cNvPr>
              <p:cNvSpPr txBox="1"/>
              <p:nvPr/>
            </p:nvSpPr>
            <p:spPr>
              <a:xfrm>
                <a:off x="8436477" y="2724476"/>
                <a:ext cx="982898" cy="394019"/>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𝑝</m:t>
                        </m:r>
                      </m:sub>
                    </m:sSub>
                  </m:oMath>
                </a14:m>
                <a:r>
                  <a:rPr lang="es-AR" dirty="0"/>
                  <a:t>, + 10</a:t>
                </a:r>
              </a:p>
            </p:txBody>
          </p:sp>
        </mc:Choice>
        <mc:Fallback xmlns="">
          <p:sp>
            <p:nvSpPr>
              <p:cNvPr id="64" name="CuadroTexto 63">
                <a:extLst>
                  <a:ext uri="{FF2B5EF4-FFF2-40B4-BE49-F238E27FC236}">
                    <a16:creationId xmlns:a16="http://schemas.microsoft.com/office/drawing/2014/main" id="{4FA6FD03-5F18-711F-7CCF-B212B0A09BEB}"/>
                  </a:ext>
                </a:extLst>
              </p:cNvPr>
              <p:cNvSpPr txBox="1">
                <a:spLocks noRot="1" noChangeAspect="1" noMove="1" noResize="1" noEditPoints="1" noAdjustHandles="1" noChangeArrowheads="1" noChangeShapeType="1" noTextEdit="1"/>
              </p:cNvSpPr>
              <p:nvPr/>
            </p:nvSpPr>
            <p:spPr>
              <a:xfrm>
                <a:off x="8436477" y="2724476"/>
                <a:ext cx="982898" cy="394019"/>
              </a:xfrm>
              <a:prstGeom prst="rect">
                <a:avLst/>
              </a:prstGeom>
              <a:blipFill>
                <a:blip r:embed="rId7"/>
                <a:stretch>
                  <a:fillRect t="-6154" r="-4348" b="-20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D544F094-DAB8-8F42-BE5A-66C4D298D02C}"/>
                  </a:ext>
                </a:extLst>
              </p:cNvPr>
              <p:cNvSpPr txBox="1"/>
              <p:nvPr/>
            </p:nvSpPr>
            <p:spPr>
              <a:xfrm>
                <a:off x="8436477" y="3118495"/>
                <a:ext cx="1098699"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𝐷</m:t>
                    </m:r>
                  </m:oMath>
                </a14:m>
                <a:r>
                  <a:rPr lang="es-AR" dirty="0">
                    <a:solidFill>
                      <a:schemeClr val="tx1"/>
                    </a:solidFill>
                  </a:rPr>
                  <a:t>, + 72,9</a:t>
                </a:r>
              </a:p>
            </p:txBody>
          </p:sp>
        </mc:Choice>
        <mc:Fallback xmlns="">
          <p:sp>
            <p:nvSpPr>
              <p:cNvPr id="2" name="CuadroTexto 1">
                <a:extLst>
                  <a:ext uri="{FF2B5EF4-FFF2-40B4-BE49-F238E27FC236}">
                    <a16:creationId xmlns:a16="http://schemas.microsoft.com/office/drawing/2014/main" id="{D544F094-DAB8-8F42-BE5A-66C4D298D02C}"/>
                  </a:ext>
                </a:extLst>
              </p:cNvPr>
              <p:cNvSpPr txBox="1">
                <a:spLocks noRot="1" noChangeAspect="1" noMove="1" noResize="1" noEditPoints="1" noAdjustHandles="1" noChangeArrowheads="1" noChangeShapeType="1" noTextEdit="1"/>
              </p:cNvSpPr>
              <p:nvPr/>
            </p:nvSpPr>
            <p:spPr>
              <a:xfrm>
                <a:off x="8436477" y="3118495"/>
                <a:ext cx="1098699" cy="369332"/>
              </a:xfrm>
              <a:prstGeom prst="rect">
                <a:avLst/>
              </a:prstGeom>
              <a:blipFill>
                <a:blip r:embed="rId8"/>
                <a:stretch>
                  <a:fillRect t="-8333" r="-4444"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1EAB66C6-4581-4E50-0235-B117C825894C}"/>
                  </a:ext>
                </a:extLst>
              </p:cNvPr>
              <p:cNvSpPr txBox="1"/>
              <p:nvPr/>
            </p:nvSpPr>
            <p:spPr>
              <a:xfrm>
                <a:off x="8436477" y="3491513"/>
                <a:ext cx="1046761" cy="390748"/>
              </a:xfrm>
              <a:prstGeom prst="rect">
                <a:avLst/>
              </a:prstGeom>
              <a:noFill/>
            </p:spPr>
            <p:txBody>
              <a:bodyPr wrap="none" rtlCol="0">
                <a:spAutoFit/>
              </a:bodyPr>
              <a:lstStyle/>
              <a:p>
                <a14:m>
                  <m:oMath xmlns:m="http://schemas.openxmlformats.org/officeDocument/2006/math">
                    <m:sSub>
                      <m:sSubPr>
                        <m:ctrlPr>
                          <a:rPr lang="es-AR" i="1" dirty="0" smtClean="0">
                            <a:solidFill>
                              <a:schemeClr val="tx1"/>
                            </a:solidFill>
                            <a:latin typeface="Cambria Math" panose="02040503050406030204" pitchFamily="18" charset="0"/>
                          </a:rPr>
                        </m:ctrlPr>
                      </m:sSubPr>
                      <m:e>
                        <m:r>
                          <a:rPr lang="es-AR" b="0" i="1" dirty="0" smtClean="0">
                            <a:solidFill>
                              <a:schemeClr val="tx1"/>
                            </a:solidFill>
                            <a:latin typeface="Cambria Math" panose="02040503050406030204" pitchFamily="18" charset="0"/>
                          </a:rPr>
                          <m:t>𝐶</m:t>
                        </m:r>
                      </m:e>
                      <m:sub>
                        <m:r>
                          <a:rPr lang="es-AR" b="0" i="1" dirty="0" smtClean="0">
                            <a:solidFill>
                              <a:schemeClr val="tx1"/>
                            </a:solidFill>
                            <a:latin typeface="Cambria Math" panose="02040503050406030204" pitchFamily="18" charset="0"/>
                          </a:rPr>
                          <m:t>𝑝</m:t>
                        </m:r>
                      </m:sub>
                    </m:sSub>
                  </m:oMath>
                </a14:m>
                <a:r>
                  <a:rPr lang="es-AR" dirty="0">
                    <a:solidFill>
                      <a:schemeClr val="tx1"/>
                    </a:solidFill>
                  </a:rPr>
                  <a:t>, + 8,1</a:t>
                </a:r>
              </a:p>
            </p:txBody>
          </p:sp>
        </mc:Choice>
        <mc:Fallback xmlns="">
          <p:sp>
            <p:nvSpPr>
              <p:cNvPr id="3" name="CuadroTexto 2">
                <a:extLst>
                  <a:ext uri="{FF2B5EF4-FFF2-40B4-BE49-F238E27FC236}">
                    <a16:creationId xmlns:a16="http://schemas.microsoft.com/office/drawing/2014/main" id="{1EAB66C6-4581-4E50-0235-B117C825894C}"/>
                  </a:ext>
                </a:extLst>
              </p:cNvPr>
              <p:cNvSpPr txBox="1">
                <a:spLocks noRot="1" noChangeAspect="1" noMove="1" noResize="1" noEditPoints="1" noAdjustHandles="1" noChangeArrowheads="1" noChangeShapeType="1" noTextEdit="1"/>
              </p:cNvSpPr>
              <p:nvPr/>
            </p:nvSpPr>
            <p:spPr>
              <a:xfrm>
                <a:off x="8436477" y="3491513"/>
                <a:ext cx="1046761" cy="390748"/>
              </a:xfrm>
              <a:prstGeom prst="rect">
                <a:avLst/>
              </a:prstGeom>
              <a:blipFill>
                <a:blip r:embed="rId9"/>
                <a:stretch>
                  <a:fillRect t="-6250" r="-4070" b="-2187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E473C260-2B12-FF2C-1B85-44055B6A1D05}"/>
                  </a:ext>
                </a:extLst>
              </p:cNvPr>
              <p:cNvSpPr txBox="1"/>
              <p:nvPr/>
            </p:nvSpPr>
            <p:spPr>
              <a:xfrm>
                <a:off x="8436477" y="3881846"/>
                <a:ext cx="904735"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𝐷</m:t>
                    </m:r>
                  </m:oMath>
                </a14:m>
                <a:r>
                  <a:rPr lang="es-AR" dirty="0">
                    <a:solidFill>
                      <a:schemeClr val="tx1"/>
                    </a:solidFill>
                  </a:rPr>
                  <a:t>, + 59</a:t>
                </a:r>
              </a:p>
            </p:txBody>
          </p:sp>
        </mc:Choice>
        <mc:Fallback xmlns="">
          <p:sp>
            <p:nvSpPr>
              <p:cNvPr id="4" name="CuadroTexto 3">
                <a:extLst>
                  <a:ext uri="{FF2B5EF4-FFF2-40B4-BE49-F238E27FC236}">
                    <a16:creationId xmlns:a16="http://schemas.microsoft.com/office/drawing/2014/main" id="{E473C260-2B12-FF2C-1B85-44055B6A1D05}"/>
                  </a:ext>
                </a:extLst>
              </p:cNvPr>
              <p:cNvSpPr txBox="1">
                <a:spLocks noRot="1" noChangeAspect="1" noMove="1" noResize="1" noEditPoints="1" noAdjustHandles="1" noChangeArrowheads="1" noChangeShapeType="1" noTextEdit="1"/>
              </p:cNvSpPr>
              <p:nvPr/>
            </p:nvSpPr>
            <p:spPr>
              <a:xfrm>
                <a:off x="8436477" y="3881846"/>
                <a:ext cx="904735" cy="369332"/>
              </a:xfrm>
              <a:prstGeom prst="rect">
                <a:avLst/>
              </a:prstGeom>
              <a:blipFill>
                <a:blip r:embed="rId10"/>
                <a:stretch>
                  <a:fillRect t="-8333" r="-5405"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3884A15-F8F0-9C16-6AB0-9D54FCC79922}"/>
                  </a:ext>
                </a:extLst>
              </p:cNvPr>
              <p:cNvSpPr txBox="1"/>
              <p:nvPr/>
            </p:nvSpPr>
            <p:spPr>
              <a:xfrm>
                <a:off x="8436477" y="4254864"/>
                <a:ext cx="1046761" cy="390748"/>
              </a:xfrm>
              <a:prstGeom prst="rect">
                <a:avLst/>
              </a:prstGeom>
              <a:noFill/>
            </p:spPr>
            <p:txBody>
              <a:bodyPr wrap="none" rtlCol="0">
                <a:spAutoFit/>
              </a:bodyPr>
              <a:lstStyle/>
              <a:p>
                <a14:m>
                  <m:oMath xmlns:m="http://schemas.openxmlformats.org/officeDocument/2006/math">
                    <m:sSub>
                      <m:sSubPr>
                        <m:ctrlPr>
                          <a:rPr lang="es-AR" i="1" dirty="0" smtClean="0">
                            <a:solidFill>
                              <a:schemeClr val="tx1"/>
                            </a:solidFill>
                            <a:latin typeface="Cambria Math" panose="02040503050406030204" pitchFamily="18" charset="0"/>
                          </a:rPr>
                        </m:ctrlPr>
                      </m:sSubPr>
                      <m:e>
                        <m:r>
                          <a:rPr lang="es-AR" b="0" i="1" dirty="0" smtClean="0">
                            <a:solidFill>
                              <a:schemeClr val="tx1"/>
                            </a:solidFill>
                            <a:latin typeface="Cambria Math" panose="02040503050406030204" pitchFamily="18" charset="0"/>
                          </a:rPr>
                          <m:t>𝐶</m:t>
                        </m:r>
                      </m:e>
                      <m:sub>
                        <m:r>
                          <a:rPr lang="es-AR" b="0" i="1" dirty="0" smtClean="0">
                            <a:solidFill>
                              <a:schemeClr val="tx1"/>
                            </a:solidFill>
                            <a:latin typeface="Cambria Math" panose="02040503050406030204" pitchFamily="18" charset="0"/>
                          </a:rPr>
                          <m:t>𝑝</m:t>
                        </m:r>
                      </m:sub>
                    </m:sSub>
                  </m:oMath>
                </a14:m>
                <a:r>
                  <a:rPr lang="es-AR" dirty="0">
                    <a:solidFill>
                      <a:schemeClr val="tx1"/>
                    </a:solidFill>
                  </a:rPr>
                  <a:t>, + 6,6</a:t>
                </a:r>
              </a:p>
            </p:txBody>
          </p:sp>
        </mc:Choice>
        <mc:Fallback xmlns="">
          <p:sp>
            <p:nvSpPr>
              <p:cNvPr id="6" name="CuadroTexto 5">
                <a:extLst>
                  <a:ext uri="{FF2B5EF4-FFF2-40B4-BE49-F238E27FC236}">
                    <a16:creationId xmlns:a16="http://schemas.microsoft.com/office/drawing/2014/main" id="{63884A15-F8F0-9C16-6AB0-9D54FCC79922}"/>
                  </a:ext>
                </a:extLst>
              </p:cNvPr>
              <p:cNvSpPr txBox="1">
                <a:spLocks noRot="1" noChangeAspect="1" noMove="1" noResize="1" noEditPoints="1" noAdjustHandles="1" noChangeArrowheads="1" noChangeShapeType="1" noTextEdit="1"/>
              </p:cNvSpPr>
              <p:nvPr/>
            </p:nvSpPr>
            <p:spPr>
              <a:xfrm>
                <a:off x="8436477" y="4254864"/>
                <a:ext cx="1046761" cy="390748"/>
              </a:xfrm>
              <a:prstGeom prst="rect">
                <a:avLst/>
              </a:prstGeom>
              <a:blipFill>
                <a:blip r:embed="rId11"/>
                <a:stretch>
                  <a:fillRect t="-6250" r="-4070" b="-2187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3F0CBB6-9B9F-A194-40AC-1798CBA4CEE9}"/>
                  </a:ext>
                </a:extLst>
              </p:cNvPr>
              <p:cNvSpPr txBox="1"/>
              <p:nvPr/>
            </p:nvSpPr>
            <p:spPr>
              <a:xfrm>
                <a:off x="10251252" y="1934056"/>
                <a:ext cx="886012"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+ 81</a:t>
                </a:r>
              </a:p>
            </p:txBody>
          </p:sp>
        </mc:Choice>
        <mc:Fallback xmlns="">
          <p:sp>
            <p:nvSpPr>
              <p:cNvPr id="10" name="CuadroTexto 9">
                <a:extLst>
                  <a:ext uri="{FF2B5EF4-FFF2-40B4-BE49-F238E27FC236}">
                    <a16:creationId xmlns:a16="http://schemas.microsoft.com/office/drawing/2014/main" id="{33F0CBB6-9B9F-A194-40AC-1798CBA4CEE9}"/>
                  </a:ext>
                </a:extLst>
              </p:cNvPr>
              <p:cNvSpPr txBox="1">
                <a:spLocks noRot="1" noChangeAspect="1" noMove="1" noResize="1" noEditPoints="1" noAdjustHandles="1" noChangeArrowheads="1" noChangeShapeType="1" noTextEdit="1"/>
              </p:cNvSpPr>
              <p:nvPr/>
            </p:nvSpPr>
            <p:spPr>
              <a:xfrm>
                <a:off x="10251252" y="1934056"/>
                <a:ext cx="886012" cy="369332"/>
              </a:xfrm>
              <a:prstGeom prst="rect">
                <a:avLst/>
              </a:prstGeom>
              <a:blipFill>
                <a:blip r:embed="rId12"/>
                <a:stretch>
                  <a:fillRect t="-6557" r="-5517"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5EA5331-098D-4846-FAE9-783BBD49ACE8}"/>
                  </a:ext>
                </a:extLst>
              </p:cNvPr>
              <p:cNvSpPr txBox="1"/>
              <p:nvPr/>
            </p:nvSpPr>
            <p:spPr>
              <a:xfrm>
                <a:off x="10251252" y="2303388"/>
                <a:ext cx="1079976"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+ 65,6</a:t>
                </a:r>
              </a:p>
            </p:txBody>
          </p:sp>
        </mc:Choice>
        <mc:Fallback xmlns="">
          <p:sp>
            <p:nvSpPr>
              <p:cNvPr id="11" name="CuadroTexto 10">
                <a:extLst>
                  <a:ext uri="{FF2B5EF4-FFF2-40B4-BE49-F238E27FC236}">
                    <a16:creationId xmlns:a16="http://schemas.microsoft.com/office/drawing/2014/main" id="{45EA5331-098D-4846-FAE9-783BBD49ACE8}"/>
                  </a:ext>
                </a:extLst>
              </p:cNvPr>
              <p:cNvSpPr txBox="1">
                <a:spLocks noRot="1" noChangeAspect="1" noMove="1" noResize="1" noEditPoints="1" noAdjustHandles="1" noChangeArrowheads="1" noChangeShapeType="1" noTextEdit="1"/>
              </p:cNvSpPr>
              <p:nvPr/>
            </p:nvSpPr>
            <p:spPr>
              <a:xfrm>
                <a:off x="10251252" y="2303388"/>
                <a:ext cx="1079976" cy="369332"/>
              </a:xfrm>
              <a:prstGeom prst="rect">
                <a:avLst/>
              </a:prstGeom>
              <a:blipFill>
                <a:blip r:embed="rId13"/>
                <a:stretch>
                  <a:fillRect t="-8333" r="-4520"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A13376A7-BF16-9B09-F1EA-1CA94856069D}"/>
                  </a:ext>
                </a:extLst>
              </p:cNvPr>
              <p:cNvSpPr txBox="1"/>
              <p:nvPr/>
            </p:nvSpPr>
            <p:spPr>
              <a:xfrm>
                <a:off x="10251252" y="2683428"/>
                <a:ext cx="1079976"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+ 53,1</a:t>
                </a:r>
              </a:p>
            </p:txBody>
          </p:sp>
        </mc:Choice>
        <mc:Fallback xmlns="">
          <p:sp>
            <p:nvSpPr>
              <p:cNvPr id="13" name="CuadroTexto 12">
                <a:extLst>
                  <a:ext uri="{FF2B5EF4-FFF2-40B4-BE49-F238E27FC236}">
                    <a16:creationId xmlns:a16="http://schemas.microsoft.com/office/drawing/2014/main" id="{A13376A7-BF16-9B09-F1EA-1CA94856069D}"/>
                  </a:ext>
                </a:extLst>
              </p:cNvPr>
              <p:cNvSpPr txBox="1">
                <a:spLocks noRot="1" noChangeAspect="1" noMove="1" noResize="1" noEditPoints="1" noAdjustHandles="1" noChangeArrowheads="1" noChangeShapeType="1" noTextEdit="1"/>
              </p:cNvSpPr>
              <p:nvPr/>
            </p:nvSpPr>
            <p:spPr>
              <a:xfrm>
                <a:off x="10251252" y="2683428"/>
                <a:ext cx="1079976" cy="369332"/>
              </a:xfrm>
              <a:prstGeom prst="rect">
                <a:avLst/>
              </a:prstGeom>
              <a:blipFill>
                <a:blip r:embed="rId14"/>
                <a:stretch>
                  <a:fillRect t="-6557" r="-4520"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09E5AC9E-7342-BF69-1E69-59E77E8D55F0}"/>
                  </a:ext>
                </a:extLst>
              </p:cNvPr>
              <p:cNvSpPr txBox="1"/>
              <p:nvPr/>
            </p:nvSpPr>
            <p:spPr>
              <a:xfrm>
                <a:off x="4365187" y="2303388"/>
                <a:ext cx="886012"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+ 81</a:t>
                </a:r>
              </a:p>
            </p:txBody>
          </p:sp>
        </mc:Choice>
        <mc:Fallback xmlns="">
          <p:sp>
            <p:nvSpPr>
              <p:cNvPr id="16" name="CuadroTexto 15">
                <a:extLst>
                  <a:ext uri="{FF2B5EF4-FFF2-40B4-BE49-F238E27FC236}">
                    <a16:creationId xmlns:a16="http://schemas.microsoft.com/office/drawing/2014/main" id="{09E5AC9E-7342-BF69-1E69-59E77E8D55F0}"/>
                  </a:ext>
                </a:extLst>
              </p:cNvPr>
              <p:cNvSpPr txBox="1">
                <a:spLocks noRot="1" noChangeAspect="1" noMove="1" noResize="1" noEditPoints="1" noAdjustHandles="1" noChangeArrowheads="1" noChangeShapeType="1" noTextEdit="1"/>
              </p:cNvSpPr>
              <p:nvPr/>
            </p:nvSpPr>
            <p:spPr>
              <a:xfrm>
                <a:off x="4365187" y="2303388"/>
                <a:ext cx="886012" cy="369332"/>
              </a:xfrm>
              <a:prstGeom prst="rect">
                <a:avLst/>
              </a:prstGeom>
              <a:blipFill>
                <a:blip r:embed="rId15"/>
                <a:stretch>
                  <a:fillRect t="-8333" r="-6207"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112D105-BD8A-14FD-5ADA-E4F2BA3627F8}"/>
                  </a:ext>
                </a:extLst>
              </p:cNvPr>
              <p:cNvSpPr txBox="1"/>
              <p:nvPr/>
            </p:nvSpPr>
            <p:spPr>
              <a:xfrm>
                <a:off x="4362493" y="2672720"/>
                <a:ext cx="959237"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𝑅</m:t>
                    </m:r>
                  </m:oMath>
                </a14:m>
                <a:r>
                  <a:rPr lang="es-AR" dirty="0">
                    <a:solidFill>
                      <a:schemeClr val="tx1"/>
                    </a:solidFill>
                  </a:rPr>
                  <a:t>, + 7,3</a:t>
                </a:r>
              </a:p>
            </p:txBody>
          </p:sp>
        </mc:Choice>
        <mc:Fallback xmlns="">
          <p:sp>
            <p:nvSpPr>
              <p:cNvPr id="17" name="CuadroTexto 16">
                <a:extLst>
                  <a:ext uri="{FF2B5EF4-FFF2-40B4-BE49-F238E27FC236}">
                    <a16:creationId xmlns:a16="http://schemas.microsoft.com/office/drawing/2014/main" id="{B112D105-BD8A-14FD-5ADA-E4F2BA3627F8}"/>
                  </a:ext>
                </a:extLst>
              </p:cNvPr>
              <p:cNvSpPr txBox="1">
                <a:spLocks noRot="1" noChangeAspect="1" noMove="1" noResize="1" noEditPoints="1" noAdjustHandles="1" noChangeArrowheads="1" noChangeShapeType="1" noTextEdit="1"/>
              </p:cNvSpPr>
              <p:nvPr/>
            </p:nvSpPr>
            <p:spPr>
              <a:xfrm>
                <a:off x="4362493" y="2672720"/>
                <a:ext cx="959237" cy="369332"/>
              </a:xfrm>
              <a:prstGeom prst="rect">
                <a:avLst/>
              </a:prstGeom>
              <a:blipFill>
                <a:blip r:embed="rId16"/>
                <a:stretch>
                  <a:fillRect t="-6557" r="-5096"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B2775120-DBC2-4E4A-3D8C-4DBC8C3520FA}"/>
                  </a:ext>
                </a:extLst>
              </p:cNvPr>
              <p:cNvSpPr txBox="1"/>
              <p:nvPr/>
            </p:nvSpPr>
            <p:spPr>
              <a:xfrm>
                <a:off x="4365187" y="3042052"/>
                <a:ext cx="1079976"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+ 65,6</a:t>
                </a:r>
              </a:p>
            </p:txBody>
          </p:sp>
        </mc:Choice>
        <mc:Fallback xmlns="">
          <p:sp>
            <p:nvSpPr>
              <p:cNvPr id="19" name="CuadroTexto 18">
                <a:extLst>
                  <a:ext uri="{FF2B5EF4-FFF2-40B4-BE49-F238E27FC236}">
                    <a16:creationId xmlns:a16="http://schemas.microsoft.com/office/drawing/2014/main" id="{B2775120-DBC2-4E4A-3D8C-4DBC8C3520FA}"/>
                  </a:ext>
                </a:extLst>
              </p:cNvPr>
              <p:cNvSpPr txBox="1">
                <a:spLocks noRot="1" noChangeAspect="1" noMove="1" noResize="1" noEditPoints="1" noAdjustHandles="1" noChangeArrowheads="1" noChangeShapeType="1" noTextEdit="1"/>
              </p:cNvSpPr>
              <p:nvPr/>
            </p:nvSpPr>
            <p:spPr>
              <a:xfrm>
                <a:off x="4365187" y="3042052"/>
                <a:ext cx="1079976" cy="369332"/>
              </a:xfrm>
              <a:prstGeom prst="rect">
                <a:avLst/>
              </a:prstGeom>
              <a:blipFill>
                <a:blip r:embed="rId17"/>
                <a:stretch>
                  <a:fillRect t="-6557" r="-5085"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BD199078-9590-3093-E4C1-08958BA3EA3F}"/>
                  </a:ext>
                </a:extLst>
              </p:cNvPr>
              <p:cNvSpPr txBox="1"/>
              <p:nvPr/>
            </p:nvSpPr>
            <p:spPr>
              <a:xfrm>
                <a:off x="4362493" y="3413061"/>
                <a:ext cx="959237"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𝑅</m:t>
                    </m:r>
                  </m:oMath>
                </a14:m>
                <a:r>
                  <a:rPr lang="es-AR" dirty="0">
                    <a:solidFill>
                      <a:schemeClr val="tx1"/>
                    </a:solidFill>
                  </a:rPr>
                  <a:t>, + 5,9</a:t>
                </a:r>
              </a:p>
            </p:txBody>
          </p:sp>
        </mc:Choice>
        <mc:Fallback xmlns="">
          <p:sp>
            <p:nvSpPr>
              <p:cNvPr id="20" name="CuadroTexto 19">
                <a:extLst>
                  <a:ext uri="{FF2B5EF4-FFF2-40B4-BE49-F238E27FC236}">
                    <a16:creationId xmlns:a16="http://schemas.microsoft.com/office/drawing/2014/main" id="{BD199078-9590-3093-E4C1-08958BA3EA3F}"/>
                  </a:ext>
                </a:extLst>
              </p:cNvPr>
              <p:cNvSpPr txBox="1">
                <a:spLocks noRot="1" noChangeAspect="1" noMove="1" noResize="1" noEditPoints="1" noAdjustHandles="1" noChangeArrowheads="1" noChangeShapeType="1" noTextEdit="1"/>
              </p:cNvSpPr>
              <p:nvPr/>
            </p:nvSpPr>
            <p:spPr>
              <a:xfrm>
                <a:off x="4362493" y="3413061"/>
                <a:ext cx="959237" cy="369332"/>
              </a:xfrm>
              <a:prstGeom prst="rect">
                <a:avLst/>
              </a:prstGeom>
              <a:blipFill>
                <a:blip r:embed="rId18"/>
                <a:stretch>
                  <a:fillRect t="-8333" r="-5096"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370F068-2474-EB1A-0086-F30138EC1AB7}"/>
                  </a:ext>
                </a:extLst>
              </p:cNvPr>
              <p:cNvSpPr txBox="1"/>
              <p:nvPr/>
            </p:nvSpPr>
            <p:spPr>
              <a:xfrm>
                <a:off x="4365187" y="3782393"/>
                <a:ext cx="1079976"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+ 53,1</a:t>
                </a:r>
              </a:p>
            </p:txBody>
          </p:sp>
        </mc:Choice>
        <mc:Fallback xmlns="">
          <p:sp>
            <p:nvSpPr>
              <p:cNvPr id="27" name="CuadroTexto 26">
                <a:extLst>
                  <a:ext uri="{FF2B5EF4-FFF2-40B4-BE49-F238E27FC236}">
                    <a16:creationId xmlns:a16="http://schemas.microsoft.com/office/drawing/2014/main" id="{F370F068-2474-EB1A-0086-F30138EC1AB7}"/>
                  </a:ext>
                </a:extLst>
              </p:cNvPr>
              <p:cNvSpPr txBox="1">
                <a:spLocks noRot="1" noChangeAspect="1" noMove="1" noResize="1" noEditPoints="1" noAdjustHandles="1" noChangeArrowheads="1" noChangeShapeType="1" noTextEdit="1"/>
              </p:cNvSpPr>
              <p:nvPr/>
            </p:nvSpPr>
            <p:spPr>
              <a:xfrm>
                <a:off x="4365187" y="3782393"/>
                <a:ext cx="1079976" cy="369332"/>
              </a:xfrm>
              <a:prstGeom prst="rect">
                <a:avLst/>
              </a:prstGeom>
              <a:blipFill>
                <a:blip r:embed="rId19"/>
                <a:stretch>
                  <a:fillRect t="-6557" r="-5085"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81CEBED2-4E8F-AEF8-02B5-980F89E1241D}"/>
                  </a:ext>
                </a:extLst>
              </p:cNvPr>
              <p:cNvSpPr txBox="1"/>
              <p:nvPr/>
            </p:nvSpPr>
            <p:spPr>
              <a:xfrm>
                <a:off x="6171259" y="2303388"/>
                <a:ext cx="1098699"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𝐷</m:t>
                    </m:r>
                  </m:oMath>
                </a14:m>
                <a:r>
                  <a:rPr lang="es-AR" dirty="0">
                    <a:solidFill>
                      <a:schemeClr val="tx1"/>
                    </a:solidFill>
                  </a:rPr>
                  <a:t>, + 72,9</a:t>
                </a:r>
              </a:p>
            </p:txBody>
          </p:sp>
        </mc:Choice>
        <mc:Fallback xmlns="">
          <p:sp>
            <p:nvSpPr>
              <p:cNvPr id="29" name="CuadroTexto 28">
                <a:extLst>
                  <a:ext uri="{FF2B5EF4-FFF2-40B4-BE49-F238E27FC236}">
                    <a16:creationId xmlns:a16="http://schemas.microsoft.com/office/drawing/2014/main" id="{81CEBED2-4E8F-AEF8-02B5-980F89E1241D}"/>
                  </a:ext>
                </a:extLst>
              </p:cNvPr>
              <p:cNvSpPr txBox="1">
                <a:spLocks noRot="1" noChangeAspect="1" noMove="1" noResize="1" noEditPoints="1" noAdjustHandles="1" noChangeArrowheads="1" noChangeShapeType="1" noTextEdit="1"/>
              </p:cNvSpPr>
              <p:nvPr/>
            </p:nvSpPr>
            <p:spPr>
              <a:xfrm>
                <a:off x="6171259" y="2303388"/>
                <a:ext cx="1098699" cy="369332"/>
              </a:xfrm>
              <a:prstGeom prst="rect">
                <a:avLst/>
              </a:prstGeom>
              <a:blipFill>
                <a:blip r:embed="rId20"/>
                <a:stretch>
                  <a:fillRect t="-8333" r="-4420"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86A7BF94-C01F-5611-ECD1-C2518318895A}"/>
                  </a:ext>
                </a:extLst>
              </p:cNvPr>
              <p:cNvSpPr txBox="1"/>
              <p:nvPr/>
            </p:nvSpPr>
            <p:spPr>
              <a:xfrm>
                <a:off x="6171259" y="2720790"/>
                <a:ext cx="904735"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𝐷</m:t>
                    </m:r>
                  </m:oMath>
                </a14:m>
                <a:r>
                  <a:rPr lang="es-AR" dirty="0">
                    <a:solidFill>
                      <a:schemeClr val="tx1"/>
                    </a:solidFill>
                  </a:rPr>
                  <a:t>, + 59</a:t>
                </a:r>
              </a:p>
            </p:txBody>
          </p:sp>
        </mc:Choice>
        <mc:Fallback xmlns="">
          <p:sp>
            <p:nvSpPr>
              <p:cNvPr id="30" name="CuadroTexto 29">
                <a:extLst>
                  <a:ext uri="{FF2B5EF4-FFF2-40B4-BE49-F238E27FC236}">
                    <a16:creationId xmlns:a16="http://schemas.microsoft.com/office/drawing/2014/main" id="{86A7BF94-C01F-5611-ECD1-C2518318895A}"/>
                  </a:ext>
                </a:extLst>
              </p:cNvPr>
              <p:cNvSpPr txBox="1">
                <a:spLocks noRot="1" noChangeAspect="1" noMove="1" noResize="1" noEditPoints="1" noAdjustHandles="1" noChangeArrowheads="1" noChangeShapeType="1" noTextEdit="1"/>
              </p:cNvSpPr>
              <p:nvPr/>
            </p:nvSpPr>
            <p:spPr>
              <a:xfrm>
                <a:off x="6171259" y="2720790"/>
                <a:ext cx="904735" cy="369332"/>
              </a:xfrm>
              <a:prstGeom prst="rect">
                <a:avLst/>
              </a:prstGeom>
              <a:blipFill>
                <a:blip r:embed="rId21"/>
                <a:stretch>
                  <a:fillRect t="-6557" r="-5369"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CC23075F-2877-8A3C-0667-52F53B9CA17F}"/>
                  </a:ext>
                </a:extLst>
              </p:cNvPr>
              <p:cNvSpPr txBox="1"/>
              <p:nvPr/>
            </p:nvSpPr>
            <p:spPr>
              <a:xfrm>
                <a:off x="1992074" y="1909369"/>
                <a:ext cx="982898" cy="394019"/>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𝑝</m:t>
                        </m:r>
                      </m:sub>
                    </m:sSub>
                  </m:oMath>
                </a14:m>
                <a:r>
                  <a:rPr lang="es-AR" dirty="0"/>
                  <a:t>, + 10</a:t>
                </a:r>
              </a:p>
            </p:txBody>
          </p:sp>
        </mc:Choice>
        <mc:Fallback xmlns="">
          <p:sp>
            <p:nvSpPr>
              <p:cNvPr id="35" name="CuadroTexto 34">
                <a:extLst>
                  <a:ext uri="{FF2B5EF4-FFF2-40B4-BE49-F238E27FC236}">
                    <a16:creationId xmlns:a16="http://schemas.microsoft.com/office/drawing/2014/main" id="{CC23075F-2877-8A3C-0667-52F53B9CA17F}"/>
                  </a:ext>
                </a:extLst>
              </p:cNvPr>
              <p:cNvSpPr txBox="1">
                <a:spLocks noRot="1" noChangeAspect="1" noMove="1" noResize="1" noEditPoints="1" noAdjustHandles="1" noChangeArrowheads="1" noChangeShapeType="1" noTextEdit="1"/>
              </p:cNvSpPr>
              <p:nvPr/>
            </p:nvSpPr>
            <p:spPr>
              <a:xfrm>
                <a:off x="1992074" y="1909369"/>
                <a:ext cx="982898" cy="394019"/>
              </a:xfrm>
              <a:prstGeom prst="rect">
                <a:avLst/>
              </a:prstGeom>
              <a:blipFill>
                <a:blip r:embed="rId22"/>
                <a:stretch>
                  <a:fillRect t="-4615" r="-4348" b="-20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B7FB09E2-C07D-5DE0-8D46-3217387EC317}"/>
                  </a:ext>
                </a:extLst>
              </p:cNvPr>
              <p:cNvSpPr txBox="1"/>
              <p:nvPr/>
            </p:nvSpPr>
            <p:spPr>
              <a:xfrm>
                <a:off x="2021239" y="2303388"/>
                <a:ext cx="764953" cy="369332"/>
              </a:xfrm>
              <a:prstGeom prst="rect">
                <a:avLst/>
              </a:prstGeom>
              <a:noFill/>
            </p:spPr>
            <p:txBody>
              <a:bodyPr wrap="none" rtlCol="0">
                <a:spAutoFit/>
              </a:bodyPr>
              <a:lstStyle/>
              <a:p>
                <a14:m>
                  <m:oMath xmlns:m="http://schemas.openxmlformats.org/officeDocument/2006/math">
                    <m:r>
                      <a:rPr lang="es-AR" i="1" dirty="0" smtClean="0">
                        <a:latin typeface="Cambria Math" panose="02040503050406030204" pitchFamily="18" charset="0"/>
                      </a:rPr>
                      <m:t>𝑅</m:t>
                    </m:r>
                  </m:oMath>
                </a14:m>
                <a:r>
                  <a:rPr lang="es-AR" dirty="0"/>
                  <a:t>, + 9</a:t>
                </a:r>
              </a:p>
            </p:txBody>
          </p:sp>
        </mc:Choice>
        <mc:Fallback xmlns="">
          <p:sp>
            <p:nvSpPr>
              <p:cNvPr id="38" name="CuadroTexto 37">
                <a:extLst>
                  <a:ext uri="{FF2B5EF4-FFF2-40B4-BE49-F238E27FC236}">
                    <a16:creationId xmlns:a16="http://schemas.microsoft.com/office/drawing/2014/main" id="{B7FB09E2-C07D-5DE0-8D46-3217387EC317}"/>
                  </a:ext>
                </a:extLst>
              </p:cNvPr>
              <p:cNvSpPr txBox="1">
                <a:spLocks noRot="1" noChangeAspect="1" noMove="1" noResize="1" noEditPoints="1" noAdjustHandles="1" noChangeArrowheads="1" noChangeShapeType="1" noTextEdit="1"/>
              </p:cNvSpPr>
              <p:nvPr/>
            </p:nvSpPr>
            <p:spPr>
              <a:xfrm>
                <a:off x="2021239" y="2303388"/>
                <a:ext cx="764953" cy="369332"/>
              </a:xfrm>
              <a:prstGeom prst="rect">
                <a:avLst/>
              </a:prstGeom>
              <a:blipFill>
                <a:blip r:embed="rId23"/>
                <a:stretch>
                  <a:fillRect t="-8333" r="-6400"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A3CD2DDA-83BA-4FA5-3FCF-5456546C90AB}"/>
                  </a:ext>
                </a:extLst>
              </p:cNvPr>
              <p:cNvSpPr txBox="1"/>
              <p:nvPr/>
            </p:nvSpPr>
            <p:spPr>
              <a:xfrm>
                <a:off x="2027578" y="2693258"/>
                <a:ext cx="1046761" cy="390748"/>
              </a:xfrm>
              <a:prstGeom prst="rect">
                <a:avLst/>
              </a:prstGeom>
              <a:noFill/>
            </p:spPr>
            <p:txBody>
              <a:bodyPr wrap="none" rtlCol="0">
                <a:spAutoFit/>
              </a:bodyPr>
              <a:lstStyle/>
              <a:p>
                <a14:m>
                  <m:oMath xmlns:m="http://schemas.openxmlformats.org/officeDocument/2006/math">
                    <m:sSub>
                      <m:sSubPr>
                        <m:ctrlPr>
                          <a:rPr lang="es-AR" i="1" dirty="0" smtClean="0">
                            <a:solidFill>
                              <a:schemeClr val="tx1"/>
                            </a:solidFill>
                            <a:latin typeface="Cambria Math" panose="02040503050406030204" pitchFamily="18" charset="0"/>
                          </a:rPr>
                        </m:ctrlPr>
                      </m:sSubPr>
                      <m:e>
                        <m:r>
                          <a:rPr lang="es-AR" b="0" i="1" dirty="0" smtClean="0">
                            <a:solidFill>
                              <a:schemeClr val="tx1"/>
                            </a:solidFill>
                            <a:latin typeface="Cambria Math" panose="02040503050406030204" pitchFamily="18" charset="0"/>
                          </a:rPr>
                          <m:t>𝐶</m:t>
                        </m:r>
                      </m:e>
                      <m:sub>
                        <m:r>
                          <a:rPr lang="es-AR" b="0" i="1" dirty="0" smtClean="0">
                            <a:solidFill>
                              <a:schemeClr val="tx1"/>
                            </a:solidFill>
                            <a:latin typeface="Cambria Math" panose="02040503050406030204" pitchFamily="18" charset="0"/>
                          </a:rPr>
                          <m:t>𝑝</m:t>
                        </m:r>
                      </m:sub>
                    </m:sSub>
                  </m:oMath>
                </a14:m>
                <a:r>
                  <a:rPr lang="es-AR" dirty="0">
                    <a:solidFill>
                      <a:schemeClr val="tx1"/>
                    </a:solidFill>
                  </a:rPr>
                  <a:t>, + 8,1</a:t>
                </a:r>
              </a:p>
            </p:txBody>
          </p:sp>
        </mc:Choice>
        <mc:Fallback xmlns="">
          <p:sp>
            <p:nvSpPr>
              <p:cNvPr id="39" name="CuadroTexto 38">
                <a:extLst>
                  <a:ext uri="{FF2B5EF4-FFF2-40B4-BE49-F238E27FC236}">
                    <a16:creationId xmlns:a16="http://schemas.microsoft.com/office/drawing/2014/main" id="{A3CD2DDA-83BA-4FA5-3FCF-5456546C90AB}"/>
                  </a:ext>
                </a:extLst>
              </p:cNvPr>
              <p:cNvSpPr txBox="1">
                <a:spLocks noRot="1" noChangeAspect="1" noMove="1" noResize="1" noEditPoints="1" noAdjustHandles="1" noChangeArrowheads="1" noChangeShapeType="1" noTextEdit="1"/>
              </p:cNvSpPr>
              <p:nvPr/>
            </p:nvSpPr>
            <p:spPr>
              <a:xfrm>
                <a:off x="2027578" y="2693258"/>
                <a:ext cx="1046761" cy="390748"/>
              </a:xfrm>
              <a:prstGeom prst="rect">
                <a:avLst/>
              </a:prstGeom>
              <a:blipFill>
                <a:blip r:embed="rId24"/>
                <a:stretch>
                  <a:fillRect t="-6250" r="-4678" b="-2187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8CAB7E96-1C15-D3A0-FB51-FB4B8F6B3B28}"/>
                  </a:ext>
                </a:extLst>
              </p:cNvPr>
              <p:cNvSpPr txBox="1"/>
              <p:nvPr/>
            </p:nvSpPr>
            <p:spPr>
              <a:xfrm>
                <a:off x="2016628" y="3118495"/>
                <a:ext cx="959237"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𝑅</m:t>
                    </m:r>
                  </m:oMath>
                </a14:m>
                <a:r>
                  <a:rPr lang="es-AR" dirty="0">
                    <a:solidFill>
                      <a:schemeClr val="tx1"/>
                    </a:solidFill>
                  </a:rPr>
                  <a:t>, + 7,3</a:t>
                </a:r>
              </a:p>
            </p:txBody>
          </p:sp>
        </mc:Choice>
        <mc:Fallback xmlns="">
          <p:sp>
            <p:nvSpPr>
              <p:cNvPr id="41" name="CuadroTexto 40">
                <a:extLst>
                  <a:ext uri="{FF2B5EF4-FFF2-40B4-BE49-F238E27FC236}">
                    <a16:creationId xmlns:a16="http://schemas.microsoft.com/office/drawing/2014/main" id="{8CAB7E96-1C15-D3A0-FB51-FB4B8F6B3B28}"/>
                  </a:ext>
                </a:extLst>
              </p:cNvPr>
              <p:cNvSpPr txBox="1">
                <a:spLocks noRot="1" noChangeAspect="1" noMove="1" noResize="1" noEditPoints="1" noAdjustHandles="1" noChangeArrowheads="1" noChangeShapeType="1" noTextEdit="1"/>
              </p:cNvSpPr>
              <p:nvPr/>
            </p:nvSpPr>
            <p:spPr>
              <a:xfrm>
                <a:off x="2016628" y="3118495"/>
                <a:ext cx="959237" cy="369332"/>
              </a:xfrm>
              <a:prstGeom prst="rect">
                <a:avLst/>
              </a:prstGeom>
              <a:blipFill>
                <a:blip r:embed="rId25"/>
                <a:stretch>
                  <a:fillRect t="-8333" r="-5096"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91988CDD-FFBC-6EDB-1EBB-5ACF0C32656D}"/>
                  </a:ext>
                </a:extLst>
              </p:cNvPr>
              <p:cNvSpPr txBox="1"/>
              <p:nvPr/>
            </p:nvSpPr>
            <p:spPr>
              <a:xfrm>
                <a:off x="4827531" y="4346169"/>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i="1" smtClean="0">
                          <a:latin typeface="Cambria Math" panose="02040503050406030204" pitchFamily="18" charset="0"/>
                        </a:rPr>
                        <m:t>⋮</m:t>
                      </m:r>
                    </m:oMath>
                  </m:oMathPara>
                </a14:m>
                <a:endParaRPr lang="es-AR" dirty="0"/>
              </a:p>
            </p:txBody>
          </p:sp>
        </mc:Choice>
        <mc:Fallback xmlns="">
          <p:sp>
            <p:nvSpPr>
              <p:cNvPr id="42" name="CuadroTexto 41">
                <a:extLst>
                  <a:ext uri="{FF2B5EF4-FFF2-40B4-BE49-F238E27FC236}">
                    <a16:creationId xmlns:a16="http://schemas.microsoft.com/office/drawing/2014/main" id="{91988CDD-FFBC-6EDB-1EBB-5ACF0C32656D}"/>
                  </a:ext>
                </a:extLst>
              </p:cNvPr>
              <p:cNvSpPr txBox="1">
                <a:spLocks noRot="1" noChangeAspect="1" noMove="1" noResize="1" noEditPoints="1" noAdjustHandles="1" noChangeArrowheads="1" noChangeShapeType="1" noTextEdit="1"/>
              </p:cNvSpPr>
              <p:nvPr/>
            </p:nvSpPr>
            <p:spPr>
              <a:xfrm>
                <a:off x="4827531" y="4346169"/>
                <a:ext cx="125034" cy="276999"/>
              </a:xfrm>
              <a:prstGeom prst="rect">
                <a:avLst/>
              </a:prstGeom>
              <a:blipFill>
                <a:blip r:embed="rId26"/>
                <a:stretch>
                  <a:fillRect l="-45000" r="-45000" b="-666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0526EAE3-B32A-92F4-418B-A0C6C1B12FC8}"/>
                  </a:ext>
                </a:extLst>
              </p:cNvPr>
              <p:cNvSpPr txBox="1"/>
              <p:nvPr/>
            </p:nvSpPr>
            <p:spPr>
              <a:xfrm>
                <a:off x="6585029" y="3303161"/>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i="1" smtClean="0">
                          <a:latin typeface="Cambria Math" panose="02040503050406030204" pitchFamily="18" charset="0"/>
                        </a:rPr>
                        <m:t>⋮</m:t>
                      </m:r>
                    </m:oMath>
                  </m:oMathPara>
                </a14:m>
                <a:endParaRPr lang="es-AR" dirty="0"/>
              </a:p>
            </p:txBody>
          </p:sp>
        </mc:Choice>
        <mc:Fallback xmlns="">
          <p:sp>
            <p:nvSpPr>
              <p:cNvPr id="43" name="CuadroTexto 42">
                <a:extLst>
                  <a:ext uri="{FF2B5EF4-FFF2-40B4-BE49-F238E27FC236}">
                    <a16:creationId xmlns:a16="http://schemas.microsoft.com/office/drawing/2014/main" id="{0526EAE3-B32A-92F4-418B-A0C6C1B12FC8}"/>
                  </a:ext>
                </a:extLst>
              </p:cNvPr>
              <p:cNvSpPr txBox="1">
                <a:spLocks noRot="1" noChangeAspect="1" noMove="1" noResize="1" noEditPoints="1" noAdjustHandles="1" noChangeArrowheads="1" noChangeShapeType="1" noTextEdit="1"/>
              </p:cNvSpPr>
              <p:nvPr/>
            </p:nvSpPr>
            <p:spPr>
              <a:xfrm>
                <a:off x="6585029" y="3303161"/>
                <a:ext cx="125034" cy="276999"/>
              </a:xfrm>
              <a:prstGeom prst="rect">
                <a:avLst/>
              </a:prstGeom>
              <a:blipFill>
                <a:blip r:embed="rId27"/>
                <a:stretch>
                  <a:fillRect l="-42857" r="-38095" b="-666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9ED20F86-E592-4F44-4ED4-7ED43CD2293C}"/>
                  </a:ext>
                </a:extLst>
              </p:cNvPr>
              <p:cNvSpPr txBox="1"/>
              <p:nvPr/>
            </p:nvSpPr>
            <p:spPr>
              <a:xfrm>
                <a:off x="9004744" y="4922611"/>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i="1" smtClean="0">
                          <a:latin typeface="Cambria Math" panose="02040503050406030204" pitchFamily="18" charset="0"/>
                        </a:rPr>
                        <m:t>⋮</m:t>
                      </m:r>
                    </m:oMath>
                  </m:oMathPara>
                </a14:m>
                <a:endParaRPr lang="es-AR" dirty="0"/>
              </a:p>
            </p:txBody>
          </p:sp>
        </mc:Choice>
        <mc:Fallback xmlns="">
          <p:sp>
            <p:nvSpPr>
              <p:cNvPr id="44" name="CuadroTexto 43">
                <a:extLst>
                  <a:ext uri="{FF2B5EF4-FFF2-40B4-BE49-F238E27FC236}">
                    <a16:creationId xmlns:a16="http://schemas.microsoft.com/office/drawing/2014/main" id="{9ED20F86-E592-4F44-4ED4-7ED43CD2293C}"/>
                  </a:ext>
                </a:extLst>
              </p:cNvPr>
              <p:cNvSpPr txBox="1">
                <a:spLocks noRot="1" noChangeAspect="1" noMove="1" noResize="1" noEditPoints="1" noAdjustHandles="1" noChangeArrowheads="1" noChangeShapeType="1" noTextEdit="1"/>
              </p:cNvSpPr>
              <p:nvPr/>
            </p:nvSpPr>
            <p:spPr>
              <a:xfrm>
                <a:off x="9004744" y="4922611"/>
                <a:ext cx="125034" cy="276999"/>
              </a:xfrm>
              <a:prstGeom prst="rect">
                <a:avLst/>
              </a:prstGeom>
              <a:blipFill>
                <a:blip r:embed="rId28"/>
                <a:stretch>
                  <a:fillRect l="-42857" r="-38095" b="-666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CEBC1535-0EB3-0495-D1C6-F4635967C704}"/>
                  </a:ext>
                </a:extLst>
              </p:cNvPr>
              <p:cNvSpPr txBox="1"/>
              <p:nvPr/>
            </p:nvSpPr>
            <p:spPr>
              <a:xfrm>
                <a:off x="10694258" y="3226718"/>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i="1" smtClean="0">
                          <a:latin typeface="Cambria Math" panose="02040503050406030204" pitchFamily="18" charset="0"/>
                        </a:rPr>
                        <m:t>⋮</m:t>
                      </m:r>
                    </m:oMath>
                  </m:oMathPara>
                </a14:m>
                <a:endParaRPr lang="es-AR" dirty="0"/>
              </a:p>
            </p:txBody>
          </p:sp>
        </mc:Choice>
        <mc:Fallback xmlns="">
          <p:sp>
            <p:nvSpPr>
              <p:cNvPr id="45" name="CuadroTexto 44">
                <a:extLst>
                  <a:ext uri="{FF2B5EF4-FFF2-40B4-BE49-F238E27FC236}">
                    <a16:creationId xmlns:a16="http://schemas.microsoft.com/office/drawing/2014/main" id="{CEBC1535-0EB3-0495-D1C6-F4635967C704}"/>
                  </a:ext>
                </a:extLst>
              </p:cNvPr>
              <p:cNvSpPr txBox="1">
                <a:spLocks noRot="1" noChangeAspect="1" noMove="1" noResize="1" noEditPoints="1" noAdjustHandles="1" noChangeArrowheads="1" noChangeShapeType="1" noTextEdit="1"/>
              </p:cNvSpPr>
              <p:nvPr/>
            </p:nvSpPr>
            <p:spPr>
              <a:xfrm>
                <a:off x="10694258" y="3226718"/>
                <a:ext cx="125034" cy="276999"/>
              </a:xfrm>
              <a:prstGeom prst="rect">
                <a:avLst/>
              </a:prstGeom>
              <a:blipFill>
                <a:blip r:embed="rId29"/>
                <a:stretch>
                  <a:fillRect l="-42857" r="-38095" b="-434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A04E6406-794F-25D5-4A76-1D0C75A5DD3E}"/>
                  </a:ext>
                </a:extLst>
              </p:cNvPr>
              <p:cNvSpPr txBox="1"/>
              <p:nvPr/>
            </p:nvSpPr>
            <p:spPr>
              <a:xfrm>
                <a:off x="2036431" y="3510660"/>
                <a:ext cx="1046761" cy="390748"/>
              </a:xfrm>
              <a:prstGeom prst="rect">
                <a:avLst/>
              </a:prstGeom>
              <a:noFill/>
            </p:spPr>
            <p:txBody>
              <a:bodyPr wrap="none" rtlCol="0">
                <a:spAutoFit/>
              </a:bodyPr>
              <a:lstStyle/>
              <a:p>
                <a14:m>
                  <m:oMath xmlns:m="http://schemas.openxmlformats.org/officeDocument/2006/math">
                    <m:sSub>
                      <m:sSubPr>
                        <m:ctrlPr>
                          <a:rPr lang="es-AR" i="1" dirty="0" smtClean="0">
                            <a:solidFill>
                              <a:schemeClr val="tx1"/>
                            </a:solidFill>
                            <a:latin typeface="Cambria Math" panose="02040503050406030204" pitchFamily="18" charset="0"/>
                          </a:rPr>
                        </m:ctrlPr>
                      </m:sSubPr>
                      <m:e>
                        <m:r>
                          <a:rPr lang="es-AR" b="0" i="1" dirty="0" smtClean="0">
                            <a:solidFill>
                              <a:schemeClr val="tx1"/>
                            </a:solidFill>
                            <a:latin typeface="Cambria Math" panose="02040503050406030204" pitchFamily="18" charset="0"/>
                          </a:rPr>
                          <m:t>𝐶</m:t>
                        </m:r>
                      </m:e>
                      <m:sub>
                        <m:r>
                          <a:rPr lang="es-AR" b="0" i="1" dirty="0" smtClean="0">
                            <a:solidFill>
                              <a:schemeClr val="tx1"/>
                            </a:solidFill>
                            <a:latin typeface="Cambria Math" panose="02040503050406030204" pitchFamily="18" charset="0"/>
                          </a:rPr>
                          <m:t>𝑝</m:t>
                        </m:r>
                      </m:sub>
                    </m:sSub>
                  </m:oMath>
                </a14:m>
                <a:r>
                  <a:rPr lang="es-AR" dirty="0">
                    <a:solidFill>
                      <a:schemeClr val="tx1"/>
                    </a:solidFill>
                  </a:rPr>
                  <a:t>, + 6,6</a:t>
                </a:r>
              </a:p>
            </p:txBody>
          </p:sp>
        </mc:Choice>
        <mc:Fallback xmlns="">
          <p:sp>
            <p:nvSpPr>
              <p:cNvPr id="46" name="CuadroTexto 45">
                <a:extLst>
                  <a:ext uri="{FF2B5EF4-FFF2-40B4-BE49-F238E27FC236}">
                    <a16:creationId xmlns:a16="http://schemas.microsoft.com/office/drawing/2014/main" id="{A04E6406-794F-25D5-4A76-1D0C75A5DD3E}"/>
                  </a:ext>
                </a:extLst>
              </p:cNvPr>
              <p:cNvSpPr txBox="1">
                <a:spLocks noRot="1" noChangeAspect="1" noMove="1" noResize="1" noEditPoints="1" noAdjustHandles="1" noChangeArrowheads="1" noChangeShapeType="1" noTextEdit="1"/>
              </p:cNvSpPr>
              <p:nvPr/>
            </p:nvSpPr>
            <p:spPr>
              <a:xfrm>
                <a:off x="2036431" y="3510660"/>
                <a:ext cx="1046761" cy="390748"/>
              </a:xfrm>
              <a:prstGeom prst="rect">
                <a:avLst/>
              </a:prstGeom>
              <a:blipFill>
                <a:blip r:embed="rId30"/>
                <a:stretch>
                  <a:fillRect t="-6250" r="-4651" b="-2187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F2235EAC-AC2D-9F37-06B5-AC2D5BC7CB75}"/>
                  </a:ext>
                </a:extLst>
              </p:cNvPr>
              <p:cNvSpPr txBox="1"/>
              <p:nvPr/>
            </p:nvSpPr>
            <p:spPr>
              <a:xfrm>
                <a:off x="2044619" y="3946164"/>
                <a:ext cx="959237"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𝑅</m:t>
                    </m:r>
                  </m:oMath>
                </a14:m>
                <a:r>
                  <a:rPr lang="es-AR" dirty="0">
                    <a:solidFill>
                      <a:schemeClr val="tx1"/>
                    </a:solidFill>
                  </a:rPr>
                  <a:t>, + 5,9</a:t>
                </a:r>
              </a:p>
            </p:txBody>
          </p:sp>
        </mc:Choice>
        <mc:Fallback xmlns="">
          <p:sp>
            <p:nvSpPr>
              <p:cNvPr id="47" name="CuadroTexto 46">
                <a:extLst>
                  <a:ext uri="{FF2B5EF4-FFF2-40B4-BE49-F238E27FC236}">
                    <a16:creationId xmlns:a16="http://schemas.microsoft.com/office/drawing/2014/main" id="{F2235EAC-AC2D-9F37-06B5-AC2D5BC7CB75}"/>
                  </a:ext>
                </a:extLst>
              </p:cNvPr>
              <p:cNvSpPr txBox="1">
                <a:spLocks noRot="1" noChangeAspect="1" noMove="1" noResize="1" noEditPoints="1" noAdjustHandles="1" noChangeArrowheads="1" noChangeShapeType="1" noTextEdit="1"/>
              </p:cNvSpPr>
              <p:nvPr/>
            </p:nvSpPr>
            <p:spPr>
              <a:xfrm>
                <a:off x="2044619" y="3946164"/>
                <a:ext cx="959237" cy="369332"/>
              </a:xfrm>
              <a:prstGeom prst="rect">
                <a:avLst/>
              </a:prstGeom>
              <a:blipFill>
                <a:blip r:embed="rId31"/>
                <a:stretch>
                  <a:fillRect t="-6557" r="-5063"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CAC9FED3-223B-38F8-FC3E-AE3005131DFB}"/>
                  </a:ext>
                </a:extLst>
              </p:cNvPr>
              <p:cNvSpPr txBox="1"/>
              <p:nvPr/>
            </p:nvSpPr>
            <p:spPr>
              <a:xfrm>
                <a:off x="704972" y="5699877"/>
                <a:ext cx="2369367"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solidFill>
                            <a:schemeClr val="tx1"/>
                          </a:solidFill>
                          <a:latin typeface="Cambria Math" panose="02040503050406030204" pitchFamily="18" charset="0"/>
                          <a:ea typeface="Cambria Math" panose="02040503050406030204" pitchFamily="18" charset="0"/>
                        </a:rPr>
                        <m:t>∆</m:t>
                      </m:r>
                      <m:r>
                        <a:rPr lang="es-AR" b="0" i="1" smtClean="0">
                          <a:solidFill>
                            <a:schemeClr val="tx1"/>
                          </a:solidFill>
                          <a:latin typeface="Cambria Math" panose="02040503050406030204" pitchFamily="18" charset="0"/>
                        </a:rPr>
                        <m:t>𝐻</m:t>
                      </m:r>
                      <m:r>
                        <a:rPr lang="es-AR" b="0" i="1" smtClean="0">
                          <a:solidFill>
                            <a:schemeClr val="tx1"/>
                          </a:solidFill>
                          <a:latin typeface="Cambria Math" panose="02040503050406030204" pitchFamily="18" charset="0"/>
                        </a:rPr>
                        <m:t>=</m:t>
                      </m:r>
                      <m:nary>
                        <m:naryPr>
                          <m:chr m:val="∑"/>
                          <m:subHide m:val="on"/>
                          <m:supHide m:val="on"/>
                          <m:ctrlPr>
                            <a:rPr lang="es-AR" i="1" smtClean="0">
                              <a:solidFill>
                                <a:schemeClr val="tx1"/>
                              </a:solidFill>
                              <a:latin typeface="Cambria Math" panose="02040503050406030204" pitchFamily="18" charset="0"/>
                            </a:rPr>
                          </m:ctrlPr>
                        </m:naryPr>
                        <m:sub/>
                        <m:sup/>
                        <m:e>
                          <m:sSub>
                            <m:sSubPr>
                              <m:ctrlPr>
                                <a:rPr lang="es-AR" i="1" dirty="0">
                                  <a:solidFill>
                                    <a:schemeClr val="tx1"/>
                                  </a:solidFill>
                                  <a:latin typeface="Cambria Math" panose="02040503050406030204" pitchFamily="18" charset="0"/>
                                </a:rPr>
                              </m:ctrlPr>
                            </m:sSubPr>
                            <m:e>
                              <m:r>
                                <a:rPr lang="es-AR" i="1" dirty="0">
                                  <a:solidFill>
                                    <a:schemeClr val="tx1"/>
                                  </a:solidFill>
                                  <a:latin typeface="Cambria Math" panose="02040503050406030204" pitchFamily="18" charset="0"/>
                                </a:rPr>
                                <m:t>𝐶</m:t>
                              </m:r>
                            </m:e>
                            <m:sub>
                              <m:r>
                                <a:rPr lang="es-AR" i="1" dirty="0">
                                  <a:solidFill>
                                    <a:schemeClr val="tx1"/>
                                  </a:solidFill>
                                  <a:latin typeface="Cambria Math" panose="02040503050406030204" pitchFamily="18" charset="0"/>
                                </a:rPr>
                                <m:t>𝑝</m:t>
                              </m:r>
                            </m:sub>
                          </m:sSub>
                          <m:r>
                            <a:rPr lang="es-AR" b="0" i="1" dirty="0" smtClean="0">
                              <a:solidFill>
                                <a:schemeClr val="tx1"/>
                              </a:solidFill>
                              <a:latin typeface="Cambria Math" panose="02040503050406030204" pitchFamily="18" charset="0"/>
                            </a:rPr>
                            <m:t>+</m:t>
                          </m:r>
                          <m:r>
                            <a:rPr lang="es-AR" b="0" i="1" dirty="0" smtClean="0">
                              <a:solidFill>
                                <a:schemeClr val="tx1"/>
                              </a:solidFill>
                              <a:latin typeface="Cambria Math" panose="02040503050406030204" pitchFamily="18" charset="0"/>
                            </a:rPr>
                            <m:t>𝑅</m:t>
                          </m:r>
                        </m:e>
                      </m:nary>
                      <m:r>
                        <a:rPr lang="es-AR" b="0" i="1" smtClean="0">
                          <a:solidFill>
                            <a:schemeClr val="tx1"/>
                          </a:solidFill>
                          <a:latin typeface="Cambria Math" panose="02040503050406030204" pitchFamily="18" charset="0"/>
                        </a:rPr>
                        <m:t>=100</m:t>
                      </m:r>
                    </m:oMath>
                  </m:oMathPara>
                </a14:m>
                <a:endParaRPr lang="es-AR" i="1" dirty="0">
                  <a:solidFill>
                    <a:schemeClr val="tx1"/>
                  </a:solidFill>
                </a:endParaRPr>
              </a:p>
            </p:txBody>
          </p:sp>
        </mc:Choice>
        <mc:Fallback xmlns="">
          <p:sp>
            <p:nvSpPr>
              <p:cNvPr id="48" name="CuadroTexto 47">
                <a:extLst>
                  <a:ext uri="{FF2B5EF4-FFF2-40B4-BE49-F238E27FC236}">
                    <a16:creationId xmlns:a16="http://schemas.microsoft.com/office/drawing/2014/main" id="{CAC9FED3-223B-38F8-FC3E-AE3005131DFB}"/>
                  </a:ext>
                </a:extLst>
              </p:cNvPr>
              <p:cNvSpPr txBox="1">
                <a:spLocks noRot="1" noChangeAspect="1" noMove="1" noResize="1" noEditPoints="1" noAdjustHandles="1" noChangeArrowheads="1" noChangeShapeType="1" noTextEdit="1"/>
              </p:cNvSpPr>
              <p:nvPr/>
            </p:nvSpPr>
            <p:spPr>
              <a:xfrm>
                <a:off x="704972" y="5699877"/>
                <a:ext cx="2369367" cy="670761"/>
              </a:xfrm>
              <a:prstGeom prst="rect">
                <a:avLst/>
              </a:prstGeom>
              <a:blipFill>
                <a:blip r:embed="rId3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373181BA-64F7-987C-5E46-C9140FE007B4}"/>
                  </a:ext>
                </a:extLst>
              </p:cNvPr>
              <p:cNvSpPr txBox="1"/>
              <p:nvPr/>
            </p:nvSpPr>
            <p:spPr>
              <a:xfrm>
                <a:off x="6771661" y="5699877"/>
                <a:ext cx="2586285"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solidFill>
                            <a:schemeClr val="tx1"/>
                          </a:solidFill>
                          <a:latin typeface="Cambria Math" panose="02040503050406030204" pitchFamily="18" charset="0"/>
                          <a:ea typeface="Cambria Math" panose="02040503050406030204" pitchFamily="18" charset="0"/>
                        </a:rPr>
                        <m:t>∆</m:t>
                      </m:r>
                      <m:r>
                        <a:rPr lang="es-AR" b="0" i="1" smtClean="0">
                          <a:solidFill>
                            <a:schemeClr val="tx1"/>
                          </a:solidFill>
                          <a:latin typeface="Cambria Math" panose="02040503050406030204" pitchFamily="18" charset="0"/>
                        </a:rPr>
                        <m:t>𝑀</m:t>
                      </m:r>
                      <m:r>
                        <a:rPr lang="es-AR" b="0" i="1" smtClean="0">
                          <a:solidFill>
                            <a:schemeClr val="tx1"/>
                          </a:solidFill>
                          <a:latin typeface="Cambria Math" panose="02040503050406030204" pitchFamily="18" charset="0"/>
                        </a:rPr>
                        <m:t>=</m:t>
                      </m:r>
                      <m:nary>
                        <m:naryPr>
                          <m:chr m:val="∑"/>
                          <m:subHide m:val="on"/>
                          <m:supHide m:val="on"/>
                          <m:ctrlPr>
                            <a:rPr lang="es-AR" i="1" smtClean="0">
                              <a:solidFill>
                                <a:schemeClr val="tx1"/>
                              </a:solidFill>
                              <a:latin typeface="Cambria Math" panose="02040503050406030204" pitchFamily="18" charset="0"/>
                            </a:rPr>
                          </m:ctrlPr>
                        </m:naryPr>
                        <m:sub/>
                        <m:sup/>
                        <m:e>
                          <m:sSub>
                            <m:sSubPr>
                              <m:ctrlPr>
                                <a:rPr lang="es-AR" i="1" dirty="0" smtClean="0">
                                  <a:solidFill>
                                    <a:schemeClr val="tx1"/>
                                  </a:solidFill>
                                  <a:latin typeface="Cambria Math" panose="02040503050406030204" pitchFamily="18" charset="0"/>
                                </a:rPr>
                              </m:ctrlPr>
                            </m:sSubPr>
                            <m:e>
                              <m:r>
                                <a:rPr lang="es-AR" i="1" dirty="0">
                                  <a:solidFill>
                                    <a:schemeClr val="tx1"/>
                                  </a:solidFill>
                                  <a:latin typeface="Cambria Math" panose="02040503050406030204" pitchFamily="18" charset="0"/>
                                </a:rPr>
                                <m:t>𝐶</m:t>
                              </m:r>
                            </m:e>
                            <m:sub>
                              <m:r>
                                <a:rPr lang="es-AR" i="1" dirty="0">
                                  <a:solidFill>
                                    <a:schemeClr val="tx1"/>
                                  </a:solidFill>
                                  <a:latin typeface="Cambria Math" panose="02040503050406030204" pitchFamily="18" charset="0"/>
                                </a:rPr>
                                <m:t>𝑝</m:t>
                              </m:r>
                            </m:sub>
                          </m:sSub>
                          <m:r>
                            <a:rPr lang="es-AR" b="0" i="1" dirty="0" smtClean="0">
                              <a:solidFill>
                                <a:schemeClr val="tx1"/>
                              </a:solidFill>
                              <a:latin typeface="Cambria Math" panose="02040503050406030204" pitchFamily="18" charset="0"/>
                            </a:rPr>
                            <m:t>+</m:t>
                          </m:r>
                          <m:r>
                            <a:rPr lang="es-AR" b="0" i="1" dirty="0" smtClean="0">
                              <a:solidFill>
                                <a:schemeClr val="tx1"/>
                              </a:solidFill>
                              <a:latin typeface="Cambria Math" panose="02040503050406030204" pitchFamily="18" charset="0"/>
                            </a:rPr>
                            <m:t>𝐷</m:t>
                          </m:r>
                        </m:e>
                      </m:nary>
                      <m:r>
                        <a:rPr lang="es-AR" b="0" i="1" smtClean="0">
                          <a:solidFill>
                            <a:schemeClr val="tx1"/>
                          </a:solidFill>
                          <a:latin typeface="Cambria Math" panose="02040503050406030204" pitchFamily="18" charset="0"/>
                        </a:rPr>
                        <m:t>=526,3</m:t>
                      </m:r>
                    </m:oMath>
                  </m:oMathPara>
                </a14:m>
                <a:endParaRPr lang="es-AR" i="1" dirty="0">
                  <a:solidFill>
                    <a:schemeClr val="tx1"/>
                  </a:solidFill>
                </a:endParaRPr>
              </a:p>
            </p:txBody>
          </p:sp>
        </mc:Choice>
        <mc:Fallback xmlns="">
          <p:sp>
            <p:nvSpPr>
              <p:cNvPr id="49" name="CuadroTexto 48">
                <a:extLst>
                  <a:ext uri="{FF2B5EF4-FFF2-40B4-BE49-F238E27FC236}">
                    <a16:creationId xmlns:a16="http://schemas.microsoft.com/office/drawing/2014/main" id="{373181BA-64F7-987C-5E46-C9140FE007B4}"/>
                  </a:ext>
                </a:extLst>
              </p:cNvPr>
              <p:cNvSpPr txBox="1">
                <a:spLocks noRot="1" noChangeAspect="1" noMove="1" noResize="1" noEditPoints="1" noAdjustHandles="1" noChangeArrowheads="1" noChangeShapeType="1" noTextEdit="1"/>
              </p:cNvSpPr>
              <p:nvPr/>
            </p:nvSpPr>
            <p:spPr>
              <a:xfrm>
                <a:off x="6771661" y="5699877"/>
                <a:ext cx="2586285" cy="670761"/>
              </a:xfrm>
              <a:prstGeom prst="rect">
                <a:avLst/>
              </a:prstGeom>
              <a:blipFill>
                <a:blip r:embed="rId33"/>
                <a:stretch>
                  <a:fillRect/>
                </a:stretch>
              </a:blipFill>
            </p:spPr>
            <p:txBody>
              <a:bodyPr/>
              <a:lstStyle/>
              <a:p>
                <a:r>
                  <a:rPr lang="es-AR">
                    <a:noFill/>
                  </a:rPr>
                  <a:t> </a:t>
                </a:r>
              </a:p>
            </p:txBody>
          </p:sp>
        </mc:Fallback>
      </mc:AlternateContent>
      <p:sp>
        <p:nvSpPr>
          <p:cNvPr id="51" name="Elipse 50">
            <a:extLst>
              <a:ext uri="{FF2B5EF4-FFF2-40B4-BE49-F238E27FC236}">
                <a16:creationId xmlns:a16="http://schemas.microsoft.com/office/drawing/2014/main" id="{29E3E1C9-4B12-6ECA-DBAC-7DD63EF19A38}"/>
              </a:ext>
            </a:extLst>
          </p:cNvPr>
          <p:cNvSpPr/>
          <p:nvPr/>
        </p:nvSpPr>
        <p:spPr>
          <a:xfrm>
            <a:off x="1415706"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2" name="Elipse 51">
            <a:extLst>
              <a:ext uri="{FF2B5EF4-FFF2-40B4-BE49-F238E27FC236}">
                <a16:creationId xmlns:a16="http://schemas.microsoft.com/office/drawing/2014/main" id="{19ED20D1-CD02-CD80-FDFD-000800215D09}"/>
              </a:ext>
            </a:extLst>
          </p:cNvPr>
          <p:cNvSpPr/>
          <p:nvPr/>
        </p:nvSpPr>
        <p:spPr>
          <a:xfrm>
            <a:off x="3222008"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3" name="Elipse 52">
            <a:extLst>
              <a:ext uri="{FF2B5EF4-FFF2-40B4-BE49-F238E27FC236}">
                <a16:creationId xmlns:a16="http://schemas.microsoft.com/office/drawing/2014/main" id="{FD8BF6E7-1BB9-5551-6888-FCCE81FDA391}"/>
              </a:ext>
            </a:extLst>
          </p:cNvPr>
          <p:cNvSpPr/>
          <p:nvPr/>
        </p:nvSpPr>
        <p:spPr>
          <a:xfrm>
            <a:off x="3222008" y="240645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4" name="Elipse 53">
            <a:extLst>
              <a:ext uri="{FF2B5EF4-FFF2-40B4-BE49-F238E27FC236}">
                <a16:creationId xmlns:a16="http://schemas.microsoft.com/office/drawing/2014/main" id="{D4C3A111-8526-F937-58A4-68A0FD3CB4E3}"/>
              </a:ext>
            </a:extLst>
          </p:cNvPr>
          <p:cNvSpPr/>
          <p:nvPr/>
        </p:nvSpPr>
        <p:spPr>
          <a:xfrm>
            <a:off x="5508244"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5" name="Elipse 54">
            <a:extLst>
              <a:ext uri="{FF2B5EF4-FFF2-40B4-BE49-F238E27FC236}">
                <a16:creationId xmlns:a16="http://schemas.microsoft.com/office/drawing/2014/main" id="{CFAD3699-E3A1-93CA-4721-4398C4A7DFD7}"/>
              </a:ext>
            </a:extLst>
          </p:cNvPr>
          <p:cNvSpPr/>
          <p:nvPr/>
        </p:nvSpPr>
        <p:spPr>
          <a:xfrm>
            <a:off x="7237438"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6" name="Elipse 55">
            <a:extLst>
              <a:ext uri="{FF2B5EF4-FFF2-40B4-BE49-F238E27FC236}">
                <a16:creationId xmlns:a16="http://schemas.microsoft.com/office/drawing/2014/main" id="{978FB3FE-7269-1BA2-1B59-EA20B67F62D0}"/>
              </a:ext>
            </a:extLst>
          </p:cNvPr>
          <p:cNvSpPr/>
          <p:nvPr/>
        </p:nvSpPr>
        <p:spPr>
          <a:xfrm>
            <a:off x="9597275"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7" name="Elipse 56">
            <a:extLst>
              <a:ext uri="{FF2B5EF4-FFF2-40B4-BE49-F238E27FC236}">
                <a16:creationId xmlns:a16="http://schemas.microsoft.com/office/drawing/2014/main" id="{F90D9A77-4806-F6B5-1D54-40DBAB9C008F}"/>
              </a:ext>
            </a:extLst>
          </p:cNvPr>
          <p:cNvSpPr/>
          <p:nvPr/>
        </p:nvSpPr>
        <p:spPr>
          <a:xfrm>
            <a:off x="9597275" y="240645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8" name="Elipse 57">
            <a:extLst>
              <a:ext uri="{FF2B5EF4-FFF2-40B4-BE49-F238E27FC236}">
                <a16:creationId xmlns:a16="http://schemas.microsoft.com/office/drawing/2014/main" id="{F2E1E425-2ED5-B4B1-0131-EEF8B39F2545}"/>
              </a:ext>
            </a:extLst>
          </p:cNvPr>
          <p:cNvSpPr/>
          <p:nvPr/>
        </p:nvSpPr>
        <p:spPr>
          <a:xfrm>
            <a:off x="9597275" y="278143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9" name="Elipse 58">
            <a:extLst>
              <a:ext uri="{FF2B5EF4-FFF2-40B4-BE49-F238E27FC236}">
                <a16:creationId xmlns:a16="http://schemas.microsoft.com/office/drawing/2014/main" id="{ECFCB2D3-B828-5301-1662-D82DE5224D75}"/>
              </a:ext>
            </a:extLst>
          </p:cNvPr>
          <p:cNvSpPr/>
          <p:nvPr/>
        </p:nvSpPr>
        <p:spPr>
          <a:xfrm>
            <a:off x="5502600" y="2362089"/>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60" name="Elipse 59">
            <a:extLst>
              <a:ext uri="{FF2B5EF4-FFF2-40B4-BE49-F238E27FC236}">
                <a16:creationId xmlns:a16="http://schemas.microsoft.com/office/drawing/2014/main" id="{D3F782D1-B68B-49D2-83CD-503A8EE078E6}"/>
              </a:ext>
            </a:extLst>
          </p:cNvPr>
          <p:cNvSpPr/>
          <p:nvPr/>
        </p:nvSpPr>
        <p:spPr>
          <a:xfrm>
            <a:off x="11464339"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61" name="Elipse 60">
            <a:extLst>
              <a:ext uri="{FF2B5EF4-FFF2-40B4-BE49-F238E27FC236}">
                <a16:creationId xmlns:a16="http://schemas.microsoft.com/office/drawing/2014/main" id="{ED3C2F76-7AD4-F1EA-2B55-2BD36A37FA14}"/>
              </a:ext>
            </a:extLst>
          </p:cNvPr>
          <p:cNvSpPr/>
          <p:nvPr/>
        </p:nvSpPr>
        <p:spPr>
          <a:xfrm>
            <a:off x="9595675" y="3199827"/>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62" name="Elipse 61">
            <a:extLst>
              <a:ext uri="{FF2B5EF4-FFF2-40B4-BE49-F238E27FC236}">
                <a16:creationId xmlns:a16="http://schemas.microsoft.com/office/drawing/2014/main" id="{8487B259-82DB-1005-8867-90C694010774}"/>
              </a:ext>
            </a:extLst>
          </p:cNvPr>
          <p:cNvSpPr/>
          <p:nvPr/>
        </p:nvSpPr>
        <p:spPr>
          <a:xfrm>
            <a:off x="9595675" y="356203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69" name="Elipse 68">
            <a:extLst>
              <a:ext uri="{FF2B5EF4-FFF2-40B4-BE49-F238E27FC236}">
                <a16:creationId xmlns:a16="http://schemas.microsoft.com/office/drawing/2014/main" id="{E7D5CD06-A95C-82DC-782A-2ED0B9E57306}"/>
              </a:ext>
            </a:extLst>
          </p:cNvPr>
          <p:cNvSpPr/>
          <p:nvPr/>
        </p:nvSpPr>
        <p:spPr>
          <a:xfrm>
            <a:off x="7267318" y="234405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70" name="Elipse 69">
            <a:extLst>
              <a:ext uri="{FF2B5EF4-FFF2-40B4-BE49-F238E27FC236}">
                <a16:creationId xmlns:a16="http://schemas.microsoft.com/office/drawing/2014/main" id="{3B9E7493-F8A7-5E65-0A29-1D7B72317637}"/>
              </a:ext>
            </a:extLst>
          </p:cNvPr>
          <p:cNvSpPr/>
          <p:nvPr/>
        </p:nvSpPr>
        <p:spPr>
          <a:xfrm>
            <a:off x="3206772" y="2796006"/>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71" name="Elipse 70">
            <a:extLst>
              <a:ext uri="{FF2B5EF4-FFF2-40B4-BE49-F238E27FC236}">
                <a16:creationId xmlns:a16="http://schemas.microsoft.com/office/drawing/2014/main" id="{26E19596-D04F-0FE6-6986-A43E89A51D9B}"/>
              </a:ext>
            </a:extLst>
          </p:cNvPr>
          <p:cNvSpPr/>
          <p:nvPr/>
        </p:nvSpPr>
        <p:spPr>
          <a:xfrm>
            <a:off x="5502600" y="3159161"/>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2" name="Elipse 71">
            <a:extLst>
              <a:ext uri="{FF2B5EF4-FFF2-40B4-BE49-F238E27FC236}">
                <a16:creationId xmlns:a16="http://schemas.microsoft.com/office/drawing/2014/main" id="{DC0C0A6D-5585-DA54-EEF4-8D6076480381}"/>
              </a:ext>
            </a:extLst>
          </p:cNvPr>
          <p:cNvSpPr/>
          <p:nvPr/>
        </p:nvSpPr>
        <p:spPr>
          <a:xfrm>
            <a:off x="3206772" y="3179681"/>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73" name="Elipse 72">
            <a:extLst>
              <a:ext uri="{FF2B5EF4-FFF2-40B4-BE49-F238E27FC236}">
                <a16:creationId xmlns:a16="http://schemas.microsoft.com/office/drawing/2014/main" id="{17F45503-D3CA-46C8-CE84-ED3F5A0BE799}"/>
              </a:ext>
            </a:extLst>
          </p:cNvPr>
          <p:cNvSpPr/>
          <p:nvPr/>
        </p:nvSpPr>
        <p:spPr>
          <a:xfrm>
            <a:off x="5502600" y="278143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74" name="Elipse 73">
            <a:extLst>
              <a:ext uri="{FF2B5EF4-FFF2-40B4-BE49-F238E27FC236}">
                <a16:creationId xmlns:a16="http://schemas.microsoft.com/office/drawing/2014/main" id="{6F3B7364-B426-7188-4390-D106266695E9}"/>
              </a:ext>
            </a:extLst>
          </p:cNvPr>
          <p:cNvSpPr/>
          <p:nvPr/>
        </p:nvSpPr>
        <p:spPr>
          <a:xfrm>
            <a:off x="5502600" y="3524676"/>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5" name="Elipse 74">
            <a:extLst>
              <a:ext uri="{FF2B5EF4-FFF2-40B4-BE49-F238E27FC236}">
                <a16:creationId xmlns:a16="http://schemas.microsoft.com/office/drawing/2014/main" id="{CB814FB6-2DF9-34BA-3408-181513C40D80}"/>
              </a:ext>
            </a:extLst>
          </p:cNvPr>
          <p:cNvSpPr/>
          <p:nvPr/>
        </p:nvSpPr>
        <p:spPr>
          <a:xfrm>
            <a:off x="7283338" y="2764760"/>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6" name="Elipse 75">
            <a:extLst>
              <a:ext uri="{FF2B5EF4-FFF2-40B4-BE49-F238E27FC236}">
                <a16:creationId xmlns:a16="http://schemas.microsoft.com/office/drawing/2014/main" id="{1FDA4C35-D377-FB41-77C9-A4AD3AFC5B7C}"/>
              </a:ext>
            </a:extLst>
          </p:cNvPr>
          <p:cNvSpPr/>
          <p:nvPr/>
        </p:nvSpPr>
        <p:spPr>
          <a:xfrm>
            <a:off x="11475045" y="240090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7" name="Elipse 76">
            <a:extLst>
              <a:ext uri="{FF2B5EF4-FFF2-40B4-BE49-F238E27FC236}">
                <a16:creationId xmlns:a16="http://schemas.microsoft.com/office/drawing/2014/main" id="{5C070AA3-AD13-799A-B281-E9A2E5167CE7}"/>
              </a:ext>
            </a:extLst>
          </p:cNvPr>
          <p:cNvSpPr/>
          <p:nvPr/>
        </p:nvSpPr>
        <p:spPr>
          <a:xfrm>
            <a:off x="3194912" y="3556269"/>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8" name="Elipse 77">
            <a:extLst>
              <a:ext uri="{FF2B5EF4-FFF2-40B4-BE49-F238E27FC236}">
                <a16:creationId xmlns:a16="http://schemas.microsoft.com/office/drawing/2014/main" id="{2C60CC9D-B3EA-7211-F30C-60192BA48CB5}"/>
              </a:ext>
            </a:extLst>
          </p:cNvPr>
          <p:cNvSpPr/>
          <p:nvPr/>
        </p:nvSpPr>
        <p:spPr>
          <a:xfrm>
            <a:off x="3185994" y="4027496"/>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9" name="Elipse 78">
            <a:extLst>
              <a:ext uri="{FF2B5EF4-FFF2-40B4-BE49-F238E27FC236}">
                <a16:creationId xmlns:a16="http://schemas.microsoft.com/office/drawing/2014/main" id="{BA7E3C4E-E00C-E512-E8B4-2E24F2E2200E}"/>
              </a:ext>
            </a:extLst>
          </p:cNvPr>
          <p:cNvSpPr/>
          <p:nvPr/>
        </p:nvSpPr>
        <p:spPr>
          <a:xfrm>
            <a:off x="9572414" y="3914347"/>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80" name="Elipse 79">
            <a:extLst>
              <a:ext uri="{FF2B5EF4-FFF2-40B4-BE49-F238E27FC236}">
                <a16:creationId xmlns:a16="http://schemas.microsoft.com/office/drawing/2014/main" id="{A88AE605-1B9C-95D4-A79E-0E82B7C0BB58}"/>
              </a:ext>
            </a:extLst>
          </p:cNvPr>
          <p:cNvSpPr/>
          <p:nvPr/>
        </p:nvSpPr>
        <p:spPr>
          <a:xfrm>
            <a:off x="9572414" y="4280656"/>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Tree>
    <p:extLst>
      <p:ext uri="{BB962C8B-B14F-4D97-AF65-F5344CB8AC3E}">
        <p14:creationId xmlns:p14="http://schemas.microsoft.com/office/powerpoint/2010/main" val="451311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7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7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7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8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2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8"/>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7"/>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3"/>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42"/>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48"/>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34" grpId="0"/>
      <p:bldP spid="36" grpId="0"/>
      <p:bldP spid="40" grpId="0"/>
      <p:bldP spid="50" grpId="0"/>
      <p:bldP spid="64" grpId="0"/>
      <p:bldP spid="2" grpId="0"/>
      <p:bldP spid="3" grpId="0"/>
      <p:bldP spid="4" grpId="0"/>
      <p:bldP spid="6" grpId="0"/>
      <p:bldP spid="10" grpId="0"/>
      <p:bldP spid="11" grpId="0"/>
      <p:bldP spid="13" grpId="0"/>
      <p:bldP spid="16" grpId="0"/>
      <p:bldP spid="17" grpId="0"/>
      <p:bldP spid="19" grpId="0"/>
      <p:bldP spid="20" grpId="0"/>
      <p:bldP spid="27" grpId="0"/>
      <p:bldP spid="29" grpId="0"/>
      <p:bldP spid="30" grpId="0"/>
      <p:bldP spid="35" grpId="0"/>
      <p:bldP spid="38" grpId="0"/>
      <p:bldP spid="39" grpId="0"/>
      <p:bldP spid="41" grpId="0"/>
      <p:bldP spid="42" grpId="0"/>
      <p:bldP spid="43" grpId="0"/>
      <p:bldP spid="44" grpId="0"/>
      <p:bldP spid="45" grpId="0"/>
      <p:bldP spid="46" grpId="0"/>
      <p:bldP spid="47" grpId="0"/>
      <p:bldP spid="48" grpId="0"/>
      <p:bldP spid="49" grpId="0"/>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54A63-6A90-5162-0F08-54C379466329}"/>
            </a:ext>
          </a:extLst>
        </p:cNvPr>
        <p:cNvGrpSpPr/>
        <p:nvPr/>
      </p:nvGrpSpPr>
      <p:grpSpPr>
        <a:xfrm>
          <a:off x="0" y="0"/>
          <a:ext cx="0" cy="0"/>
          <a:chOff x="0" y="0"/>
          <a:chExt cx="0" cy="0"/>
        </a:xfrm>
      </p:grpSpPr>
      <p:grpSp>
        <p:nvGrpSpPr>
          <p:cNvPr id="8" name="Grupo 7">
            <a:extLst>
              <a:ext uri="{FF2B5EF4-FFF2-40B4-BE49-F238E27FC236}">
                <a16:creationId xmlns:a16="http://schemas.microsoft.com/office/drawing/2014/main" id="{6F44D7CF-02E7-FDE5-B8B9-FE3F5E3DB23F}"/>
              </a:ext>
            </a:extLst>
          </p:cNvPr>
          <p:cNvGrpSpPr/>
          <p:nvPr/>
        </p:nvGrpSpPr>
        <p:grpSpPr>
          <a:xfrm>
            <a:off x="301478" y="101545"/>
            <a:ext cx="2539434" cy="461665"/>
            <a:chOff x="301478" y="101545"/>
            <a:chExt cx="2539434" cy="461665"/>
          </a:xfrm>
        </p:grpSpPr>
        <p:sp>
          <p:nvSpPr>
            <p:cNvPr id="9" name="CuadroTexto 8">
              <a:extLst>
                <a:ext uri="{FF2B5EF4-FFF2-40B4-BE49-F238E27FC236}">
                  <a16:creationId xmlns:a16="http://schemas.microsoft.com/office/drawing/2014/main" id="{FB546376-BCB7-4AF2-1F94-A8204F974FD0}"/>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12" name="Conector recto 11">
              <a:extLst>
                <a:ext uri="{FF2B5EF4-FFF2-40B4-BE49-F238E27FC236}">
                  <a16:creationId xmlns:a16="http://schemas.microsoft.com/office/drawing/2014/main" id="{E90B6556-F871-98F6-62CE-58871740F3C6}"/>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4" name="Conector recto 13">
            <a:extLst>
              <a:ext uri="{FF2B5EF4-FFF2-40B4-BE49-F238E27FC236}">
                <a16:creationId xmlns:a16="http://schemas.microsoft.com/office/drawing/2014/main" id="{8F6A4B5A-37AC-7282-CF21-171829AF1D71}"/>
              </a:ext>
            </a:extLst>
          </p:cNvPr>
          <p:cNvCxnSpPr>
            <a:cxnSpLocks/>
          </p:cNvCxnSpPr>
          <p:nvPr/>
        </p:nvCxnSpPr>
        <p:spPr>
          <a:xfrm>
            <a:off x="1895144" y="1795299"/>
            <a:ext cx="0" cy="2556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A3E051E4-6110-4942-3A83-4F324C3019E8}"/>
              </a:ext>
            </a:extLst>
          </p:cNvPr>
          <p:cNvCxnSpPr>
            <a:cxnSpLocks/>
          </p:cNvCxnSpPr>
          <p:nvPr/>
        </p:nvCxnSpPr>
        <p:spPr>
          <a:xfrm>
            <a:off x="192074" y="1795299"/>
            <a:ext cx="360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BA757280-3471-909B-3424-5818C1685181}"/>
              </a:ext>
            </a:extLst>
          </p:cNvPr>
          <p:cNvCxnSpPr>
            <a:cxnSpLocks/>
          </p:cNvCxnSpPr>
          <p:nvPr/>
        </p:nvCxnSpPr>
        <p:spPr>
          <a:xfrm>
            <a:off x="5956604" y="1795299"/>
            <a:ext cx="0" cy="255600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8A8F0124-903D-11D8-FFB3-DF2D276B0995}"/>
              </a:ext>
            </a:extLst>
          </p:cNvPr>
          <p:cNvCxnSpPr>
            <a:cxnSpLocks/>
          </p:cNvCxnSpPr>
          <p:nvPr/>
        </p:nvCxnSpPr>
        <p:spPr>
          <a:xfrm>
            <a:off x="4253534" y="1795299"/>
            <a:ext cx="3600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a16="http://schemas.microsoft.com/office/drawing/2014/main" id="{D3196C20-802A-2755-6F9D-DBA7AA639756}"/>
              </a:ext>
            </a:extLst>
          </p:cNvPr>
          <p:cNvCxnSpPr>
            <a:cxnSpLocks/>
          </p:cNvCxnSpPr>
          <p:nvPr/>
        </p:nvCxnSpPr>
        <p:spPr>
          <a:xfrm>
            <a:off x="10059974" y="1795299"/>
            <a:ext cx="0" cy="255600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3" name="Conector recto 22">
            <a:extLst>
              <a:ext uri="{FF2B5EF4-FFF2-40B4-BE49-F238E27FC236}">
                <a16:creationId xmlns:a16="http://schemas.microsoft.com/office/drawing/2014/main" id="{1CE405FC-1512-575B-F496-D03E5E391F7D}"/>
              </a:ext>
            </a:extLst>
          </p:cNvPr>
          <p:cNvCxnSpPr>
            <a:cxnSpLocks/>
          </p:cNvCxnSpPr>
          <p:nvPr/>
        </p:nvCxnSpPr>
        <p:spPr>
          <a:xfrm>
            <a:off x="8356904" y="1795299"/>
            <a:ext cx="3600000" cy="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24" name="CuadroTexto 23">
            <a:extLst>
              <a:ext uri="{FF2B5EF4-FFF2-40B4-BE49-F238E27FC236}">
                <a16:creationId xmlns:a16="http://schemas.microsoft.com/office/drawing/2014/main" id="{4D3FBAF8-AF8F-94B8-4A6A-03B09867BB6F}"/>
              </a:ext>
            </a:extLst>
          </p:cNvPr>
          <p:cNvSpPr txBox="1"/>
          <p:nvPr/>
        </p:nvSpPr>
        <p:spPr>
          <a:xfrm>
            <a:off x="828588" y="1287211"/>
            <a:ext cx="2133112" cy="461665"/>
          </a:xfrm>
          <a:prstGeom prst="rect">
            <a:avLst/>
          </a:prstGeom>
          <a:noFill/>
        </p:spPr>
        <p:txBody>
          <a:bodyPr wrap="square" rtlCol="0">
            <a:spAutoFit/>
          </a:bodyPr>
          <a:lstStyle/>
          <a:p>
            <a:pPr algn="ctr"/>
            <a:r>
              <a:rPr lang="es-AR" sz="2400" dirty="0"/>
              <a:t>Banco central</a:t>
            </a:r>
          </a:p>
        </p:txBody>
      </p:sp>
      <p:sp>
        <p:nvSpPr>
          <p:cNvPr id="25" name="CuadroTexto 24">
            <a:extLst>
              <a:ext uri="{FF2B5EF4-FFF2-40B4-BE49-F238E27FC236}">
                <a16:creationId xmlns:a16="http://schemas.microsoft.com/office/drawing/2014/main" id="{FD2D1F9C-73AD-5262-89AF-4D84CFFACE9E}"/>
              </a:ext>
            </a:extLst>
          </p:cNvPr>
          <p:cNvSpPr txBox="1"/>
          <p:nvPr/>
        </p:nvSpPr>
        <p:spPr>
          <a:xfrm>
            <a:off x="4890048" y="1287211"/>
            <a:ext cx="2133112" cy="461665"/>
          </a:xfrm>
          <a:prstGeom prst="rect">
            <a:avLst/>
          </a:prstGeom>
          <a:noFill/>
        </p:spPr>
        <p:txBody>
          <a:bodyPr wrap="square" rtlCol="0">
            <a:spAutoFit/>
          </a:bodyPr>
          <a:lstStyle/>
          <a:p>
            <a:pPr algn="ctr"/>
            <a:r>
              <a:rPr lang="es-AR" sz="2400" dirty="0"/>
              <a:t>Bancos</a:t>
            </a:r>
          </a:p>
        </p:txBody>
      </p:sp>
      <p:sp>
        <p:nvSpPr>
          <p:cNvPr id="26" name="CuadroTexto 25">
            <a:extLst>
              <a:ext uri="{FF2B5EF4-FFF2-40B4-BE49-F238E27FC236}">
                <a16:creationId xmlns:a16="http://schemas.microsoft.com/office/drawing/2014/main" id="{4DD29108-5F6C-E510-3778-79AF1C73C84B}"/>
              </a:ext>
            </a:extLst>
          </p:cNvPr>
          <p:cNvSpPr txBox="1"/>
          <p:nvPr/>
        </p:nvSpPr>
        <p:spPr>
          <a:xfrm>
            <a:off x="8993418" y="1287211"/>
            <a:ext cx="2133112" cy="461665"/>
          </a:xfrm>
          <a:prstGeom prst="rect">
            <a:avLst/>
          </a:prstGeom>
          <a:noFill/>
        </p:spPr>
        <p:txBody>
          <a:bodyPr wrap="square" rtlCol="0">
            <a:spAutoFit/>
          </a:bodyPr>
          <a:lstStyle/>
          <a:p>
            <a:pPr algn="ctr"/>
            <a:r>
              <a:rPr lang="es-AR" sz="2400" dirty="0"/>
              <a:t>Depositantes</a:t>
            </a:r>
          </a:p>
        </p:txBody>
      </p:sp>
      <p:sp>
        <p:nvSpPr>
          <p:cNvPr id="3" name="CuadroTexto 2">
            <a:extLst>
              <a:ext uri="{FF2B5EF4-FFF2-40B4-BE49-F238E27FC236}">
                <a16:creationId xmlns:a16="http://schemas.microsoft.com/office/drawing/2014/main" id="{547FFB08-8294-64AE-67A0-EC55DA435FFD}"/>
              </a:ext>
            </a:extLst>
          </p:cNvPr>
          <p:cNvSpPr txBox="1"/>
          <p:nvPr/>
        </p:nvSpPr>
        <p:spPr>
          <a:xfrm>
            <a:off x="192074" y="1944572"/>
            <a:ext cx="1326004" cy="369332"/>
          </a:xfrm>
          <a:prstGeom prst="rect">
            <a:avLst/>
          </a:prstGeom>
          <a:noFill/>
        </p:spPr>
        <p:txBody>
          <a:bodyPr wrap="none" rtlCol="0">
            <a:spAutoFit/>
          </a:bodyPr>
          <a:lstStyle/>
          <a:p>
            <a:r>
              <a:rPr lang="es-AR" i="1" dirty="0"/>
              <a:t>RRII</a:t>
            </a:r>
            <a:r>
              <a:rPr lang="es-AR" dirty="0"/>
              <a:t>, + 100</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C05FCD76-B172-6D55-060C-B1A42B34E197}"/>
                  </a:ext>
                </a:extLst>
              </p:cNvPr>
              <p:cNvSpPr txBox="1"/>
              <p:nvPr/>
            </p:nvSpPr>
            <p:spPr>
              <a:xfrm>
                <a:off x="2035207" y="1932229"/>
                <a:ext cx="1109535" cy="394019"/>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𝑝</m:t>
                        </m:r>
                      </m:sub>
                    </m:sSub>
                  </m:oMath>
                </a14:m>
                <a:r>
                  <a:rPr lang="es-AR" dirty="0"/>
                  <a:t>, + 100</a:t>
                </a:r>
              </a:p>
            </p:txBody>
          </p:sp>
        </mc:Choice>
        <mc:Fallback xmlns="">
          <p:sp>
            <p:nvSpPr>
              <p:cNvPr id="4" name="CuadroTexto 3">
                <a:extLst>
                  <a:ext uri="{FF2B5EF4-FFF2-40B4-BE49-F238E27FC236}">
                    <a16:creationId xmlns:a16="http://schemas.microsoft.com/office/drawing/2014/main" id="{C05FCD76-B172-6D55-060C-B1A42B34E197}"/>
                  </a:ext>
                </a:extLst>
              </p:cNvPr>
              <p:cNvSpPr txBox="1">
                <a:spLocks noRot="1" noChangeAspect="1" noMove="1" noResize="1" noEditPoints="1" noAdjustHandles="1" noChangeArrowheads="1" noChangeShapeType="1" noTextEdit="1"/>
              </p:cNvSpPr>
              <p:nvPr/>
            </p:nvSpPr>
            <p:spPr>
              <a:xfrm>
                <a:off x="2035207" y="1932229"/>
                <a:ext cx="1109535" cy="394019"/>
              </a:xfrm>
              <a:prstGeom prst="rect">
                <a:avLst/>
              </a:prstGeom>
              <a:blipFill>
                <a:blip r:embed="rId3"/>
                <a:stretch>
                  <a:fillRect t="-6154" r="-3846" b="-20000"/>
                </a:stretch>
              </a:blipFill>
            </p:spPr>
            <p:txBody>
              <a:bodyPr/>
              <a:lstStyle/>
              <a:p>
                <a:r>
                  <a:rPr lang="es-AR">
                    <a:noFill/>
                  </a:rPr>
                  <a:t> </a:t>
                </a:r>
              </a:p>
            </p:txBody>
          </p:sp>
        </mc:Fallback>
      </mc:AlternateContent>
      <p:sp>
        <p:nvSpPr>
          <p:cNvPr id="5" name="CuadroTexto 4">
            <a:extLst>
              <a:ext uri="{FF2B5EF4-FFF2-40B4-BE49-F238E27FC236}">
                <a16:creationId xmlns:a16="http://schemas.microsoft.com/office/drawing/2014/main" id="{1C249F67-543E-B7E3-742C-5439D8D7D3D0}"/>
              </a:ext>
            </a:extLst>
          </p:cNvPr>
          <p:cNvSpPr txBox="1"/>
          <p:nvPr/>
        </p:nvSpPr>
        <p:spPr>
          <a:xfrm>
            <a:off x="8375571" y="1934056"/>
            <a:ext cx="1271502" cy="369332"/>
          </a:xfrm>
          <a:prstGeom prst="rect">
            <a:avLst/>
          </a:prstGeom>
          <a:noFill/>
        </p:spPr>
        <p:txBody>
          <a:bodyPr wrap="none" rtlCol="0">
            <a:spAutoFit/>
          </a:bodyPr>
          <a:lstStyle/>
          <a:p>
            <a:r>
              <a:rPr lang="es-AR" i="1" dirty="0"/>
              <a:t>RRII</a:t>
            </a:r>
            <a:r>
              <a:rPr lang="es-AR" dirty="0"/>
              <a:t>, - 100</a:t>
            </a:r>
          </a:p>
        </p:txBody>
      </p:sp>
      <p:sp>
        <p:nvSpPr>
          <p:cNvPr id="7" name="CuadroTexto 6">
            <a:extLst>
              <a:ext uri="{FF2B5EF4-FFF2-40B4-BE49-F238E27FC236}">
                <a16:creationId xmlns:a16="http://schemas.microsoft.com/office/drawing/2014/main" id="{E6974298-BB2E-67FD-7244-24BF943BB28D}"/>
              </a:ext>
            </a:extLst>
          </p:cNvPr>
          <p:cNvSpPr txBox="1"/>
          <p:nvPr/>
        </p:nvSpPr>
        <p:spPr>
          <a:xfrm>
            <a:off x="192074" y="2318584"/>
            <a:ext cx="1096775" cy="369332"/>
          </a:xfrm>
          <a:prstGeom prst="rect">
            <a:avLst/>
          </a:prstGeom>
          <a:noFill/>
        </p:spPr>
        <p:txBody>
          <a:bodyPr wrap="none" rtlCol="0">
            <a:spAutoFit/>
          </a:bodyPr>
          <a:lstStyle/>
          <a:p>
            <a:r>
              <a:rPr lang="es-AR" i="1" dirty="0"/>
              <a:t>TP</a:t>
            </a:r>
            <a:r>
              <a:rPr lang="es-AR" dirty="0"/>
              <a:t>, - 100</a:t>
            </a:r>
          </a:p>
        </p:txBody>
      </p:sp>
      <p:sp>
        <p:nvSpPr>
          <p:cNvPr id="10" name="CuadroTexto 9">
            <a:extLst>
              <a:ext uri="{FF2B5EF4-FFF2-40B4-BE49-F238E27FC236}">
                <a16:creationId xmlns:a16="http://schemas.microsoft.com/office/drawing/2014/main" id="{48D7DCBD-C7D0-5E02-C808-F4A74F17D8F7}"/>
              </a:ext>
            </a:extLst>
          </p:cNvPr>
          <p:cNvSpPr txBox="1"/>
          <p:nvPr/>
        </p:nvSpPr>
        <p:spPr>
          <a:xfrm>
            <a:off x="4317609" y="1944572"/>
            <a:ext cx="1141659" cy="369332"/>
          </a:xfrm>
          <a:prstGeom prst="rect">
            <a:avLst/>
          </a:prstGeom>
          <a:noFill/>
        </p:spPr>
        <p:txBody>
          <a:bodyPr wrap="none" rtlCol="0">
            <a:spAutoFit/>
          </a:bodyPr>
          <a:lstStyle/>
          <a:p>
            <a:r>
              <a:rPr lang="es-AR" i="1" dirty="0"/>
              <a:t>TP</a:t>
            </a:r>
            <a:r>
              <a:rPr lang="es-AR" dirty="0"/>
              <a:t>, + 100</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88E20A8C-B254-404F-2DDB-3B25B9AB0106}"/>
                  </a:ext>
                </a:extLst>
              </p:cNvPr>
              <p:cNvSpPr txBox="1"/>
              <p:nvPr/>
            </p:nvSpPr>
            <p:spPr>
              <a:xfrm>
                <a:off x="2035207" y="2320771"/>
                <a:ext cx="1057534" cy="369332"/>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𝑏</m:t>
                        </m:r>
                      </m:sub>
                    </m:sSub>
                  </m:oMath>
                </a14:m>
                <a:r>
                  <a:rPr lang="es-AR" dirty="0"/>
                  <a:t>, - 100</a:t>
                </a:r>
              </a:p>
            </p:txBody>
          </p:sp>
        </mc:Choice>
        <mc:Fallback xmlns="">
          <p:sp>
            <p:nvSpPr>
              <p:cNvPr id="13" name="CuadroTexto 12">
                <a:extLst>
                  <a:ext uri="{FF2B5EF4-FFF2-40B4-BE49-F238E27FC236}">
                    <a16:creationId xmlns:a16="http://schemas.microsoft.com/office/drawing/2014/main" id="{88E20A8C-B254-404F-2DDB-3B25B9AB0106}"/>
                  </a:ext>
                </a:extLst>
              </p:cNvPr>
              <p:cNvSpPr txBox="1">
                <a:spLocks noRot="1" noChangeAspect="1" noMove="1" noResize="1" noEditPoints="1" noAdjustHandles="1" noChangeArrowheads="1" noChangeShapeType="1" noTextEdit="1"/>
              </p:cNvSpPr>
              <p:nvPr/>
            </p:nvSpPr>
            <p:spPr>
              <a:xfrm>
                <a:off x="2035207" y="2320771"/>
                <a:ext cx="1057534" cy="369332"/>
              </a:xfrm>
              <a:prstGeom prst="rect">
                <a:avLst/>
              </a:prstGeom>
              <a:blipFill>
                <a:blip r:embed="rId4"/>
                <a:stretch>
                  <a:fillRect t="-8333" r="-4624"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BA158ED-1BDB-40A7-D014-79FBDD8ED88D}"/>
                  </a:ext>
                </a:extLst>
              </p:cNvPr>
              <p:cNvSpPr txBox="1"/>
              <p:nvPr/>
            </p:nvSpPr>
            <p:spPr>
              <a:xfrm>
                <a:off x="4319045" y="2320771"/>
                <a:ext cx="1057534" cy="369332"/>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𝑏</m:t>
                        </m:r>
                      </m:sub>
                    </m:sSub>
                  </m:oMath>
                </a14:m>
                <a:r>
                  <a:rPr lang="es-AR" dirty="0"/>
                  <a:t>, - 100</a:t>
                </a:r>
              </a:p>
            </p:txBody>
          </p:sp>
        </mc:Choice>
        <mc:Fallback xmlns="">
          <p:sp>
            <p:nvSpPr>
              <p:cNvPr id="16" name="CuadroTexto 15">
                <a:extLst>
                  <a:ext uri="{FF2B5EF4-FFF2-40B4-BE49-F238E27FC236}">
                    <a16:creationId xmlns:a16="http://schemas.microsoft.com/office/drawing/2014/main" id="{9BA158ED-1BDB-40A7-D014-79FBDD8ED88D}"/>
                  </a:ext>
                </a:extLst>
              </p:cNvPr>
              <p:cNvSpPr txBox="1">
                <a:spLocks noRot="1" noChangeAspect="1" noMove="1" noResize="1" noEditPoints="1" noAdjustHandles="1" noChangeArrowheads="1" noChangeShapeType="1" noTextEdit="1"/>
              </p:cNvSpPr>
              <p:nvPr/>
            </p:nvSpPr>
            <p:spPr>
              <a:xfrm>
                <a:off x="4319045" y="2320771"/>
                <a:ext cx="1057534" cy="369332"/>
              </a:xfrm>
              <a:prstGeom prst="rect">
                <a:avLst/>
              </a:prstGeom>
              <a:blipFill>
                <a:blip r:embed="rId5"/>
                <a:stretch>
                  <a:fillRect t="-8333" r="-4624"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9CCA3C1-4528-67E3-1A5D-2547A893A842}"/>
                  </a:ext>
                </a:extLst>
              </p:cNvPr>
              <p:cNvSpPr txBox="1"/>
              <p:nvPr/>
            </p:nvSpPr>
            <p:spPr>
              <a:xfrm>
                <a:off x="8370413" y="2297911"/>
                <a:ext cx="1109535" cy="394019"/>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𝑝</m:t>
                        </m:r>
                      </m:sub>
                    </m:sSub>
                  </m:oMath>
                </a14:m>
                <a:r>
                  <a:rPr lang="es-AR" dirty="0"/>
                  <a:t>, + 100</a:t>
                </a:r>
              </a:p>
            </p:txBody>
          </p:sp>
        </mc:Choice>
        <mc:Fallback xmlns="">
          <p:sp>
            <p:nvSpPr>
              <p:cNvPr id="17" name="CuadroTexto 16">
                <a:extLst>
                  <a:ext uri="{FF2B5EF4-FFF2-40B4-BE49-F238E27FC236}">
                    <a16:creationId xmlns:a16="http://schemas.microsoft.com/office/drawing/2014/main" id="{89CCA3C1-4528-67E3-1A5D-2547A893A842}"/>
                  </a:ext>
                </a:extLst>
              </p:cNvPr>
              <p:cNvSpPr txBox="1">
                <a:spLocks noRot="1" noChangeAspect="1" noMove="1" noResize="1" noEditPoints="1" noAdjustHandles="1" noChangeArrowheads="1" noChangeShapeType="1" noTextEdit="1"/>
              </p:cNvSpPr>
              <p:nvPr/>
            </p:nvSpPr>
            <p:spPr>
              <a:xfrm>
                <a:off x="8370413" y="2297911"/>
                <a:ext cx="1109535" cy="394019"/>
              </a:xfrm>
              <a:prstGeom prst="rect">
                <a:avLst/>
              </a:prstGeom>
              <a:blipFill>
                <a:blip r:embed="rId6"/>
                <a:stretch>
                  <a:fillRect t="-6154" r="-4396" b="-20000"/>
                </a:stretch>
              </a:blipFill>
            </p:spPr>
            <p:txBody>
              <a:bodyPr/>
              <a:lstStyle/>
              <a:p>
                <a:r>
                  <a:rPr lang="es-AR">
                    <a:noFill/>
                  </a:rPr>
                  <a:t> </a:t>
                </a:r>
              </a:p>
            </p:txBody>
          </p:sp>
        </mc:Fallback>
      </mc:AlternateContent>
      <p:sp>
        <p:nvSpPr>
          <p:cNvPr id="2" name="Elipse 1">
            <a:extLst>
              <a:ext uri="{FF2B5EF4-FFF2-40B4-BE49-F238E27FC236}">
                <a16:creationId xmlns:a16="http://schemas.microsoft.com/office/drawing/2014/main" id="{EB0F9FE1-B9F1-C196-5282-9851B6599AEF}"/>
              </a:ext>
            </a:extLst>
          </p:cNvPr>
          <p:cNvSpPr/>
          <p:nvPr/>
        </p:nvSpPr>
        <p:spPr>
          <a:xfrm>
            <a:off x="3281762" y="1985238"/>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6" name="Elipse 5">
            <a:extLst>
              <a:ext uri="{FF2B5EF4-FFF2-40B4-BE49-F238E27FC236}">
                <a16:creationId xmlns:a16="http://schemas.microsoft.com/office/drawing/2014/main" id="{EE417A76-134E-BCE0-C00A-D2B486D6C2AF}"/>
              </a:ext>
            </a:extLst>
          </p:cNvPr>
          <p:cNvSpPr/>
          <p:nvPr/>
        </p:nvSpPr>
        <p:spPr>
          <a:xfrm>
            <a:off x="9730064" y="1985238"/>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11" name="Elipse 10">
            <a:extLst>
              <a:ext uri="{FF2B5EF4-FFF2-40B4-BE49-F238E27FC236}">
                <a16:creationId xmlns:a16="http://schemas.microsoft.com/office/drawing/2014/main" id="{525137E4-D55F-DDEB-5CE4-0215F3F43F08}"/>
              </a:ext>
            </a:extLst>
          </p:cNvPr>
          <p:cNvSpPr/>
          <p:nvPr/>
        </p:nvSpPr>
        <p:spPr>
          <a:xfrm>
            <a:off x="9730064" y="2359250"/>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27" name="Elipse 26">
            <a:extLst>
              <a:ext uri="{FF2B5EF4-FFF2-40B4-BE49-F238E27FC236}">
                <a16:creationId xmlns:a16="http://schemas.microsoft.com/office/drawing/2014/main" id="{67061FEC-0266-7856-C29E-4603213F419D}"/>
              </a:ext>
            </a:extLst>
          </p:cNvPr>
          <p:cNvSpPr/>
          <p:nvPr/>
        </p:nvSpPr>
        <p:spPr>
          <a:xfrm>
            <a:off x="3281762" y="2359250"/>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28" name="Elipse 27">
            <a:extLst>
              <a:ext uri="{FF2B5EF4-FFF2-40B4-BE49-F238E27FC236}">
                <a16:creationId xmlns:a16="http://schemas.microsoft.com/office/drawing/2014/main" id="{DEF42116-8F7E-0AAE-6CC8-37FD4D528206}"/>
              </a:ext>
            </a:extLst>
          </p:cNvPr>
          <p:cNvSpPr/>
          <p:nvPr/>
        </p:nvSpPr>
        <p:spPr>
          <a:xfrm>
            <a:off x="5558550" y="2359250"/>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29" name="Elipse 28">
            <a:extLst>
              <a:ext uri="{FF2B5EF4-FFF2-40B4-BE49-F238E27FC236}">
                <a16:creationId xmlns:a16="http://schemas.microsoft.com/office/drawing/2014/main" id="{39FAB054-338A-D684-A081-9282415333DA}"/>
              </a:ext>
            </a:extLst>
          </p:cNvPr>
          <p:cNvSpPr/>
          <p:nvPr/>
        </p:nvSpPr>
        <p:spPr>
          <a:xfrm>
            <a:off x="5558550"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1B1E8468-ED33-F070-4969-0AC667D029F4}"/>
                  </a:ext>
                </a:extLst>
              </p:cNvPr>
              <p:cNvSpPr txBox="1"/>
              <p:nvPr/>
            </p:nvSpPr>
            <p:spPr>
              <a:xfrm>
                <a:off x="704972" y="5699877"/>
                <a:ext cx="2198038"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solidFill>
                            <a:schemeClr val="tx1"/>
                          </a:solidFill>
                          <a:latin typeface="Cambria Math" panose="02040503050406030204" pitchFamily="18" charset="0"/>
                          <a:ea typeface="Cambria Math" panose="02040503050406030204" pitchFamily="18" charset="0"/>
                        </a:rPr>
                        <m:t>∆</m:t>
                      </m:r>
                      <m:r>
                        <a:rPr lang="es-AR" b="0" i="1" smtClean="0">
                          <a:solidFill>
                            <a:schemeClr val="tx1"/>
                          </a:solidFill>
                          <a:latin typeface="Cambria Math" panose="02040503050406030204" pitchFamily="18" charset="0"/>
                        </a:rPr>
                        <m:t>𝐻</m:t>
                      </m:r>
                      <m:r>
                        <a:rPr lang="es-AR" b="0" i="1" smtClean="0">
                          <a:solidFill>
                            <a:schemeClr val="tx1"/>
                          </a:solidFill>
                          <a:latin typeface="Cambria Math" panose="02040503050406030204" pitchFamily="18" charset="0"/>
                        </a:rPr>
                        <m:t>=</m:t>
                      </m:r>
                      <m:nary>
                        <m:naryPr>
                          <m:chr m:val="∑"/>
                          <m:subHide m:val="on"/>
                          <m:supHide m:val="on"/>
                          <m:ctrlPr>
                            <a:rPr lang="es-AR" i="1" smtClean="0">
                              <a:solidFill>
                                <a:schemeClr val="tx1"/>
                              </a:solidFill>
                              <a:latin typeface="Cambria Math" panose="02040503050406030204" pitchFamily="18" charset="0"/>
                            </a:rPr>
                          </m:ctrlPr>
                        </m:naryPr>
                        <m:sub/>
                        <m:sup/>
                        <m:e>
                          <m:sSub>
                            <m:sSubPr>
                              <m:ctrlPr>
                                <a:rPr lang="es-AR" i="1" dirty="0">
                                  <a:solidFill>
                                    <a:schemeClr val="tx1"/>
                                  </a:solidFill>
                                  <a:latin typeface="Cambria Math" panose="02040503050406030204" pitchFamily="18" charset="0"/>
                                </a:rPr>
                              </m:ctrlPr>
                            </m:sSubPr>
                            <m:e>
                              <m:r>
                                <a:rPr lang="es-AR" i="1" dirty="0">
                                  <a:solidFill>
                                    <a:schemeClr val="tx1"/>
                                  </a:solidFill>
                                  <a:latin typeface="Cambria Math" panose="02040503050406030204" pitchFamily="18" charset="0"/>
                                </a:rPr>
                                <m:t>𝐶</m:t>
                              </m:r>
                            </m:e>
                            <m:sub>
                              <m:r>
                                <a:rPr lang="es-AR" i="1" dirty="0">
                                  <a:solidFill>
                                    <a:schemeClr val="tx1"/>
                                  </a:solidFill>
                                  <a:latin typeface="Cambria Math" panose="02040503050406030204" pitchFamily="18" charset="0"/>
                                </a:rPr>
                                <m:t>𝑝</m:t>
                              </m:r>
                            </m:sub>
                          </m:sSub>
                          <m:r>
                            <a:rPr lang="es-AR" b="0" i="1" dirty="0" smtClean="0">
                              <a:solidFill>
                                <a:schemeClr val="tx1"/>
                              </a:solidFill>
                              <a:latin typeface="Cambria Math" panose="02040503050406030204" pitchFamily="18" charset="0"/>
                            </a:rPr>
                            <m:t>+</m:t>
                          </m:r>
                          <m:sSub>
                            <m:sSubPr>
                              <m:ctrlPr>
                                <a:rPr lang="es-AR" i="1" dirty="0">
                                  <a:latin typeface="Cambria Math" panose="02040503050406030204" pitchFamily="18" charset="0"/>
                                </a:rPr>
                              </m:ctrlPr>
                            </m:sSubPr>
                            <m:e>
                              <m:r>
                                <a:rPr lang="es-AR" i="1" dirty="0">
                                  <a:latin typeface="Cambria Math" panose="02040503050406030204" pitchFamily="18" charset="0"/>
                                </a:rPr>
                                <m:t>𝐶</m:t>
                              </m:r>
                            </m:e>
                            <m:sub>
                              <m:r>
                                <a:rPr lang="es-AR" i="1" dirty="0">
                                  <a:latin typeface="Cambria Math" panose="02040503050406030204" pitchFamily="18" charset="0"/>
                                </a:rPr>
                                <m:t>𝑏</m:t>
                              </m:r>
                            </m:sub>
                          </m:sSub>
                        </m:e>
                      </m:nary>
                      <m:r>
                        <a:rPr lang="es-AR" b="0" i="1" smtClean="0">
                          <a:solidFill>
                            <a:schemeClr val="tx1"/>
                          </a:solidFill>
                          <a:latin typeface="Cambria Math" panose="02040503050406030204" pitchFamily="18" charset="0"/>
                        </a:rPr>
                        <m:t>=0</m:t>
                      </m:r>
                    </m:oMath>
                  </m:oMathPara>
                </a14:m>
                <a:endParaRPr lang="es-AR" i="1" dirty="0">
                  <a:solidFill>
                    <a:schemeClr val="tx1"/>
                  </a:solidFill>
                </a:endParaRPr>
              </a:p>
            </p:txBody>
          </p:sp>
        </mc:Choice>
        <mc:Fallback xmlns="">
          <p:sp>
            <p:nvSpPr>
              <p:cNvPr id="30" name="CuadroTexto 29">
                <a:extLst>
                  <a:ext uri="{FF2B5EF4-FFF2-40B4-BE49-F238E27FC236}">
                    <a16:creationId xmlns:a16="http://schemas.microsoft.com/office/drawing/2014/main" id="{1B1E8468-ED33-F070-4969-0AC667D029F4}"/>
                  </a:ext>
                </a:extLst>
              </p:cNvPr>
              <p:cNvSpPr txBox="1">
                <a:spLocks noRot="1" noChangeAspect="1" noMove="1" noResize="1" noEditPoints="1" noAdjustHandles="1" noChangeArrowheads="1" noChangeShapeType="1" noTextEdit="1"/>
              </p:cNvSpPr>
              <p:nvPr/>
            </p:nvSpPr>
            <p:spPr>
              <a:xfrm>
                <a:off x="704972" y="5699877"/>
                <a:ext cx="2198038" cy="670761"/>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79AE5C5B-3D65-1B8B-BEC6-779E1A48FD1E}"/>
                  </a:ext>
                </a:extLst>
              </p:cNvPr>
              <p:cNvSpPr txBox="1"/>
              <p:nvPr/>
            </p:nvSpPr>
            <p:spPr>
              <a:xfrm>
                <a:off x="6771661" y="5699877"/>
                <a:ext cx="2565959"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solidFill>
                            <a:schemeClr val="tx1"/>
                          </a:solidFill>
                          <a:latin typeface="Cambria Math" panose="02040503050406030204" pitchFamily="18" charset="0"/>
                          <a:ea typeface="Cambria Math" panose="02040503050406030204" pitchFamily="18" charset="0"/>
                        </a:rPr>
                        <m:t>∆</m:t>
                      </m:r>
                      <m:r>
                        <a:rPr lang="es-AR" b="0" i="1" smtClean="0">
                          <a:solidFill>
                            <a:schemeClr val="tx1"/>
                          </a:solidFill>
                          <a:latin typeface="Cambria Math" panose="02040503050406030204" pitchFamily="18" charset="0"/>
                        </a:rPr>
                        <m:t>𝑀</m:t>
                      </m:r>
                      <m:r>
                        <a:rPr lang="es-AR" b="0" i="1" smtClean="0">
                          <a:solidFill>
                            <a:schemeClr val="tx1"/>
                          </a:solidFill>
                          <a:latin typeface="Cambria Math" panose="02040503050406030204" pitchFamily="18" charset="0"/>
                        </a:rPr>
                        <m:t>=</m:t>
                      </m:r>
                      <m:nary>
                        <m:naryPr>
                          <m:chr m:val="∑"/>
                          <m:subHide m:val="on"/>
                          <m:supHide m:val="on"/>
                          <m:ctrlPr>
                            <a:rPr lang="es-AR" i="1" smtClean="0">
                              <a:solidFill>
                                <a:schemeClr val="tx1"/>
                              </a:solidFill>
                              <a:latin typeface="Cambria Math" panose="02040503050406030204" pitchFamily="18" charset="0"/>
                            </a:rPr>
                          </m:ctrlPr>
                        </m:naryPr>
                        <m:sub/>
                        <m:sup/>
                        <m:e>
                          <m:sSub>
                            <m:sSubPr>
                              <m:ctrlPr>
                                <a:rPr lang="es-AR" i="1" dirty="0" smtClean="0">
                                  <a:solidFill>
                                    <a:schemeClr val="tx1"/>
                                  </a:solidFill>
                                  <a:latin typeface="Cambria Math" panose="02040503050406030204" pitchFamily="18" charset="0"/>
                                </a:rPr>
                              </m:ctrlPr>
                            </m:sSubPr>
                            <m:e>
                              <m:r>
                                <a:rPr lang="es-AR" i="1" dirty="0">
                                  <a:solidFill>
                                    <a:schemeClr val="tx1"/>
                                  </a:solidFill>
                                  <a:latin typeface="Cambria Math" panose="02040503050406030204" pitchFamily="18" charset="0"/>
                                </a:rPr>
                                <m:t>𝐶</m:t>
                              </m:r>
                            </m:e>
                            <m:sub>
                              <m:r>
                                <a:rPr lang="es-AR" i="1" dirty="0">
                                  <a:solidFill>
                                    <a:schemeClr val="tx1"/>
                                  </a:solidFill>
                                  <a:latin typeface="Cambria Math" panose="02040503050406030204" pitchFamily="18" charset="0"/>
                                </a:rPr>
                                <m:t>𝑝</m:t>
                              </m:r>
                            </m:sub>
                          </m:sSub>
                          <m:sSub>
                            <m:sSubPr>
                              <m:ctrlPr>
                                <a:rPr lang="es-AR" i="1" dirty="0">
                                  <a:latin typeface="Cambria Math" panose="02040503050406030204" pitchFamily="18" charset="0"/>
                                </a:rPr>
                              </m:ctrlPr>
                            </m:sSubPr>
                            <m:e>
                              <m:r>
                                <a:rPr lang="es-AR" i="1" dirty="0">
                                  <a:latin typeface="Cambria Math" panose="02040503050406030204" pitchFamily="18" charset="0"/>
                                </a:rPr>
                                <m:t>+</m:t>
                              </m:r>
                              <m:r>
                                <a:rPr lang="es-AR" i="1" dirty="0">
                                  <a:latin typeface="Cambria Math" panose="02040503050406030204" pitchFamily="18" charset="0"/>
                                </a:rPr>
                                <m:t>𝐶</m:t>
                              </m:r>
                            </m:e>
                            <m:sub>
                              <m:r>
                                <a:rPr lang="es-AR" i="1" dirty="0">
                                  <a:latin typeface="Cambria Math" panose="02040503050406030204" pitchFamily="18" charset="0"/>
                                </a:rPr>
                                <m:t>𝑏</m:t>
                              </m:r>
                            </m:sub>
                          </m:sSub>
                          <m:r>
                            <a:rPr lang="es-AR" b="0" i="1" dirty="0" smtClean="0">
                              <a:solidFill>
                                <a:schemeClr val="tx1"/>
                              </a:solidFill>
                              <a:latin typeface="Cambria Math" panose="02040503050406030204" pitchFamily="18" charset="0"/>
                            </a:rPr>
                            <m:t>+</m:t>
                          </m:r>
                          <m:r>
                            <a:rPr lang="es-AR" b="0" i="1" dirty="0" smtClean="0">
                              <a:solidFill>
                                <a:schemeClr val="tx1"/>
                              </a:solidFill>
                              <a:latin typeface="Cambria Math" panose="02040503050406030204" pitchFamily="18" charset="0"/>
                            </a:rPr>
                            <m:t>𝐷</m:t>
                          </m:r>
                        </m:e>
                      </m:nary>
                      <m:r>
                        <a:rPr lang="es-AR" b="0" i="1" smtClean="0">
                          <a:solidFill>
                            <a:schemeClr val="tx1"/>
                          </a:solidFill>
                          <a:latin typeface="Cambria Math" panose="02040503050406030204" pitchFamily="18" charset="0"/>
                        </a:rPr>
                        <m:t>=0</m:t>
                      </m:r>
                    </m:oMath>
                  </m:oMathPara>
                </a14:m>
                <a:endParaRPr lang="es-AR" i="1" dirty="0">
                  <a:solidFill>
                    <a:schemeClr val="tx1"/>
                  </a:solidFill>
                </a:endParaRPr>
              </a:p>
            </p:txBody>
          </p:sp>
        </mc:Choice>
        <mc:Fallback xmlns="">
          <p:sp>
            <p:nvSpPr>
              <p:cNvPr id="31" name="CuadroTexto 30">
                <a:extLst>
                  <a:ext uri="{FF2B5EF4-FFF2-40B4-BE49-F238E27FC236}">
                    <a16:creationId xmlns:a16="http://schemas.microsoft.com/office/drawing/2014/main" id="{79AE5C5B-3D65-1B8B-BEC6-779E1A48FD1E}"/>
                  </a:ext>
                </a:extLst>
              </p:cNvPr>
              <p:cNvSpPr txBox="1">
                <a:spLocks noRot="1" noChangeAspect="1" noMove="1" noResize="1" noEditPoints="1" noAdjustHandles="1" noChangeArrowheads="1" noChangeShapeType="1" noTextEdit="1"/>
              </p:cNvSpPr>
              <p:nvPr/>
            </p:nvSpPr>
            <p:spPr>
              <a:xfrm>
                <a:off x="6771661" y="5699877"/>
                <a:ext cx="2565959" cy="670761"/>
              </a:xfrm>
              <a:prstGeom prst="rect">
                <a:avLst/>
              </a:prstGeom>
              <a:blipFill>
                <a:blip r:embed="rId8"/>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255710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10" grpId="0"/>
      <p:bldP spid="13" grpId="0"/>
      <p:bldP spid="16" grpId="0"/>
      <p:bldP spid="17" grpId="0"/>
      <p:bldP spid="2" grpId="0" animBg="1"/>
      <p:bldP spid="6" grpId="0" animBg="1"/>
      <p:bldP spid="11" grpId="0" animBg="1"/>
      <p:bldP spid="27" grpId="0" animBg="1"/>
      <p:bldP spid="28" grpId="0" animBg="1"/>
      <p:bldP spid="29" grpId="0" animBg="1"/>
      <p:bldP spid="30" grpId="0"/>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EAB13-3DF6-BD3C-CE0C-BDD2AFDACF07}"/>
            </a:ext>
          </a:extLst>
        </p:cNvPr>
        <p:cNvGrpSpPr/>
        <p:nvPr/>
      </p:nvGrpSpPr>
      <p:grpSpPr>
        <a:xfrm>
          <a:off x="0" y="0"/>
          <a:ext cx="0" cy="0"/>
          <a:chOff x="0" y="0"/>
          <a:chExt cx="0" cy="0"/>
        </a:xfrm>
      </p:grpSpPr>
      <p:grpSp>
        <p:nvGrpSpPr>
          <p:cNvPr id="8" name="Grupo 7">
            <a:extLst>
              <a:ext uri="{FF2B5EF4-FFF2-40B4-BE49-F238E27FC236}">
                <a16:creationId xmlns:a16="http://schemas.microsoft.com/office/drawing/2014/main" id="{9AB4A73D-CC4A-DEFD-06B8-427F17212002}"/>
              </a:ext>
            </a:extLst>
          </p:cNvPr>
          <p:cNvGrpSpPr/>
          <p:nvPr/>
        </p:nvGrpSpPr>
        <p:grpSpPr>
          <a:xfrm>
            <a:off x="301478" y="101545"/>
            <a:ext cx="2539434" cy="461665"/>
            <a:chOff x="301478" y="101545"/>
            <a:chExt cx="2539434" cy="461665"/>
          </a:xfrm>
        </p:grpSpPr>
        <p:sp>
          <p:nvSpPr>
            <p:cNvPr id="9" name="CuadroTexto 8">
              <a:extLst>
                <a:ext uri="{FF2B5EF4-FFF2-40B4-BE49-F238E27FC236}">
                  <a16:creationId xmlns:a16="http://schemas.microsoft.com/office/drawing/2014/main" id="{CE6F12C4-4496-4DE6-E2B8-818459F737BA}"/>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12" name="Conector recto 11">
              <a:extLst>
                <a:ext uri="{FF2B5EF4-FFF2-40B4-BE49-F238E27FC236}">
                  <a16:creationId xmlns:a16="http://schemas.microsoft.com/office/drawing/2014/main" id="{AC62424D-D9F1-698F-BA8B-273FED4E93BF}"/>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4" name="Conector recto 13">
            <a:extLst>
              <a:ext uri="{FF2B5EF4-FFF2-40B4-BE49-F238E27FC236}">
                <a16:creationId xmlns:a16="http://schemas.microsoft.com/office/drawing/2014/main" id="{5691EA86-71E1-AAC7-115A-64FD581648BE}"/>
              </a:ext>
            </a:extLst>
          </p:cNvPr>
          <p:cNvCxnSpPr>
            <a:cxnSpLocks/>
          </p:cNvCxnSpPr>
          <p:nvPr/>
        </p:nvCxnSpPr>
        <p:spPr>
          <a:xfrm>
            <a:off x="1895144" y="1795299"/>
            <a:ext cx="0" cy="2556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410ABCF6-86E3-4DC2-645F-3FD01B399ECF}"/>
              </a:ext>
            </a:extLst>
          </p:cNvPr>
          <p:cNvCxnSpPr>
            <a:cxnSpLocks/>
          </p:cNvCxnSpPr>
          <p:nvPr/>
        </p:nvCxnSpPr>
        <p:spPr>
          <a:xfrm>
            <a:off x="192074" y="1795299"/>
            <a:ext cx="360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7872C9B0-F718-2308-E6B0-240B97AF0520}"/>
              </a:ext>
            </a:extLst>
          </p:cNvPr>
          <p:cNvCxnSpPr>
            <a:cxnSpLocks/>
          </p:cNvCxnSpPr>
          <p:nvPr/>
        </p:nvCxnSpPr>
        <p:spPr>
          <a:xfrm>
            <a:off x="5956604" y="1795299"/>
            <a:ext cx="0" cy="255600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C452FA66-065D-80F0-27E4-F0207F767D1E}"/>
              </a:ext>
            </a:extLst>
          </p:cNvPr>
          <p:cNvCxnSpPr>
            <a:cxnSpLocks/>
          </p:cNvCxnSpPr>
          <p:nvPr/>
        </p:nvCxnSpPr>
        <p:spPr>
          <a:xfrm>
            <a:off x="4253534" y="1795299"/>
            <a:ext cx="3600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a16="http://schemas.microsoft.com/office/drawing/2014/main" id="{601CAACE-A5AC-0088-DEF8-737284D230C4}"/>
              </a:ext>
            </a:extLst>
          </p:cNvPr>
          <p:cNvCxnSpPr>
            <a:cxnSpLocks/>
          </p:cNvCxnSpPr>
          <p:nvPr/>
        </p:nvCxnSpPr>
        <p:spPr>
          <a:xfrm>
            <a:off x="10059974" y="1795299"/>
            <a:ext cx="0" cy="255600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3" name="Conector recto 22">
            <a:extLst>
              <a:ext uri="{FF2B5EF4-FFF2-40B4-BE49-F238E27FC236}">
                <a16:creationId xmlns:a16="http://schemas.microsoft.com/office/drawing/2014/main" id="{2A857334-2C99-1F6F-D4DE-0E8A1B54053C}"/>
              </a:ext>
            </a:extLst>
          </p:cNvPr>
          <p:cNvCxnSpPr>
            <a:cxnSpLocks/>
          </p:cNvCxnSpPr>
          <p:nvPr/>
        </p:nvCxnSpPr>
        <p:spPr>
          <a:xfrm>
            <a:off x="8356904" y="1795299"/>
            <a:ext cx="3600000" cy="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24" name="CuadroTexto 23">
            <a:extLst>
              <a:ext uri="{FF2B5EF4-FFF2-40B4-BE49-F238E27FC236}">
                <a16:creationId xmlns:a16="http://schemas.microsoft.com/office/drawing/2014/main" id="{FEC0F53C-A831-5F86-14C2-A51B5C0DD092}"/>
              </a:ext>
            </a:extLst>
          </p:cNvPr>
          <p:cNvSpPr txBox="1"/>
          <p:nvPr/>
        </p:nvSpPr>
        <p:spPr>
          <a:xfrm>
            <a:off x="828588" y="1287211"/>
            <a:ext cx="2133112" cy="461665"/>
          </a:xfrm>
          <a:prstGeom prst="rect">
            <a:avLst/>
          </a:prstGeom>
          <a:noFill/>
        </p:spPr>
        <p:txBody>
          <a:bodyPr wrap="square" rtlCol="0">
            <a:spAutoFit/>
          </a:bodyPr>
          <a:lstStyle/>
          <a:p>
            <a:pPr algn="ctr"/>
            <a:r>
              <a:rPr lang="es-AR" sz="2400" dirty="0"/>
              <a:t>Banco central</a:t>
            </a:r>
          </a:p>
        </p:txBody>
      </p:sp>
      <p:sp>
        <p:nvSpPr>
          <p:cNvPr id="25" name="CuadroTexto 24">
            <a:extLst>
              <a:ext uri="{FF2B5EF4-FFF2-40B4-BE49-F238E27FC236}">
                <a16:creationId xmlns:a16="http://schemas.microsoft.com/office/drawing/2014/main" id="{678E8671-E12D-7DCA-B817-1C10EFF92D26}"/>
              </a:ext>
            </a:extLst>
          </p:cNvPr>
          <p:cNvSpPr txBox="1"/>
          <p:nvPr/>
        </p:nvSpPr>
        <p:spPr>
          <a:xfrm>
            <a:off x="4890048" y="1287211"/>
            <a:ext cx="2133112" cy="461665"/>
          </a:xfrm>
          <a:prstGeom prst="rect">
            <a:avLst/>
          </a:prstGeom>
          <a:noFill/>
        </p:spPr>
        <p:txBody>
          <a:bodyPr wrap="square" rtlCol="0">
            <a:spAutoFit/>
          </a:bodyPr>
          <a:lstStyle/>
          <a:p>
            <a:pPr algn="ctr"/>
            <a:r>
              <a:rPr lang="es-AR" sz="2400" dirty="0"/>
              <a:t>Bancos</a:t>
            </a:r>
          </a:p>
        </p:txBody>
      </p:sp>
      <p:sp>
        <p:nvSpPr>
          <p:cNvPr id="26" name="CuadroTexto 25">
            <a:extLst>
              <a:ext uri="{FF2B5EF4-FFF2-40B4-BE49-F238E27FC236}">
                <a16:creationId xmlns:a16="http://schemas.microsoft.com/office/drawing/2014/main" id="{546FA788-04DB-03C7-F09A-3FF28700857B}"/>
              </a:ext>
            </a:extLst>
          </p:cNvPr>
          <p:cNvSpPr txBox="1"/>
          <p:nvPr/>
        </p:nvSpPr>
        <p:spPr>
          <a:xfrm>
            <a:off x="8993418" y="1287211"/>
            <a:ext cx="2133112" cy="461665"/>
          </a:xfrm>
          <a:prstGeom prst="rect">
            <a:avLst/>
          </a:prstGeom>
          <a:noFill/>
        </p:spPr>
        <p:txBody>
          <a:bodyPr wrap="square" rtlCol="0">
            <a:spAutoFit/>
          </a:bodyPr>
          <a:lstStyle/>
          <a:p>
            <a:pPr algn="ctr"/>
            <a:r>
              <a:rPr lang="es-AR" sz="2400" dirty="0"/>
              <a:t>Depositantes</a:t>
            </a:r>
          </a:p>
        </p:txBody>
      </p:sp>
      <p:sp>
        <p:nvSpPr>
          <p:cNvPr id="3" name="CuadroTexto 2">
            <a:extLst>
              <a:ext uri="{FF2B5EF4-FFF2-40B4-BE49-F238E27FC236}">
                <a16:creationId xmlns:a16="http://schemas.microsoft.com/office/drawing/2014/main" id="{DB7B57D9-76F3-20B2-E331-EE46970FFEDB}"/>
              </a:ext>
            </a:extLst>
          </p:cNvPr>
          <p:cNvSpPr txBox="1"/>
          <p:nvPr/>
        </p:nvSpPr>
        <p:spPr>
          <a:xfrm>
            <a:off x="192074" y="1934056"/>
            <a:ext cx="1124988" cy="369332"/>
          </a:xfrm>
          <a:prstGeom prst="rect">
            <a:avLst/>
          </a:prstGeom>
          <a:noFill/>
        </p:spPr>
        <p:txBody>
          <a:bodyPr wrap="none" rtlCol="0">
            <a:spAutoFit/>
          </a:bodyPr>
          <a:lstStyle/>
          <a:p>
            <a:r>
              <a:rPr lang="es-AR" dirty="0"/>
              <a:t>AT, + 100</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C4C74BFA-3BC1-88DD-951B-DF95A2B92908}"/>
                  </a:ext>
                </a:extLst>
              </p:cNvPr>
              <p:cNvSpPr txBox="1"/>
              <p:nvPr/>
            </p:nvSpPr>
            <p:spPr>
              <a:xfrm>
                <a:off x="2035207" y="1932229"/>
                <a:ext cx="1109535" cy="394019"/>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𝑝</m:t>
                        </m:r>
                      </m:sub>
                    </m:sSub>
                  </m:oMath>
                </a14:m>
                <a:r>
                  <a:rPr lang="es-AR" dirty="0"/>
                  <a:t>, + 100</a:t>
                </a:r>
              </a:p>
            </p:txBody>
          </p:sp>
        </mc:Choice>
        <mc:Fallback xmlns="">
          <p:sp>
            <p:nvSpPr>
              <p:cNvPr id="4" name="CuadroTexto 3">
                <a:extLst>
                  <a:ext uri="{FF2B5EF4-FFF2-40B4-BE49-F238E27FC236}">
                    <a16:creationId xmlns:a16="http://schemas.microsoft.com/office/drawing/2014/main" id="{C4C74BFA-3BC1-88DD-951B-DF95A2B92908}"/>
                  </a:ext>
                </a:extLst>
              </p:cNvPr>
              <p:cNvSpPr txBox="1">
                <a:spLocks noRot="1" noChangeAspect="1" noMove="1" noResize="1" noEditPoints="1" noAdjustHandles="1" noChangeArrowheads="1" noChangeShapeType="1" noTextEdit="1"/>
              </p:cNvSpPr>
              <p:nvPr/>
            </p:nvSpPr>
            <p:spPr>
              <a:xfrm>
                <a:off x="2035207" y="1932229"/>
                <a:ext cx="1109535" cy="394019"/>
              </a:xfrm>
              <a:prstGeom prst="rect">
                <a:avLst/>
              </a:prstGeom>
              <a:blipFill>
                <a:blip r:embed="rId3"/>
                <a:stretch>
                  <a:fillRect t="-6154" r="-3846" b="-20000"/>
                </a:stretch>
              </a:blipFill>
            </p:spPr>
            <p:txBody>
              <a:bodyPr/>
              <a:lstStyle/>
              <a:p>
                <a:r>
                  <a:rPr lang="es-AR">
                    <a:noFill/>
                  </a:rPr>
                  <a:t> </a:t>
                </a:r>
              </a:p>
            </p:txBody>
          </p:sp>
        </mc:Fallback>
      </mc:AlternateContent>
      <p:sp>
        <p:nvSpPr>
          <p:cNvPr id="13" name="CuadroTexto 12">
            <a:extLst>
              <a:ext uri="{FF2B5EF4-FFF2-40B4-BE49-F238E27FC236}">
                <a16:creationId xmlns:a16="http://schemas.microsoft.com/office/drawing/2014/main" id="{82B263BF-A21B-8339-7FFD-E938194F6E80}"/>
              </a:ext>
            </a:extLst>
          </p:cNvPr>
          <p:cNvSpPr txBox="1"/>
          <p:nvPr/>
        </p:nvSpPr>
        <p:spPr>
          <a:xfrm>
            <a:off x="2035207" y="2327563"/>
            <a:ext cx="1301959" cy="369332"/>
          </a:xfrm>
          <a:prstGeom prst="rect">
            <a:avLst/>
          </a:prstGeom>
          <a:noFill/>
        </p:spPr>
        <p:txBody>
          <a:bodyPr wrap="none" rtlCol="0">
            <a:spAutoFit/>
          </a:bodyPr>
          <a:lstStyle/>
          <a:p>
            <a:r>
              <a:rPr lang="es-AR" dirty="0"/>
              <a:t>LBC, + 100</a:t>
            </a:r>
          </a:p>
        </p:txBody>
      </p:sp>
      <p:sp>
        <p:nvSpPr>
          <p:cNvPr id="2" name="CuadroTexto 1">
            <a:extLst>
              <a:ext uri="{FF2B5EF4-FFF2-40B4-BE49-F238E27FC236}">
                <a16:creationId xmlns:a16="http://schemas.microsoft.com/office/drawing/2014/main" id="{DE26DDB9-CED2-A84A-2AAE-F278CD5960A6}"/>
              </a:ext>
            </a:extLst>
          </p:cNvPr>
          <p:cNvSpPr txBox="1"/>
          <p:nvPr/>
        </p:nvSpPr>
        <p:spPr>
          <a:xfrm>
            <a:off x="10296856" y="1934056"/>
            <a:ext cx="1124988" cy="369332"/>
          </a:xfrm>
          <a:prstGeom prst="rect">
            <a:avLst/>
          </a:prstGeom>
          <a:noFill/>
        </p:spPr>
        <p:txBody>
          <a:bodyPr wrap="none" rtlCol="0">
            <a:spAutoFit/>
          </a:bodyPr>
          <a:lstStyle/>
          <a:p>
            <a:r>
              <a:rPr lang="es-AR" dirty="0"/>
              <a:t>AT, + 100</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777CA220-D719-61BE-221E-F484B2D06776}"/>
                  </a:ext>
                </a:extLst>
              </p:cNvPr>
              <p:cNvSpPr txBox="1"/>
              <p:nvPr/>
            </p:nvSpPr>
            <p:spPr>
              <a:xfrm>
                <a:off x="8514113" y="1932229"/>
                <a:ext cx="1109535" cy="394019"/>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𝑝</m:t>
                        </m:r>
                      </m:sub>
                    </m:sSub>
                  </m:oMath>
                </a14:m>
                <a:r>
                  <a:rPr lang="es-AR" dirty="0"/>
                  <a:t>, + 100</a:t>
                </a:r>
              </a:p>
            </p:txBody>
          </p:sp>
        </mc:Choice>
        <mc:Fallback xmlns="">
          <p:sp>
            <p:nvSpPr>
              <p:cNvPr id="6" name="CuadroTexto 5">
                <a:extLst>
                  <a:ext uri="{FF2B5EF4-FFF2-40B4-BE49-F238E27FC236}">
                    <a16:creationId xmlns:a16="http://schemas.microsoft.com/office/drawing/2014/main" id="{777CA220-D719-61BE-221E-F484B2D06776}"/>
                  </a:ext>
                </a:extLst>
              </p:cNvPr>
              <p:cNvSpPr txBox="1">
                <a:spLocks noRot="1" noChangeAspect="1" noMove="1" noResize="1" noEditPoints="1" noAdjustHandles="1" noChangeArrowheads="1" noChangeShapeType="1" noTextEdit="1"/>
              </p:cNvSpPr>
              <p:nvPr/>
            </p:nvSpPr>
            <p:spPr>
              <a:xfrm>
                <a:off x="8514113" y="1932229"/>
                <a:ext cx="1109535" cy="394019"/>
              </a:xfrm>
              <a:prstGeom prst="rect">
                <a:avLst/>
              </a:prstGeom>
              <a:blipFill>
                <a:blip r:embed="rId4"/>
                <a:stretch>
                  <a:fillRect t="-6154" r="-3846" b="-20000"/>
                </a:stretch>
              </a:blipFill>
            </p:spPr>
            <p:txBody>
              <a:bodyPr/>
              <a:lstStyle/>
              <a:p>
                <a:r>
                  <a:rPr lang="es-AR">
                    <a:noFill/>
                  </a:rPr>
                  <a:t> </a:t>
                </a:r>
              </a:p>
            </p:txBody>
          </p:sp>
        </mc:Fallback>
      </mc:AlternateContent>
      <p:sp>
        <p:nvSpPr>
          <p:cNvPr id="11" name="CuadroTexto 10">
            <a:extLst>
              <a:ext uri="{FF2B5EF4-FFF2-40B4-BE49-F238E27FC236}">
                <a16:creationId xmlns:a16="http://schemas.microsoft.com/office/drawing/2014/main" id="{FFC8E9BA-8000-0C2C-827F-3DAEC547EEB0}"/>
              </a:ext>
            </a:extLst>
          </p:cNvPr>
          <p:cNvSpPr txBox="1"/>
          <p:nvPr/>
        </p:nvSpPr>
        <p:spPr>
          <a:xfrm>
            <a:off x="4324776" y="1934056"/>
            <a:ext cx="1301959" cy="369332"/>
          </a:xfrm>
          <a:prstGeom prst="rect">
            <a:avLst/>
          </a:prstGeom>
          <a:noFill/>
        </p:spPr>
        <p:txBody>
          <a:bodyPr wrap="none" rtlCol="0">
            <a:spAutoFit/>
          </a:bodyPr>
          <a:lstStyle/>
          <a:p>
            <a:r>
              <a:rPr lang="es-AR" dirty="0"/>
              <a:t>LBC, + 100</a:t>
            </a:r>
          </a:p>
        </p:txBody>
      </p:sp>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E52C72AF-0619-A42F-A0A3-991726EB144D}"/>
                  </a:ext>
                </a:extLst>
              </p:cNvPr>
              <p:cNvSpPr txBox="1"/>
              <p:nvPr/>
            </p:nvSpPr>
            <p:spPr>
              <a:xfrm>
                <a:off x="2035207" y="2696895"/>
                <a:ext cx="1058816" cy="369332"/>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𝑏</m:t>
                        </m:r>
                      </m:sub>
                    </m:sSub>
                  </m:oMath>
                </a14:m>
                <a:r>
                  <a:rPr lang="es-AR" dirty="0"/>
                  <a:t>, - 100</a:t>
                </a:r>
              </a:p>
            </p:txBody>
          </p:sp>
        </mc:Choice>
        <mc:Fallback xmlns="">
          <p:sp>
            <p:nvSpPr>
              <p:cNvPr id="27" name="CuadroTexto 26">
                <a:extLst>
                  <a:ext uri="{FF2B5EF4-FFF2-40B4-BE49-F238E27FC236}">
                    <a16:creationId xmlns:a16="http://schemas.microsoft.com/office/drawing/2014/main" id="{E52C72AF-0619-A42F-A0A3-991726EB144D}"/>
                  </a:ext>
                </a:extLst>
              </p:cNvPr>
              <p:cNvSpPr txBox="1">
                <a:spLocks noRot="1" noChangeAspect="1" noMove="1" noResize="1" noEditPoints="1" noAdjustHandles="1" noChangeArrowheads="1" noChangeShapeType="1" noTextEdit="1"/>
              </p:cNvSpPr>
              <p:nvPr/>
            </p:nvSpPr>
            <p:spPr>
              <a:xfrm>
                <a:off x="2035207" y="2696895"/>
                <a:ext cx="1058816" cy="369332"/>
              </a:xfrm>
              <a:prstGeom prst="rect">
                <a:avLst/>
              </a:prstGeom>
              <a:blipFill>
                <a:blip r:embed="rId5"/>
                <a:stretch>
                  <a:fillRect t="-6557" r="-4023"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3043E49-E5EE-3141-BDC3-86F3116BC872}"/>
                  </a:ext>
                </a:extLst>
              </p:cNvPr>
              <p:cNvSpPr txBox="1"/>
              <p:nvPr/>
            </p:nvSpPr>
            <p:spPr>
              <a:xfrm>
                <a:off x="4323976" y="2718306"/>
                <a:ext cx="1103700" cy="369332"/>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𝑏</m:t>
                        </m:r>
                      </m:sub>
                    </m:sSub>
                  </m:oMath>
                </a14:m>
                <a:r>
                  <a:rPr lang="es-AR" dirty="0"/>
                  <a:t>, + 110</a:t>
                </a:r>
              </a:p>
            </p:txBody>
          </p:sp>
        </mc:Choice>
        <mc:Fallback xmlns="">
          <p:sp>
            <p:nvSpPr>
              <p:cNvPr id="28" name="CuadroTexto 27">
                <a:extLst>
                  <a:ext uri="{FF2B5EF4-FFF2-40B4-BE49-F238E27FC236}">
                    <a16:creationId xmlns:a16="http://schemas.microsoft.com/office/drawing/2014/main" id="{33043E49-E5EE-3141-BDC3-86F3116BC872}"/>
                  </a:ext>
                </a:extLst>
              </p:cNvPr>
              <p:cNvSpPr txBox="1">
                <a:spLocks noRot="1" noChangeAspect="1" noMove="1" noResize="1" noEditPoints="1" noAdjustHandles="1" noChangeArrowheads="1" noChangeShapeType="1" noTextEdit="1"/>
              </p:cNvSpPr>
              <p:nvPr/>
            </p:nvSpPr>
            <p:spPr>
              <a:xfrm>
                <a:off x="4323976" y="2718306"/>
                <a:ext cx="1103700" cy="369332"/>
              </a:xfrm>
              <a:prstGeom prst="rect">
                <a:avLst/>
              </a:prstGeom>
              <a:blipFill>
                <a:blip r:embed="rId6"/>
                <a:stretch>
                  <a:fillRect t="-8197" r="-4972" b="-26230"/>
                </a:stretch>
              </a:blipFill>
            </p:spPr>
            <p:txBody>
              <a:bodyPr/>
              <a:lstStyle/>
              <a:p>
                <a:r>
                  <a:rPr lang="es-AR">
                    <a:noFill/>
                  </a:rPr>
                  <a:t> </a:t>
                </a:r>
              </a:p>
            </p:txBody>
          </p:sp>
        </mc:Fallback>
      </mc:AlternateContent>
      <p:sp>
        <p:nvSpPr>
          <p:cNvPr id="29" name="CuadroTexto 28">
            <a:extLst>
              <a:ext uri="{FF2B5EF4-FFF2-40B4-BE49-F238E27FC236}">
                <a16:creationId xmlns:a16="http://schemas.microsoft.com/office/drawing/2014/main" id="{A6EB4B61-2A96-38D8-4011-A00AD80B5A2F}"/>
              </a:ext>
            </a:extLst>
          </p:cNvPr>
          <p:cNvSpPr txBox="1"/>
          <p:nvPr/>
        </p:nvSpPr>
        <p:spPr>
          <a:xfrm>
            <a:off x="2035207" y="3073299"/>
            <a:ext cx="1301959" cy="369332"/>
          </a:xfrm>
          <a:prstGeom prst="rect">
            <a:avLst/>
          </a:prstGeom>
          <a:noFill/>
        </p:spPr>
        <p:txBody>
          <a:bodyPr wrap="none" rtlCol="0">
            <a:spAutoFit/>
          </a:bodyPr>
          <a:lstStyle/>
          <a:p>
            <a:r>
              <a:rPr lang="es-AR" dirty="0"/>
              <a:t>LBC, - 100</a:t>
            </a:r>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BBAC922B-769F-D980-63D8-78241EFC14EF}"/>
                  </a:ext>
                </a:extLst>
              </p:cNvPr>
              <p:cNvSpPr txBox="1"/>
              <p:nvPr/>
            </p:nvSpPr>
            <p:spPr>
              <a:xfrm>
                <a:off x="2041042" y="3442631"/>
                <a:ext cx="1103700" cy="369332"/>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𝑏</m:t>
                        </m:r>
                      </m:sub>
                    </m:sSub>
                  </m:oMath>
                </a14:m>
                <a:r>
                  <a:rPr lang="es-AR" dirty="0"/>
                  <a:t>, + 110</a:t>
                </a:r>
              </a:p>
            </p:txBody>
          </p:sp>
        </mc:Choice>
        <mc:Fallback xmlns="">
          <p:sp>
            <p:nvSpPr>
              <p:cNvPr id="30" name="CuadroTexto 29">
                <a:extLst>
                  <a:ext uri="{FF2B5EF4-FFF2-40B4-BE49-F238E27FC236}">
                    <a16:creationId xmlns:a16="http://schemas.microsoft.com/office/drawing/2014/main" id="{BBAC922B-769F-D980-63D8-78241EFC14EF}"/>
                  </a:ext>
                </a:extLst>
              </p:cNvPr>
              <p:cNvSpPr txBox="1">
                <a:spLocks noRot="1" noChangeAspect="1" noMove="1" noResize="1" noEditPoints="1" noAdjustHandles="1" noChangeArrowheads="1" noChangeShapeType="1" noTextEdit="1"/>
              </p:cNvSpPr>
              <p:nvPr/>
            </p:nvSpPr>
            <p:spPr>
              <a:xfrm>
                <a:off x="2041042" y="3442631"/>
                <a:ext cx="1103700" cy="369332"/>
              </a:xfrm>
              <a:prstGeom prst="rect">
                <a:avLst/>
              </a:prstGeom>
              <a:blipFill>
                <a:blip r:embed="rId7"/>
                <a:stretch>
                  <a:fillRect t="-8333" r="-4420" b="-28333"/>
                </a:stretch>
              </a:blipFill>
            </p:spPr>
            <p:txBody>
              <a:bodyPr/>
              <a:lstStyle/>
              <a:p>
                <a:r>
                  <a:rPr lang="es-AR">
                    <a:noFill/>
                  </a:rPr>
                  <a:t> </a:t>
                </a:r>
              </a:p>
            </p:txBody>
          </p:sp>
        </mc:Fallback>
      </mc:AlternateContent>
      <p:sp>
        <p:nvSpPr>
          <p:cNvPr id="31" name="CuadroTexto 30">
            <a:extLst>
              <a:ext uri="{FF2B5EF4-FFF2-40B4-BE49-F238E27FC236}">
                <a16:creationId xmlns:a16="http://schemas.microsoft.com/office/drawing/2014/main" id="{D545B6E6-5370-3F7F-9E07-E46151267EC2}"/>
              </a:ext>
            </a:extLst>
          </p:cNvPr>
          <p:cNvSpPr txBox="1"/>
          <p:nvPr/>
        </p:nvSpPr>
        <p:spPr>
          <a:xfrm>
            <a:off x="4324776" y="3168366"/>
            <a:ext cx="1301959" cy="369332"/>
          </a:xfrm>
          <a:prstGeom prst="rect">
            <a:avLst/>
          </a:prstGeom>
          <a:noFill/>
        </p:spPr>
        <p:txBody>
          <a:bodyPr wrap="none" rtlCol="0">
            <a:spAutoFit/>
          </a:bodyPr>
          <a:lstStyle/>
          <a:p>
            <a:r>
              <a:rPr lang="es-AR" dirty="0"/>
              <a:t>LBC, - 100</a:t>
            </a:r>
          </a:p>
        </p:txBody>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3147578D-E9A4-9606-507B-22326732BCE0}"/>
                  </a:ext>
                </a:extLst>
              </p:cNvPr>
              <p:cNvSpPr txBox="1"/>
              <p:nvPr/>
            </p:nvSpPr>
            <p:spPr>
              <a:xfrm>
                <a:off x="4323976" y="2327563"/>
                <a:ext cx="1058816" cy="369332"/>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𝑏</m:t>
                        </m:r>
                      </m:sub>
                    </m:sSub>
                  </m:oMath>
                </a14:m>
                <a:r>
                  <a:rPr lang="es-AR" dirty="0"/>
                  <a:t>, - 100</a:t>
                </a:r>
              </a:p>
            </p:txBody>
          </p:sp>
        </mc:Choice>
        <mc:Fallback xmlns="">
          <p:sp>
            <p:nvSpPr>
              <p:cNvPr id="32" name="CuadroTexto 31">
                <a:extLst>
                  <a:ext uri="{FF2B5EF4-FFF2-40B4-BE49-F238E27FC236}">
                    <a16:creationId xmlns:a16="http://schemas.microsoft.com/office/drawing/2014/main" id="{3147578D-E9A4-9606-507B-22326732BCE0}"/>
                  </a:ext>
                </a:extLst>
              </p:cNvPr>
              <p:cNvSpPr txBox="1">
                <a:spLocks noRot="1" noChangeAspect="1" noMove="1" noResize="1" noEditPoints="1" noAdjustHandles="1" noChangeArrowheads="1" noChangeShapeType="1" noTextEdit="1"/>
              </p:cNvSpPr>
              <p:nvPr/>
            </p:nvSpPr>
            <p:spPr>
              <a:xfrm>
                <a:off x="4323976" y="2327563"/>
                <a:ext cx="1058816" cy="369332"/>
              </a:xfrm>
              <a:prstGeom prst="rect">
                <a:avLst/>
              </a:prstGeom>
              <a:blipFill>
                <a:blip r:embed="rId8"/>
                <a:stretch>
                  <a:fillRect t="-8333" r="-4598" b="-28333"/>
                </a:stretch>
              </a:blipFill>
            </p:spPr>
            <p:txBody>
              <a:bodyPr/>
              <a:lstStyle/>
              <a:p>
                <a:r>
                  <a:rPr lang="es-AR">
                    <a:noFill/>
                  </a:rPr>
                  <a:t> </a:t>
                </a:r>
              </a:p>
            </p:txBody>
          </p:sp>
        </mc:Fallback>
      </mc:AlternateContent>
      <p:sp>
        <p:nvSpPr>
          <p:cNvPr id="5" name="Elipse 4">
            <a:extLst>
              <a:ext uri="{FF2B5EF4-FFF2-40B4-BE49-F238E27FC236}">
                <a16:creationId xmlns:a16="http://schemas.microsoft.com/office/drawing/2014/main" id="{BCD24C24-3C57-4302-2867-24790AB1CCAC}"/>
              </a:ext>
            </a:extLst>
          </p:cNvPr>
          <p:cNvSpPr/>
          <p:nvPr/>
        </p:nvSpPr>
        <p:spPr>
          <a:xfrm>
            <a:off x="1393113" y="1985238"/>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7" name="Elipse 6">
            <a:extLst>
              <a:ext uri="{FF2B5EF4-FFF2-40B4-BE49-F238E27FC236}">
                <a16:creationId xmlns:a16="http://schemas.microsoft.com/office/drawing/2014/main" id="{0695B5A0-3966-5E3F-9DDD-E01074B3F9E0}"/>
              </a:ext>
            </a:extLst>
          </p:cNvPr>
          <p:cNvSpPr/>
          <p:nvPr/>
        </p:nvSpPr>
        <p:spPr>
          <a:xfrm>
            <a:off x="3337166" y="2368229"/>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10" name="Elipse 9">
            <a:extLst>
              <a:ext uri="{FF2B5EF4-FFF2-40B4-BE49-F238E27FC236}">
                <a16:creationId xmlns:a16="http://schemas.microsoft.com/office/drawing/2014/main" id="{E5BA95D8-F96A-07AC-1F3E-3BAFFF7F18F8}"/>
              </a:ext>
            </a:extLst>
          </p:cNvPr>
          <p:cNvSpPr/>
          <p:nvPr/>
        </p:nvSpPr>
        <p:spPr>
          <a:xfrm>
            <a:off x="11520335" y="1985238"/>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16" name="Elipse 15">
            <a:extLst>
              <a:ext uri="{FF2B5EF4-FFF2-40B4-BE49-F238E27FC236}">
                <a16:creationId xmlns:a16="http://schemas.microsoft.com/office/drawing/2014/main" id="{972D7F1B-5262-1902-3463-CECD1167978B}"/>
              </a:ext>
            </a:extLst>
          </p:cNvPr>
          <p:cNvSpPr/>
          <p:nvPr/>
        </p:nvSpPr>
        <p:spPr>
          <a:xfrm>
            <a:off x="5575616" y="2368229"/>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34" name="Elipse 33">
            <a:extLst>
              <a:ext uri="{FF2B5EF4-FFF2-40B4-BE49-F238E27FC236}">
                <a16:creationId xmlns:a16="http://schemas.microsoft.com/office/drawing/2014/main" id="{7E9E91F7-7898-22AD-5996-5B5FDF17D55A}"/>
              </a:ext>
            </a:extLst>
          </p:cNvPr>
          <p:cNvSpPr/>
          <p:nvPr/>
        </p:nvSpPr>
        <p:spPr>
          <a:xfrm>
            <a:off x="3337166" y="3483297"/>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35" name="Elipse 34">
            <a:extLst>
              <a:ext uri="{FF2B5EF4-FFF2-40B4-BE49-F238E27FC236}">
                <a16:creationId xmlns:a16="http://schemas.microsoft.com/office/drawing/2014/main" id="{20407A98-D43D-A575-73F8-35EB60B1E09B}"/>
              </a:ext>
            </a:extLst>
          </p:cNvPr>
          <p:cNvSpPr/>
          <p:nvPr/>
        </p:nvSpPr>
        <p:spPr>
          <a:xfrm>
            <a:off x="3337166" y="3113965"/>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36" name="Elipse 35">
            <a:extLst>
              <a:ext uri="{FF2B5EF4-FFF2-40B4-BE49-F238E27FC236}">
                <a16:creationId xmlns:a16="http://schemas.microsoft.com/office/drawing/2014/main" id="{5AF351AC-2F9C-1B95-02DE-6176931FE79B}"/>
              </a:ext>
            </a:extLst>
          </p:cNvPr>
          <p:cNvSpPr/>
          <p:nvPr/>
        </p:nvSpPr>
        <p:spPr>
          <a:xfrm>
            <a:off x="5575723" y="320903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37" name="Elipse 36">
            <a:extLst>
              <a:ext uri="{FF2B5EF4-FFF2-40B4-BE49-F238E27FC236}">
                <a16:creationId xmlns:a16="http://schemas.microsoft.com/office/drawing/2014/main" id="{5B6443AA-910A-EA6A-6B6C-B21F39BE1ED3}"/>
              </a:ext>
            </a:extLst>
          </p:cNvPr>
          <p:cNvSpPr/>
          <p:nvPr/>
        </p:nvSpPr>
        <p:spPr>
          <a:xfrm>
            <a:off x="5575723" y="2737561"/>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38" name="Elipse 37">
            <a:extLst>
              <a:ext uri="{FF2B5EF4-FFF2-40B4-BE49-F238E27FC236}">
                <a16:creationId xmlns:a16="http://schemas.microsoft.com/office/drawing/2014/main" id="{C1F803B6-BB2A-4F7D-E244-FBA64192AD08}"/>
              </a:ext>
            </a:extLst>
          </p:cNvPr>
          <p:cNvSpPr/>
          <p:nvPr/>
        </p:nvSpPr>
        <p:spPr>
          <a:xfrm>
            <a:off x="3337166" y="2737561"/>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39" name="Elipse 38">
            <a:extLst>
              <a:ext uri="{FF2B5EF4-FFF2-40B4-BE49-F238E27FC236}">
                <a16:creationId xmlns:a16="http://schemas.microsoft.com/office/drawing/2014/main" id="{915A3725-DD8E-6985-A29F-F2E3AEF00A7B}"/>
              </a:ext>
            </a:extLst>
          </p:cNvPr>
          <p:cNvSpPr/>
          <p:nvPr/>
        </p:nvSpPr>
        <p:spPr>
          <a:xfrm>
            <a:off x="5571141" y="1978430"/>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Tree>
    <p:extLst>
      <p:ext uri="{BB962C8B-B14F-4D97-AF65-F5344CB8AC3E}">
        <p14:creationId xmlns:p14="http://schemas.microsoft.com/office/powerpoint/2010/main" val="3799565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3" grpId="0"/>
      <p:bldP spid="2" grpId="0"/>
      <p:bldP spid="6" grpId="0"/>
      <p:bldP spid="11" grpId="0"/>
      <p:bldP spid="27" grpId="0"/>
      <p:bldP spid="28" grpId="0"/>
      <p:bldP spid="29" grpId="0"/>
      <p:bldP spid="30" grpId="0"/>
      <p:bldP spid="31" grpId="0"/>
      <p:bldP spid="32" grpId="0"/>
      <p:bldP spid="5" grpId="0" animBg="1"/>
      <p:bldP spid="7" grpId="0" animBg="1"/>
      <p:bldP spid="10" grpId="0" animBg="1"/>
      <p:bldP spid="16" grpId="0" animBg="1"/>
      <p:bldP spid="34" grpId="0" animBg="1"/>
      <p:bldP spid="35" grpId="0" animBg="1"/>
      <p:bldP spid="36" grpId="0" animBg="1"/>
      <p:bldP spid="37" grpId="0" animBg="1"/>
      <p:bldP spid="38" grpId="0" animBg="1"/>
      <p:bldP spid="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F1961-8402-0EBB-C828-73CA6600524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69569DAE-2CD3-F74D-46BD-ECC55CE603A5}"/>
                  </a:ext>
                </a:extLst>
              </p:cNvPr>
              <p:cNvSpPr txBox="1"/>
              <p:nvPr/>
            </p:nvSpPr>
            <p:spPr>
              <a:xfrm>
                <a:off x="4947718" y="1658730"/>
                <a:ext cx="161310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b="0" i="1" dirty="0" smtClean="0">
                          <a:latin typeface="Cambria Math" panose="02040503050406030204" pitchFamily="18" charset="0"/>
                        </a:rPr>
                        <m:t>𝐻</m:t>
                      </m:r>
                      <m:r>
                        <a:rPr lang="es-AR" sz="2400" i="1" dirty="0" smtClean="0">
                          <a:latin typeface="Cambria Math" panose="02040503050406030204" pitchFamily="18" charset="0"/>
                        </a:rPr>
                        <m:t>=</m:t>
                      </m:r>
                      <m:r>
                        <a:rPr lang="es-AR" sz="2400" i="1" dirty="0" smtClean="0">
                          <a:latin typeface="Cambria Math" panose="02040503050406030204" pitchFamily="18" charset="0"/>
                        </a:rPr>
                        <m:t>𝐶</m:t>
                      </m:r>
                      <m:r>
                        <a:rPr lang="es-AR" sz="2400" i="1" dirty="0" smtClean="0">
                          <a:latin typeface="Cambria Math" panose="02040503050406030204" pitchFamily="18" charset="0"/>
                        </a:rPr>
                        <m:t>+</m:t>
                      </m:r>
                      <m:r>
                        <a:rPr lang="es-AR" sz="2400" b="0" i="1" dirty="0" smtClean="0">
                          <a:latin typeface="Cambria Math" panose="02040503050406030204" pitchFamily="18" charset="0"/>
                        </a:rPr>
                        <m:t>𝑅</m:t>
                      </m:r>
                    </m:oMath>
                  </m:oMathPara>
                </a14:m>
                <a:endParaRPr lang="es-AR" sz="2400" i="1" dirty="0"/>
              </a:p>
            </p:txBody>
          </p:sp>
        </mc:Choice>
        <mc:Fallback>
          <p:sp>
            <p:nvSpPr>
              <p:cNvPr id="5" name="CuadroTexto 4">
                <a:extLst>
                  <a:ext uri="{FF2B5EF4-FFF2-40B4-BE49-F238E27FC236}">
                    <a16:creationId xmlns:a16="http://schemas.microsoft.com/office/drawing/2014/main" id="{69569DAE-2CD3-F74D-46BD-ECC55CE603A5}"/>
                  </a:ext>
                </a:extLst>
              </p:cNvPr>
              <p:cNvSpPr txBox="1">
                <a:spLocks noRot="1" noChangeAspect="1" noMove="1" noResize="1" noEditPoints="1" noAdjustHandles="1" noChangeArrowheads="1" noChangeShapeType="1" noTextEdit="1"/>
              </p:cNvSpPr>
              <p:nvPr/>
            </p:nvSpPr>
            <p:spPr>
              <a:xfrm>
                <a:off x="4947718" y="1658730"/>
                <a:ext cx="1613102" cy="461665"/>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C89EF00B-2A5B-E4FC-A98F-1F9C577B0B9D}"/>
                  </a:ext>
                </a:extLst>
              </p:cNvPr>
              <p:cNvSpPr txBox="1"/>
              <p:nvPr/>
            </p:nvSpPr>
            <p:spPr>
              <a:xfrm>
                <a:off x="3953308" y="2967335"/>
                <a:ext cx="360192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b="0" i="1" dirty="0" smtClean="0">
                          <a:latin typeface="Cambria Math" panose="02040503050406030204" pitchFamily="18" charset="0"/>
                        </a:rPr>
                        <m:t>𝐻</m:t>
                      </m:r>
                      <m:r>
                        <a:rPr lang="es-AR" sz="2400" i="1" dirty="0" smtClean="0">
                          <a:latin typeface="Cambria Math" panose="02040503050406030204" pitchFamily="18" charset="0"/>
                        </a:rPr>
                        <m:t>=</m:t>
                      </m:r>
                      <m:r>
                        <a:rPr lang="es-AR" sz="2400" i="1" dirty="0" smtClean="0">
                          <a:latin typeface="Cambria Math" panose="02040503050406030204" pitchFamily="18" charset="0"/>
                        </a:rPr>
                        <m:t>𝐶</m:t>
                      </m:r>
                      <m:r>
                        <a:rPr lang="es-AR" sz="2400" i="1" dirty="0" smtClean="0">
                          <a:latin typeface="Cambria Math" panose="02040503050406030204" pitchFamily="18" charset="0"/>
                        </a:rPr>
                        <m:t>+</m:t>
                      </m:r>
                      <m:r>
                        <a:rPr lang="es-AR" sz="2400" b="0" i="1" dirty="0" smtClean="0">
                          <a:latin typeface="Cambria Math" panose="02040503050406030204" pitchFamily="18" charset="0"/>
                        </a:rPr>
                        <m:t>𝐷</m:t>
                      </m:r>
                      <m:r>
                        <a:rPr lang="es-AR" sz="2400" b="0" i="1" dirty="0" smtClean="0">
                          <a:latin typeface="Cambria Math" panose="02040503050406030204" pitchFamily="18" charset="0"/>
                        </a:rPr>
                        <m:t>=</m:t>
                      </m:r>
                      <m:r>
                        <a:rPr lang="es-AR" sz="2400" b="0" i="1" dirty="0" smtClean="0">
                          <a:latin typeface="Cambria Math" panose="02040503050406030204" pitchFamily="18" charset="0"/>
                        </a:rPr>
                        <m:t>𝑀</m:t>
                      </m:r>
                    </m:oMath>
                  </m:oMathPara>
                </a14:m>
                <a:endParaRPr lang="es-AR" sz="2400" i="1" dirty="0"/>
              </a:p>
            </p:txBody>
          </p:sp>
        </mc:Choice>
        <mc:Fallback>
          <p:sp>
            <p:nvSpPr>
              <p:cNvPr id="6" name="CuadroTexto 5">
                <a:extLst>
                  <a:ext uri="{FF2B5EF4-FFF2-40B4-BE49-F238E27FC236}">
                    <a16:creationId xmlns:a16="http://schemas.microsoft.com/office/drawing/2014/main" id="{C89EF00B-2A5B-E4FC-A98F-1F9C577B0B9D}"/>
                  </a:ext>
                </a:extLst>
              </p:cNvPr>
              <p:cNvSpPr txBox="1">
                <a:spLocks noRot="1" noChangeAspect="1" noMove="1" noResize="1" noEditPoints="1" noAdjustHandles="1" noChangeArrowheads="1" noChangeShapeType="1" noTextEdit="1"/>
              </p:cNvSpPr>
              <p:nvPr/>
            </p:nvSpPr>
            <p:spPr>
              <a:xfrm>
                <a:off x="3953308" y="2967335"/>
                <a:ext cx="3601922" cy="46166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12D4A081-22D1-B588-8708-55D70ABBE37D}"/>
                  </a:ext>
                </a:extLst>
              </p:cNvPr>
              <p:cNvSpPr txBox="1"/>
              <p:nvPr/>
            </p:nvSpPr>
            <p:spPr>
              <a:xfrm>
                <a:off x="4947718" y="2237075"/>
                <a:ext cx="161310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b="0" i="1" dirty="0" smtClean="0">
                          <a:latin typeface="Cambria Math" panose="02040503050406030204" pitchFamily="18" charset="0"/>
                        </a:rPr>
                        <m:t>𝑅</m:t>
                      </m:r>
                      <m:r>
                        <a:rPr lang="es-AR" sz="2400" i="1" dirty="0" smtClean="0">
                          <a:latin typeface="Cambria Math" panose="02040503050406030204" pitchFamily="18" charset="0"/>
                        </a:rPr>
                        <m:t>=</m:t>
                      </m:r>
                      <m:r>
                        <a:rPr lang="es-AR" sz="2400" i="1" dirty="0" smtClean="0">
                          <a:latin typeface="Cambria Math" panose="02040503050406030204" pitchFamily="18" charset="0"/>
                          <a:ea typeface="Cambria Math" panose="02040503050406030204" pitchFamily="18" charset="0"/>
                        </a:rPr>
                        <m:t>𝜃</m:t>
                      </m:r>
                      <m:r>
                        <a:rPr lang="es-AR" sz="2400" b="0" i="1" dirty="0" smtClean="0">
                          <a:latin typeface="Cambria Math" panose="02040503050406030204" pitchFamily="18" charset="0"/>
                          <a:ea typeface="Cambria Math" panose="02040503050406030204" pitchFamily="18" charset="0"/>
                        </a:rPr>
                        <m:t>𝐷</m:t>
                      </m:r>
                    </m:oMath>
                  </m:oMathPara>
                </a14:m>
                <a:endParaRPr lang="es-AR" sz="2400" i="1" dirty="0"/>
              </a:p>
            </p:txBody>
          </p:sp>
        </mc:Choice>
        <mc:Fallback>
          <p:sp>
            <p:nvSpPr>
              <p:cNvPr id="8" name="CuadroTexto 7">
                <a:extLst>
                  <a:ext uri="{FF2B5EF4-FFF2-40B4-BE49-F238E27FC236}">
                    <a16:creationId xmlns:a16="http://schemas.microsoft.com/office/drawing/2014/main" id="{12D4A081-22D1-B588-8708-55D70ABBE37D}"/>
                  </a:ext>
                </a:extLst>
              </p:cNvPr>
              <p:cNvSpPr txBox="1">
                <a:spLocks noRot="1" noChangeAspect="1" noMove="1" noResize="1" noEditPoints="1" noAdjustHandles="1" noChangeArrowheads="1" noChangeShapeType="1" noTextEdit="1"/>
              </p:cNvSpPr>
              <p:nvPr/>
            </p:nvSpPr>
            <p:spPr>
              <a:xfrm>
                <a:off x="4947718" y="2237075"/>
                <a:ext cx="1613102" cy="461665"/>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E4A6E799-5CAD-7410-4AF7-2233AAEA2ED7}"/>
                  </a:ext>
                </a:extLst>
              </p:cNvPr>
              <p:cNvSpPr txBox="1"/>
              <p:nvPr/>
            </p:nvSpPr>
            <p:spPr>
              <a:xfrm>
                <a:off x="7130848" y="2237075"/>
                <a:ext cx="4516322" cy="461665"/>
              </a:xfrm>
              <a:prstGeom prst="rect">
                <a:avLst/>
              </a:prstGeom>
              <a:noFill/>
            </p:spPr>
            <p:txBody>
              <a:bodyPr wrap="square">
                <a:spAutoFit/>
              </a:bodyPr>
              <a:lstStyle/>
              <a:p>
                <a:r>
                  <a:rPr lang="es-AR" sz="2400" dirty="0"/>
                  <a:t>Si </a:t>
                </a:r>
                <a14:m>
                  <m:oMath xmlns:m="http://schemas.openxmlformats.org/officeDocument/2006/math">
                    <m:r>
                      <a:rPr lang="es-AR" sz="2400" i="1" dirty="0" smtClean="0">
                        <a:latin typeface="Cambria Math" panose="02040503050406030204" pitchFamily="18" charset="0"/>
                        <a:ea typeface="Cambria Math" panose="02040503050406030204" pitchFamily="18" charset="0"/>
                      </a:rPr>
                      <m:t>𝜃</m:t>
                    </m:r>
                    <m:r>
                      <a:rPr lang="es-AR" sz="2400" b="0" i="1" dirty="0" smtClean="0">
                        <a:latin typeface="Cambria Math" panose="02040503050406030204" pitchFamily="18" charset="0"/>
                        <a:ea typeface="Cambria Math" panose="02040503050406030204" pitchFamily="18" charset="0"/>
                      </a:rPr>
                      <m:t>=1</m:t>
                    </m:r>
                  </m:oMath>
                </a14:m>
                <a:r>
                  <a:rPr lang="es-AR" sz="2400" i="1" dirty="0"/>
                  <a:t>, </a:t>
                </a:r>
                <a14:m>
                  <m:oMath xmlns:m="http://schemas.openxmlformats.org/officeDocument/2006/math">
                    <m:r>
                      <a:rPr lang="es-AR" sz="2400" i="1" dirty="0">
                        <a:latin typeface="Cambria Math" panose="02040503050406030204" pitchFamily="18" charset="0"/>
                      </a:rPr>
                      <m:t>𝑅</m:t>
                    </m:r>
                    <m:r>
                      <a:rPr lang="es-AR" sz="2400" i="1" dirty="0">
                        <a:latin typeface="Cambria Math" panose="02040503050406030204" pitchFamily="18" charset="0"/>
                      </a:rPr>
                      <m:t>=</m:t>
                    </m:r>
                    <m:r>
                      <a:rPr lang="es-AR" sz="2400" i="1" dirty="0">
                        <a:latin typeface="Cambria Math" panose="02040503050406030204" pitchFamily="18" charset="0"/>
                        <a:ea typeface="Cambria Math" panose="02040503050406030204" pitchFamily="18" charset="0"/>
                      </a:rPr>
                      <m:t>𝐷</m:t>
                    </m:r>
                  </m:oMath>
                </a14:m>
                <a:r>
                  <a:rPr lang="es-AR" sz="2400" i="1" dirty="0"/>
                  <a:t> </a:t>
                </a:r>
                <a:r>
                  <a:rPr lang="es-AR" sz="2400" dirty="0"/>
                  <a:t>y por lo tanto</a:t>
                </a:r>
              </a:p>
            </p:txBody>
          </p:sp>
        </mc:Choice>
        <mc:Fallback>
          <p:sp>
            <p:nvSpPr>
              <p:cNvPr id="12" name="CuadroTexto 11">
                <a:extLst>
                  <a:ext uri="{FF2B5EF4-FFF2-40B4-BE49-F238E27FC236}">
                    <a16:creationId xmlns:a16="http://schemas.microsoft.com/office/drawing/2014/main" id="{E4A6E799-5CAD-7410-4AF7-2233AAEA2ED7}"/>
                  </a:ext>
                </a:extLst>
              </p:cNvPr>
              <p:cNvSpPr txBox="1">
                <a:spLocks noRot="1" noChangeAspect="1" noMove="1" noResize="1" noEditPoints="1" noAdjustHandles="1" noChangeArrowheads="1" noChangeShapeType="1" noTextEdit="1"/>
              </p:cNvSpPr>
              <p:nvPr/>
            </p:nvSpPr>
            <p:spPr>
              <a:xfrm>
                <a:off x="7130848" y="2237075"/>
                <a:ext cx="4516322" cy="461665"/>
              </a:xfrm>
              <a:prstGeom prst="rect">
                <a:avLst/>
              </a:prstGeom>
              <a:blipFill>
                <a:blip r:embed="rId6"/>
                <a:stretch>
                  <a:fillRect l="-2159" t="-10526" b="-28947"/>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0F7EEB9B-2B2D-E0EB-0E46-A932323D6A0B}"/>
                  </a:ext>
                </a:extLst>
              </p:cNvPr>
              <p:cNvSpPr txBox="1"/>
              <p:nvPr/>
            </p:nvSpPr>
            <p:spPr>
              <a:xfrm>
                <a:off x="1863090" y="3697596"/>
                <a:ext cx="8206740" cy="461665"/>
              </a:xfrm>
              <a:prstGeom prst="rect">
                <a:avLst/>
              </a:prstGeom>
              <a:noFill/>
            </p:spPr>
            <p:txBody>
              <a:bodyPr wrap="square">
                <a:spAutoFit/>
              </a:bodyPr>
              <a:lstStyle/>
              <a:p>
                <a:r>
                  <a:rPr lang="es-AR" sz="2400" dirty="0"/>
                  <a:t>OJO! </a:t>
                </a:r>
                <a14:m>
                  <m:oMath xmlns:m="http://schemas.openxmlformats.org/officeDocument/2006/math">
                    <m:r>
                      <a:rPr lang="es-AR" sz="2400" i="1" dirty="0" smtClean="0">
                        <a:latin typeface="Cambria Math" panose="02040503050406030204" pitchFamily="18" charset="0"/>
                      </a:rPr>
                      <m:t>𝐻</m:t>
                    </m:r>
                    <m:r>
                      <a:rPr lang="es-AR" sz="2400" i="1" dirty="0" smtClean="0">
                        <a:latin typeface="Cambria Math" panose="02040503050406030204" pitchFamily="18" charset="0"/>
                      </a:rPr>
                      <m:t>=</m:t>
                    </m:r>
                    <m:r>
                      <a:rPr lang="es-AR" sz="2400" i="1" dirty="0" smtClean="0">
                        <a:latin typeface="Cambria Math" panose="02040503050406030204" pitchFamily="18" charset="0"/>
                      </a:rPr>
                      <m:t>𝑀</m:t>
                    </m:r>
                  </m:oMath>
                </a14:m>
                <a:r>
                  <a:rPr lang="es-AR" sz="2400" dirty="0"/>
                  <a:t> cuando </a:t>
                </a:r>
                <a14:m>
                  <m:oMath xmlns:m="http://schemas.openxmlformats.org/officeDocument/2006/math">
                    <m:r>
                      <a:rPr lang="es-AR" sz="2400" i="1" dirty="0" smtClean="0">
                        <a:latin typeface="Cambria Math" panose="02040503050406030204" pitchFamily="18" charset="0"/>
                      </a:rPr>
                      <m:t>𝜃</m:t>
                    </m:r>
                    <m:r>
                      <a:rPr lang="es-AR" sz="2400" i="1" dirty="0" smtClean="0">
                        <a:latin typeface="Cambria Math" panose="02040503050406030204" pitchFamily="18" charset="0"/>
                      </a:rPr>
                      <m:t>= 1</m:t>
                    </m:r>
                  </m:oMath>
                </a14:m>
                <a:r>
                  <a:rPr lang="es-AR" sz="2400" dirty="0"/>
                  <a:t> y/o </a:t>
                </a:r>
                <a14:m>
                  <m:oMath xmlns:m="http://schemas.openxmlformats.org/officeDocument/2006/math">
                    <m:r>
                      <a:rPr lang="es-AR" sz="2400" i="1" dirty="0" smtClean="0">
                        <a:latin typeface="Cambria Math" panose="02040503050406030204" pitchFamily="18" charset="0"/>
                      </a:rPr>
                      <m:t>𝐷</m:t>
                    </m:r>
                    <m:r>
                      <a:rPr lang="es-AR" sz="2400" i="1" dirty="0" smtClean="0">
                        <a:latin typeface="Cambria Math" panose="02040503050406030204" pitchFamily="18" charset="0"/>
                      </a:rPr>
                      <m:t>=0</m:t>
                    </m:r>
                  </m:oMath>
                </a14:m>
                <a:r>
                  <a:rPr lang="es-AR" sz="2400" dirty="0"/>
                  <a:t>. Si </a:t>
                </a:r>
                <a14:m>
                  <m:oMath xmlns:m="http://schemas.openxmlformats.org/officeDocument/2006/math">
                    <m:r>
                      <a:rPr lang="es-AR" sz="2400" i="1" dirty="0" smtClean="0">
                        <a:latin typeface="Cambria Math" panose="02040503050406030204" pitchFamily="18" charset="0"/>
                      </a:rPr>
                      <m:t>𝜃</m:t>
                    </m:r>
                    <m:r>
                      <a:rPr lang="es-AR" sz="2400" i="1" dirty="0" smtClean="0">
                        <a:latin typeface="Cambria Math" panose="02040503050406030204" pitchFamily="18" charset="0"/>
                      </a:rPr>
                      <m:t>&lt;1</m:t>
                    </m:r>
                  </m:oMath>
                </a14:m>
                <a:r>
                  <a:rPr lang="es-AR" sz="2400" dirty="0"/>
                  <a:t>, </a:t>
                </a:r>
                <a14:m>
                  <m:oMath xmlns:m="http://schemas.openxmlformats.org/officeDocument/2006/math">
                    <m:r>
                      <a:rPr lang="es-AR" sz="2400" i="1" dirty="0" smtClean="0">
                        <a:latin typeface="Cambria Math" panose="02040503050406030204" pitchFamily="18" charset="0"/>
                      </a:rPr>
                      <m:t>𝐻</m:t>
                    </m:r>
                    <m:r>
                      <a:rPr lang="es-AR" sz="2400" i="1" dirty="0" smtClean="0">
                        <a:latin typeface="Cambria Math" panose="02040503050406030204" pitchFamily="18" charset="0"/>
                      </a:rPr>
                      <m:t>&lt;</m:t>
                    </m:r>
                    <m:r>
                      <a:rPr lang="es-AR" sz="2400" i="1" dirty="0" smtClean="0">
                        <a:latin typeface="Cambria Math" panose="02040503050406030204" pitchFamily="18" charset="0"/>
                      </a:rPr>
                      <m:t>𝑀</m:t>
                    </m:r>
                  </m:oMath>
                </a14:m>
                <a:r>
                  <a:rPr lang="es-AR" sz="2400" dirty="0"/>
                  <a:t> </a:t>
                </a:r>
                <a:endParaRPr lang="es-AR" sz="2400" i="1" dirty="0"/>
              </a:p>
            </p:txBody>
          </p:sp>
        </mc:Choice>
        <mc:Fallback>
          <p:sp>
            <p:nvSpPr>
              <p:cNvPr id="13" name="CuadroTexto 12">
                <a:extLst>
                  <a:ext uri="{FF2B5EF4-FFF2-40B4-BE49-F238E27FC236}">
                    <a16:creationId xmlns:a16="http://schemas.microsoft.com/office/drawing/2014/main" id="{0F7EEB9B-2B2D-E0EB-0E46-A932323D6A0B}"/>
                  </a:ext>
                </a:extLst>
              </p:cNvPr>
              <p:cNvSpPr txBox="1">
                <a:spLocks noRot="1" noChangeAspect="1" noMove="1" noResize="1" noEditPoints="1" noAdjustHandles="1" noChangeArrowheads="1" noChangeShapeType="1" noTextEdit="1"/>
              </p:cNvSpPr>
              <p:nvPr/>
            </p:nvSpPr>
            <p:spPr>
              <a:xfrm>
                <a:off x="1863090" y="3697596"/>
                <a:ext cx="8206740" cy="461665"/>
              </a:xfrm>
              <a:prstGeom prst="rect">
                <a:avLst/>
              </a:prstGeom>
              <a:blipFill>
                <a:blip r:embed="rId7"/>
                <a:stretch>
                  <a:fillRect l="-1189" t="-10667" b="-30667"/>
                </a:stretch>
              </a:blipFill>
            </p:spPr>
            <p:txBody>
              <a:bodyPr/>
              <a:lstStyle/>
              <a:p>
                <a:r>
                  <a:rPr lang="es-AR">
                    <a:noFill/>
                  </a:rPr>
                  <a:t> </a:t>
                </a:r>
              </a:p>
            </p:txBody>
          </p:sp>
        </mc:Fallback>
      </mc:AlternateContent>
      <p:grpSp>
        <p:nvGrpSpPr>
          <p:cNvPr id="2" name="Grupo 1">
            <a:extLst>
              <a:ext uri="{FF2B5EF4-FFF2-40B4-BE49-F238E27FC236}">
                <a16:creationId xmlns:a16="http://schemas.microsoft.com/office/drawing/2014/main" id="{D6661B89-4F57-D6EC-92F9-8F4A5DF77375}"/>
              </a:ext>
            </a:extLst>
          </p:cNvPr>
          <p:cNvGrpSpPr/>
          <p:nvPr/>
        </p:nvGrpSpPr>
        <p:grpSpPr>
          <a:xfrm>
            <a:off x="301478" y="101545"/>
            <a:ext cx="2539434" cy="461665"/>
            <a:chOff x="301478" y="101545"/>
            <a:chExt cx="2539434" cy="461665"/>
          </a:xfrm>
        </p:grpSpPr>
        <p:sp>
          <p:nvSpPr>
            <p:cNvPr id="7" name="CuadroTexto 6">
              <a:extLst>
                <a:ext uri="{FF2B5EF4-FFF2-40B4-BE49-F238E27FC236}">
                  <a16:creationId xmlns:a16="http://schemas.microsoft.com/office/drawing/2014/main" id="{C633058F-1E96-BD80-C1F7-E832E0992229}"/>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9" name="Conector recto 8">
              <a:extLst>
                <a:ext uri="{FF2B5EF4-FFF2-40B4-BE49-F238E27FC236}">
                  <a16:creationId xmlns:a16="http://schemas.microsoft.com/office/drawing/2014/main" id="{2E3F0C48-5F01-4DB7-01EA-318B4208A7C8}"/>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112972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1D40D-05CC-F66B-45AE-DCE73C5E464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0135C428-FF65-224A-CDDD-73D10EDAA63C}"/>
              </a:ext>
            </a:extLst>
          </p:cNvPr>
          <p:cNvSpPr txBox="1"/>
          <p:nvPr/>
        </p:nvSpPr>
        <p:spPr>
          <a:xfrm>
            <a:off x="247650" y="1408643"/>
            <a:ext cx="11696700" cy="461665"/>
          </a:xfrm>
          <a:prstGeom prst="rect">
            <a:avLst/>
          </a:prstGeom>
          <a:noFill/>
        </p:spPr>
        <p:txBody>
          <a:bodyPr wrap="square" rtlCol="0">
            <a:spAutoFit/>
          </a:bodyPr>
          <a:lstStyle/>
          <a:p>
            <a:r>
              <a:rPr lang="es-AR" sz="2400" dirty="0"/>
              <a:t>Supongamos que</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375F63D9-67A5-E954-97EA-CA97D93A0941}"/>
                  </a:ext>
                </a:extLst>
              </p:cNvPr>
              <p:cNvSpPr txBox="1"/>
              <p:nvPr/>
            </p:nvSpPr>
            <p:spPr>
              <a:xfrm>
                <a:off x="4982008" y="2099954"/>
                <a:ext cx="161310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i="1" dirty="0" smtClean="0">
                          <a:latin typeface="Cambria Math" panose="02040503050406030204" pitchFamily="18" charset="0"/>
                        </a:rPr>
                        <m:t>𝐶</m:t>
                      </m:r>
                      <m:r>
                        <a:rPr lang="es-AR" sz="2400" b="0" i="1" dirty="0" smtClean="0">
                          <a:latin typeface="Cambria Math" panose="02040503050406030204" pitchFamily="18" charset="0"/>
                        </a:rPr>
                        <m:t>=</m:t>
                      </m:r>
                      <m:acc>
                        <m:accPr>
                          <m:chr m:val="̅"/>
                          <m:ctrlPr>
                            <a:rPr lang="es-AR" sz="2400" b="0" i="1" dirty="0" smtClean="0">
                              <a:latin typeface="Cambria Math" panose="02040503050406030204" pitchFamily="18" charset="0"/>
                            </a:rPr>
                          </m:ctrlPr>
                        </m:accPr>
                        <m:e>
                          <m:r>
                            <a:rPr lang="es-AR" sz="2400" b="0" i="1" dirty="0" smtClean="0">
                              <a:latin typeface="Cambria Math" panose="02040503050406030204" pitchFamily="18" charset="0"/>
                            </a:rPr>
                            <m:t>𝑐</m:t>
                          </m:r>
                        </m:e>
                      </m:acc>
                      <m:r>
                        <a:rPr lang="es-AR" sz="2400" b="0" i="1" dirty="0" smtClean="0">
                          <a:latin typeface="Cambria Math" panose="02040503050406030204" pitchFamily="18" charset="0"/>
                        </a:rPr>
                        <m:t>𝐷</m:t>
                      </m:r>
                    </m:oMath>
                  </m:oMathPara>
                </a14:m>
                <a:endParaRPr lang="es-AR" sz="2400" i="1" dirty="0"/>
              </a:p>
            </p:txBody>
          </p:sp>
        </mc:Choice>
        <mc:Fallback>
          <p:sp>
            <p:nvSpPr>
              <p:cNvPr id="2" name="CuadroTexto 1">
                <a:extLst>
                  <a:ext uri="{FF2B5EF4-FFF2-40B4-BE49-F238E27FC236}">
                    <a16:creationId xmlns:a16="http://schemas.microsoft.com/office/drawing/2014/main" id="{375F63D9-67A5-E954-97EA-CA97D93A0941}"/>
                  </a:ext>
                </a:extLst>
              </p:cNvPr>
              <p:cNvSpPr txBox="1">
                <a:spLocks noRot="1" noChangeAspect="1" noMove="1" noResize="1" noEditPoints="1" noAdjustHandles="1" noChangeArrowheads="1" noChangeShapeType="1" noTextEdit="1"/>
              </p:cNvSpPr>
              <p:nvPr/>
            </p:nvSpPr>
            <p:spPr>
              <a:xfrm>
                <a:off x="4982008" y="2099954"/>
                <a:ext cx="1613102" cy="461665"/>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4BD92CBB-79E6-EF90-C812-E92A278345FF}"/>
                  </a:ext>
                </a:extLst>
              </p:cNvPr>
              <p:cNvSpPr txBox="1"/>
              <p:nvPr/>
            </p:nvSpPr>
            <p:spPr>
              <a:xfrm>
                <a:off x="4319068" y="3151324"/>
                <a:ext cx="293898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i="1" dirty="0" smtClean="0">
                          <a:latin typeface="Cambria Math" panose="02040503050406030204" pitchFamily="18" charset="0"/>
                        </a:rPr>
                        <m:t>𝑀</m:t>
                      </m:r>
                      <m:r>
                        <a:rPr lang="es-AR" sz="2400" b="0" i="1" dirty="0" smtClean="0">
                          <a:latin typeface="Cambria Math" panose="02040503050406030204" pitchFamily="18" charset="0"/>
                        </a:rPr>
                        <m:t>=</m:t>
                      </m:r>
                      <m:d>
                        <m:dPr>
                          <m:ctrlPr>
                            <a:rPr lang="es-AR" sz="2400" b="0" i="1" dirty="0" smtClean="0">
                              <a:latin typeface="Cambria Math" panose="02040503050406030204" pitchFamily="18" charset="0"/>
                            </a:rPr>
                          </m:ctrlPr>
                        </m:dPr>
                        <m:e>
                          <m:r>
                            <a:rPr lang="es-AR" sz="2400" b="0" i="1" dirty="0" smtClean="0">
                              <a:latin typeface="Cambria Math" panose="02040503050406030204" pitchFamily="18" charset="0"/>
                            </a:rPr>
                            <m:t>1+</m:t>
                          </m:r>
                          <m:acc>
                            <m:accPr>
                              <m:chr m:val="̅"/>
                              <m:ctrlPr>
                                <a:rPr lang="es-AR" sz="2400" i="1" dirty="0">
                                  <a:latin typeface="Cambria Math" panose="02040503050406030204" pitchFamily="18" charset="0"/>
                                </a:rPr>
                              </m:ctrlPr>
                            </m:accPr>
                            <m:e>
                              <m:r>
                                <a:rPr lang="es-AR" sz="2400" i="1" dirty="0">
                                  <a:latin typeface="Cambria Math" panose="02040503050406030204" pitchFamily="18" charset="0"/>
                                </a:rPr>
                                <m:t>𝑐</m:t>
                              </m:r>
                            </m:e>
                          </m:acc>
                        </m:e>
                      </m:d>
                      <m:r>
                        <a:rPr lang="es-AR" sz="2400" b="0" i="1" dirty="0" smtClean="0">
                          <a:latin typeface="Cambria Math" panose="02040503050406030204" pitchFamily="18" charset="0"/>
                        </a:rPr>
                        <m:t>𝐷</m:t>
                      </m:r>
                    </m:oMath>
                  </m:oMathPara>
                </a14:m>
                <a:endParaRPr lang="es-AR" sz="2400" i="1" dirty="0"/>
              </a:p>
            </p:txBody>
          </p:sp>
        </mc:Choice>
        <mc:Fallback>
          <p:sp>
            <p:nvSpPr>
              <p:cNvPr id="7" name="CuadroTexto 6">
                <a:extLst>
                  <a:ext uri="{FF2B5EF4-FFF2-40B4-BE49-F238E27FC236}">
                    <a16:creationId xmlns:a16="http://schemas.microsoft.com/office/drawing/2014/main" id="{4BD92CBB-79E6-EF90-C812-E92A278345FF}"/>
                  </a:ext>
                </a:extLst>
              </p:cNvPr>
              <p:cNvSpPr txBox="1">
                <a:spLocks noRot="1" noChangeAspect="1" noMove="1" noResize="1" noEditPoints="1" noAdjustHandles="1" noChangeArrowheads="1" noChangeShapeType="1" noTextEdit="1"/>
              </p:cNvSpPr>
              <p:nvPr/>
            </p:nvSpPr>
            <p:spPr>
              <a:xfrm>
                <a:off x="4319068" y="3151324"/>
                <a:ext cx="2938982" cy="46166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0CCF02E7-1C6B-DDA6-1B7B-0A68C6EAB303}"/>
                  </a:ext>
                </a:extLst>
              </p:cNvPr>
              <p:cNvSpPr txBox="1"/>
              <p:nvPr/>
            </p:nvSpPr>
            <p:spPr>
              <a:xfrm>
                <a:off x="4319068" y="3610616"/>
                <a:ext cx="2938982" cy="7923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2400" i="1" smtClean="0">
                              <a:latin typeface="Cambria Math" panose="02040503050406030204" pitchFamily="18" charset="0"/>
                            </a:rPr>
                          </m:ctrlPr>
                        </m:fPr>
                        <m:num>
                          <m:r>
                            <a:rPr lang="es-AR" sz="2400" b="0" i="1" smtClean="0">
                              <a:latin typeface="Cambria Math" panose="02040503050406030204" pitchFamily="18" charset="0"/>
                            </a:rPr>
                            <m:t>𝐷</m:t>
                          </m:r>
                        </m:num>
                        <m:den>
                          <m:r>
                            <a:rPr lang="es-AR" sz="2400" b="0" i="1" smtClean="0">
                              <a:latin typeface="Cambria Math" panose="02040503050406030204" pitchFamily="18" charset="0"/>
                            </a:rPr>
                            <m:t>𝑀</m:t>
                          </m:r>
                        </m:den>
                      </m:f>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m:t>
                          </m:r>
                        </m:num>
                        <m:den>
                          <m:r>
                            <a:rPr lang="es-AR" sz="2400" b="0" i="1" smtClean="0">
                              <a:latin typeface="Cambria Math" panose="02040503050406030204" pitchFamily="18" charset="0"/>
                            </a:rPr>
                            <m:t>1+</m:t>
                          </m:r>
                          <m:acc>
                            <m:accPr>
                              <m:chr m:val="̅"/>
                              <m:ctrlPr>
                                <a:rPr lang="es-AR" sz="2400" b="0" i="1" smtClean="0">
                                  <a:latin typeface="Cambria Math" panose="02040503050406030204" pitchFamily="18" charset="0"/>
                                </a:rPr>
                              </m:ctrlPr>
                            </m:accPr>
                            <m:e>
                              <m:r>
                                <a:rPr lang="es-AR" sz="2400" b="0" i="1" smtClean="0">
                                  <a:latin typeface="Cambria Math" panose="02040503050406030204" pitchFamily="18" charset="0"/>
                                </a:rPr>
                                <m:t>𝑐</m:t>
                              </m:r>
                            </m:e>
                          </m:acc>
                        </m:den>
                      </m:f>
                    </m:oMath>
                  </m:oMathPara>
                </a14:m>
                <a:endParaRPr lang="es-AR" sz="2400" i="1" dirty="0"/>
              </a:p>
            </p:txBody>
          </p:sp>
        </mc:Choice>
        <mc:Fallback>
          <p:sp>
            <p:nvSpPr>
              <p:cNvPr id="9" name="CuadroTexto 8">
                <a:extLst>
                  <a:ext uri="{FF2B5EF4-FFF2-40B4-BE49-F238E27FC236}">
                    <a16:creationId xmlns:a16="http://schemas.microsoft.com/office/drawing/2014/main" id="{0CCF02E7-1C6B-DDA6-1B7B-0A68C6EAB303}"/>
                  </a:ext>
                </a:extLst>
              </p:cNvPr>
              <p:cNvSpPr txBox="1">
                <a:spLocks noRot="1" noChangeAspect="1" noMove="1" noResize="1" noEditPoints="1" noAdjustHandles="1" noChangeArrowheads="1" noChangeShapeType="1" noTextEdit="1"/>
              </p:cNvSpPr>
              <p:nvPr/>
            </p:nvSpPr>
            <p:spPr>
              <a:xfrm>
                <a:off x="4319068" y="3610616"/>
                <a:ext cx="2938982" cy="792396"/>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2E4ECCFA-5C49-F87A-0138-AC83F65EB421}"/>
                  </a:ext>
                </a:extLst>
              </p:cNvPr>
              <p:cNvSpPr txBox="1"/>
              <p:nvPr/>
            </p:nvSpPr>
            <p:spPr>
              <a:xfrm>
                <a:off x="3244648" y="2589481"/>
                <a:ext cx="508782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i="1" dirty="0" smtClean="0">
                          <a:latin typeface="Cambria Math" panose="02040503050406030204" pitchFamily="18" charset="0"/>
                        </a:rPr>
                        <m:t>𝑀</m:t>
                      </m:r>
                      <m:r>
                        <a:rPr lang="es-AR" sz="2400" i="1" dirty="0" smtClean="0">
                          <a:latin typeface="Cambria Math" panose="02040503050406030204" pitchFamily="18" charset="0"/>
                        </a:rPr>
                        <m:t>=</m:t>
                      </m:r>
                      <m:r>
                        <a:rPr lang="es-AR" sz="2400" b="0" i="1" dirty="0" smtClean="0">
                          <a:latin typeface="Cambria Math" panose="02040503050406030204" pitchFamily="18" charset="0"/>
                        </a:rPr>
                        <m:t>𝐶</m:t>
                      </m:r>
                      <m:r>
                        <a:rPr lang="es-AR" sz="2400" i="1" dirty="0" smtClean="0">
                          <a:latin typeface="Cambria Math" panose="02040503050406030204" pitchFamily="18" charset="0"/>
                        </a:rPr>
                        <m:t>+</m:t>
                      </m:r>
                      <m:r>
                        <a:rPr lang="es-AR" sz="2400" b="0" i="1" dirty="0" smtClean="0">
                          <a:latin typeface="Cambria Math" panose="02040503050406030204" pitchFamily="18" charset="0"/>
                        </a:rPr>
                        <m:t>𝐷</m:t>
                      </m:r>
                      <m:r>
                        <a:rPr lang="es-AR" sz="2400" b="0" i="1" dirty="0" smtClean="0">
                          <a:latin typeface="Cambria Math" panose="02040503050406030204" pitchFamily="18" charset="0"/>
                        </a:rPr>
                        <m:t> =</m:t>
                      </m:r>
                      <m:acc>
                        <m:accPr>
                          <m:chr m:val="̅"/>
                          <m:ctrlPr>
                            <a:rPr lang="es-AR" sz="2400" i="1" dirty="0">
                              <a:latin typeface="Cambria Math" panose="02040503050406030204" pitchFamily="18" charset="0"/>
                            </a:rPr>
                          </m:ctrlPr>
                        </m:accPr>
                        <m:e>
                          <m:r>
                            <a:rPr lang="es-AR" sz="2400" i="1" dirty="0">
                              <a:latin typeface="Cambria Math" panose="02040503050406030204" pitchFamily="18" charset="0"/>
                            </a:rPr>
                            <m:t>𝑐</m:t>
                          </m:r>
                        </m:e>
                      </m:acc>
                      <m:r>
                        <a:rPr lang="es-AR" sz="2400" b="0" i="1" dirty="0" smtClean="0">
                          <a:latin typeface="Cambria Math" panose="02040503050406030204" pitchFamily="18" charset="0"/>
                        </a:rPr>
                        <m:t>𝐷</m:t>
                      </m:r>
                      <m:r>
                        <a:rPr lang="es-AR" sz="2400" b="0" i="1" dirty="0" smtClean="0">
                          <a:latin typeface="Cambria Math" panose="02040503050406030204" pitchFamily="18" charset="0"/>
                        </a:rPr>
                        <m:t>+</m:t>
                      </m:r>
                      <m:r>
                        <a:rPr lang="es-AR" sz="2400" b="0" i="1" dirty="0" smtClean="0">
                          <a:latin typeface="Cambria Math" panose="02040503050406030204" pitchFamily="18" charset="0"/>
                        </a:rPr>
                        <m:t>𝐷</m:t>
                      </m:r>
                    </m:oMath>
                  </m:oMathPara>
                </a14:m>
                <a:endParaRPr lang="es-AR" sz="2400" i="1" dirty="0"/>
              </a:p>
            </p:txBody>
          </p:sp>
        </mc:Choice>
        <mc:Fallback>
          <p:sp>
            <p:nvSpPr>
              <p:cNvPr id="10" name="CuadroTexto 9">
                <a:extLst>
                  <a:ext uri="{FF2B5EF4-FFF2-40B4-BE49-F238E27FC236}">
                    <a16:creationId xmlns:a16="http://schemas.microsoft.com/office/drawing/2014/main" id="{2E4ECCFA-5C49-F87A-0138-AC83F65EB421}"/>
                  </a:ext>
                </a:extLst>
              </p:cNvPr>
              <p:cNvSpPr txBox="1">
                <a:spLocks noRot="1" noChangeAspect="1" noMove="1" noResize="1" noEditPoints="1" noAdjustHandles="1" noChangeArrowheads="1" noChangeShapeType="1" noTextEdit="1"/>
              </p:cNvSpPr>
              <p:nvPr/>
            </p:nvSpPr>
            <p:spPr>
              <a:xfrm>
                <a:off x="3244648" y="2589481"/>
                <a:ext cx="5087822" cy="461665"/>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B2130673-A38C-E957-07FD-EF131322098B}"/>
                  </a:ext>
                </a:extLst>
              </p:cNvPr>
              <p:cNvSpPr txBox="1"/>
              <p:nvPr/>
            </p:nvSpPr>
            <p:spPr>
              <a:xfrm>
                <a:off x="4319068" y="4433576"/>
                <a:ext cx="2938982" cy="7923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2400" i="1" smtClean="0">
                              <a:latin typeface="Cambria Math" panose="02040503050406030204" pitchFamily="18" charset="0"/>
                            </a:rPr>
                          </m:ctrlPr>
                        </m:fPr>
                        <m:num>
                          <m:r>
                            <a:rPr lang="es-AR" sz="2400" b="0" i="1" smtClean="0">
                              <a:latin typeface="Cambria Math" panose="02040503050406030204" pitchFamily="18" charset="0"/>
                            </a:rPr>
                            <m:t>𝐶</m:t>
                          </m:r>
                        </m:num>
                        <m:den>
                          <m:r>
                            <a:rPr lang="es-AR" sz="2400" b="0" i="1" smtClean="0">
                              <a:latin typeface="Cambria Math" panose="02040503050406030204" pitchFamily="18" charset="0"/>
                            </a:rPr>
                            <m:t>𝑀</m:t>
                          </m:r>
                        </m:den>
                      </m:f>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acc>
                            <m:accPr>
                              <m:chr m:val="̅"/>
                              <m:ctrlPr>
                                <a:rPr lang="es-AR" sz="2400" b="0" i="1" smtClean="0">
                                  <a:latin typeface="Cambria Math" panose="02040503050406030204" pitchFamily="18" charset="0"/>
                                </a:rPr>
                              </m:ctrlPr>
                            </m:accPr>
                            <m:e>
                              <m:r>
                                <a:rPr lang="es-AR" sz="2400" b="0" i="1" smtClean="0">
                                  <a:latin typeface="Cambria Math" panose="02040503050406030204" pitchFamily="18" charset="0"/>
                                </a:rPr>
                                <m:t>𝑐</m:t>
                              </m:r>
                            </m:e>
                          </m:acc>
                        </m:num>
                        <m:den>
                          <m:r>
                            <a:rPr lang="es-AR" sz="2400" b="0" i="1" smtClean="0">
                              <a:latin typeface="Cambria Math" panose="02040503050406030204" pitchFamily="18" charset="0"/>
                            </a:rPr>
                            <m:t>1+</m:t>
                          </m:r>
                          <m:acc>
                            <m:accPr>
                              <m:chr m:val="̅"/>
                              <m:ctrlPr>
                                <a:rPr lang="es-AR" sz="2400" b="0" i="1" smtClean="0">
                                  <a:latin typeface="Cambria Math" panose="02040503050406030204" pitchFamily="18" charset="0"/>
                                </a:rPr>
                              </m:ctrlPr>
                            </m:accPr>
                            <m:e>
                              <m:r>
                                <a:rPr lang="es-AR" sz="2400" b="0" i="1" smtClean="0">
                                  <a:latin typeface="Cambria Math" panose="02040503050406030204" pitchFamily="18" charset="0"/>
                                </a:rPr>
                                <m:t>𝑐</m:t>
                              </m:r>
                            </m:e>
                          </m:acc>
                        </m:den>
                      </m:f>
                    </m:oMath>
                  </m:oMathPara>
                </a14:m>
                <a:endParaRPr lang="es-AR" sz="2400" i="1" dirty="0"/>
              </a:p>
            </p:txBody>
          </p:sp>
        </mc:Choice>
        <mc:Fallback>
          <p:sp>
            <p:nvSpPr>
              <p:cNvPr id="11" name="CuadroTexto 10">
                <a:extLst>
                  <a:ext uri="{FF2B5EF4-FFF2-40B4-BE49-F238E27FC236}">
                    <a16:creationId xmlns:a16="http://schemas.microsoft.com/office/drawing/2014/main" id="{B2130673-A38C-E957-07FD-EF131322098B}"/>
                  </a:ext>
                </a:extLst>
              </p:cNvPr>
              <p:cNvSpPr txBox="1">
                <a:spLocks noRot="1" noChangeAspect="1" noMove="1" noResize="1" noEditPoints="1" noAdjustHandles="1" noChangeArrowheads="1" noChangeShapeType="1" noTextEdit="1"/>
              </p:cNvSpPr>
              <p:nvPr/>
            </p:nvSpPr>
            <p:spPr>
              <a:xfrm>
                <a:off x="4319068" y="4433576"/>
                <a:ext cx="2938982" cy="792396"/>
              </a:xfrm>
              <a:prstGeom prst="rect">
                <a:avLst/>
              </a:prstGeom>
              <a:blipFill>
                <a:blip r:embed="rId7"/>
                <a:stretch>
                  <a:fillRect/>
                </a:stretch>
              </a:blipFill>
            </p:spPr>
            <p:txBody>
              <a:bodyPr/>
              <a:lstStyle/>
              <a:p>
                <a:r>
                  <a:rPr lang="es-AR">
                    <a:noFill/>
                  </a:rPr>
                  <a:t> </a:t>
                </a:r>
              </a:p>
            </p:txBody>
          </p:sp>
        </mc:Fallback>
      </mc:AlternateContent>
      <p:grpSp>
        <p:nvGrpSpPr>
          <p:cNvPr id="5" name="Grupo 4">
            <a:extLst>
              <a:ext uri="{FF2B5EF4-FFF2-40B4-BE49-F238E27FC236}">
                <a16:creationId xmlns:a16="http://schemas.microsoft.com/office/drawing/2014/main" id="{25F95EE4-A121-53A7-5C33-CFD472177848}"/>
              </a:ext>
            </a:extLst>
          </p:cNvPr>
          <p:cNvGrpSpPr/>
          <p:nvPr/>
        </p:nvGrpSpPr>
        <p:grpSpPr>
          <a:xfrm>
            <a:off x="301478" y="101545"/>
            <a:ext cx="2539434" cy="461665"/>
            <a:chOff x="301478" y="101545"/>
            <a:chExt cx="2539434" cy="461665"/>
          </a:xfrm>
        </p:grpSpPr>
        <p:sp>
          <p:nvSpPr>
            <p:cNvPr id="6" name="CuadroTexto 5">
              <a:extLst>
                <a:ext uri="{FF2B5EF4-FFF2-40B4-BE49-F238E27FC236}">
                  <a16:creationId xmlns:a16="http://schemas.microsoft.com/office/drawing/2014/main" id="{536BB37F-C73F-FA63-478C-09C6371EDFF5}"/>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8" name="Conector recto 7">
              <a:extLst>
                <a:ext uri="{FF2B5EF4-FFF2-40B4-BE49-F238E27FC236}">
                  <a16:creationId xmlns:a16="http://schemas.microsoft.com/office/drawing/2014/main" id="{3639DBD7-C51A-4E58-C2A5-DB0E4067C859}"/>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97573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726BE-7B43-8B46-9BB2-39654C2B705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6E0C5165-01B0-89AF-B3F3-48EBA4427291}"/>
                  </a:ext>
                </a:extLst>
              </p:cNvPr>
              <p:cNvSpPr txBox="1"/>
              <p:nvPr/>
            </p:nvSpPr>
            <p:spPr>
              <a:xfrm>
                <a:off x="301477" y="973461"/>
                <a:ext cx="8339601" cy="12062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1+</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m:t>
                          </m:r>
                          <m:r>
                            <a:rPr lang="es-AR" sz="2400" b="0" i="1" smtClean="0">
                              <a:latin typeface="Cambria Math" panose="02040503050406030204" pitchFamily="18" charset="0"/>
                            </a:rPr>
                            <m:t>𝜃</m:t>
                          </m:r>
                        </m:num>
                        <m:den>
                          <m:r>
                            <a:rPr lang="es-AR" sz="2400" b="0" i="1" smtClean="0">
                              <a:latin typeface="Cambria Math" panose="02040503050406030204" pitchFamily="18" charset="0"/>
                            </a:rPr>
                            <m:t>1+</m:t>
                          </m:r>
                          <m:acc>
                            <m:accPr>
                              <m:chr m:val="̅"/>
                              <m:ctrlPr>
                                <a:rPr lang="es-AR" sz="2400" b="0" i="1" smtClean="0">
                                  <a:latin typeface="Cambria Math" panose="02040503050406030204" pitchFamily="18" charset="0"/>
                                </a:rPr>
                              </m:ctrlPr>
                            </m:accPr>
                            <m:e>
                              <m:r>
                                <a:rPr lang="es-AR" sz="2400" b="0" i="1" smtClean="0">
                                  <a:latin typeface="Cambria Math" panose="02040503050406030204" pitchFamily="18" charset="0"/>
                                </a:rPr>
                                <m:t>𝑐</m:t>
                              </m:r>
                            </m:e>
                          </m:acc>
                        </m:den>
                      </m:f>
                      <m:r>
                        <a:rPr lang="es-AR" sz="2400" b="0" i="1" smtClean="0">
                          <a:latin typeface="Cambria Math" panose="02040503050406030204" pitchFamily="18" charset="0"/>
                        </a:rPr>
                        <m:t>+</m:t>
                      </m:r>
                      <m:sSup>
                        <m:sSupPr>
                          <m:ctrlPr>
                            <a:rPr lang="es-AR" sz="2400" b="0" i="1" smtClean="0">
                              <a:latin typeface="Cambria Math" panose="02040503050406030204" pitchFamily="18" charset="0"/>
                            </a:rPr>
                          </m:ctrlPr>
                        </m:sSupPr>
                        <m:e>
                          <m:d>
                            <m:dPr>
                              <m:ctrlPr>
                                <a:rPr lang="es-AR" sz="2400" b="0" i="1" smtClean="0">
                                  <a:latin typeface="Cambria Math" panose="02040503050406030204" pitchFamily="18" charset="0"/>
                                </a:rPr>
                              </m:ctrlPr>
                            </m:dPr>
                            <m:e>
                              <m:f>
                                <m:fPr>
                                  <m:ctrlPr>
                                    <a:rPr lang="es-AR" sz="2400" i="1">
                                      <a:latin typeface="Cambria Math" panose="02040503050406030204" pitchFamily="18" charset="0"/>
                                    </a:rPr>
                                  </m:ctrlPr>
                                </m:fPr>
                                <m:num>
                                  <m:r>
                                    <a:rPr lang="es-AR" sz="2400" i="1">
                                      <a:latin typeface="Cambria Math" panose="02040503050406030204" pitchFamily="18" charset="0"/>
                                    </a:rPr>
                                    <m:t>1−</m:t>
                                  </m:r>
                                  <m:r>
                                    <a:rPr lang="es-AR" sz="2400" i="1">
                                      <a:latin typeface="Cambria Math" panose="02040503050406030204" pitchFamily="18" charset="0"/>
                                    </a:rPr>
                                    <m:t>𝜃</m:t>
                                  </m:r>
                                </m:num>
                                <m:den>
                                  <m:r>
                                    <a:rPr lang="es-AR" sz="2400" i="1">
                                      <a:latin typeface="Cambria Math" panose="02040503050406030204" pitchFamily="18" charset="0"/>
                                    </a:rPr>
                                    <m:t>1+</m:t>
                                  </m:r>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den>
                              </m:f>
                            </m:e>
                          </m:d>
                        </m:e>
                        <m:sup>
                          <m:r>
                            <a:rPr lang="es-AR" sz="2400" b="0" i="1" smtClean="0">
                              <a:latin typeface="Cambria Math" panose="02040503050406030204" pitchFamily="18" charset="0"/>
                            </a:rPr>
                            <m:t>2</m:t>
                          </m:r>
                        </m:sup>
                      </m:sSup>
                      <m:r>
                        <a:rPr lang="es-AR" sz="2400" b="0" i="1" smtClean="0">
                          <a:latin typeface="Cambria Math" panose="02040503050406030204" pitchFamily="18" charset="0"/>
                        </a:rPr>
                        <m:t>+</m:t>
                      </m:r>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f>
                                <m:fPr>
                                  <m:ctrlPr>
                                    <a:rPr lang="es-AR" sz="2400" i="1">
                                      <a:latin typeface="Cambria Math" panose="02040503050406030204" pitchFamily="18" charset="0"/>
                                    </a:rPr>
                                  </m:ctrlPr>
                                </m:fPr>
                                <m:num>
                                  <m:r>
                                    <a:rPr lang="es-AR" sz="2400" i="1">
                                      <a:latin typeface="Cambria Math" panose="02040503050406030204" pitchFamily="18" charset="0"/>
                                    </a:rPr>
                                    <m:t>1−</m:t>
                                  </m:r>
                                  <m:r>
                                    <a:rPr lang="es-AR" sz="2400" i="1">
                                      <a:latin typeface="Cambria Math" panose="02040503050406030204" pitchFamily="18" charset="0"/>
                                    </a:rPr>
                                    <m:t>𝜃</m:t>
                                  </m:r>
                                </m:num>
                                <m:den>
                                  <m:r>
                                    <a:rPr lang="es-AR" sz="2400" i="1">
                                      <a:latin typeface="Cambria Math" panose="02040503050406030204" pitchFamily="18" charset="0"/>
                                    </a:rPr>
                                    <m:t>1+</m:t>
                                  </m:r>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den>
                              </m:f>
                            </m:e>
                          </m:d>
                        </m:e>
                        <m:sup>
                          <m:r>
                            <a:rPr lang="es-AR" sz="2400" b="0" i="1" smtClean="0">
                              <a:latin typeface="Cambria Math" panose="02040503050406030204" pitchFamily="18" charset="0"/>
                            </a:rPr>
                            <m:t>3</m:t>
                          </m:r>
                        </m:sup>
                      </m:sSup>
                      <m:r>
                        <a:rPr lang="es-AR" sz="2400" b="0" i="1" smtClean="0">
                          <a:latin typeface="Cambria Math" panose="02040503050406030204" pitchFamily="18" charset="0"/>
                        </a:rPr>
                        <m:t>+…=</m:t>
                      </m:r>
                      <m:f>
                        <m:fPr>
                          <m:ctrlPr>
                            <a:rPr lang="es-AR" sz="2400" i="1">
                              <a:latin typeface="Cambria Math" panose="02040503050406030204" pitchFamily="18" charset="0"/>
                            </a:rPr>
                          </m:ctrlPr>
                        </m:fPr>
                        <m:num>
                          <m:r>
                            <a:rPr lang="es-AR" sz="2400" i="1">
                              <a:latin typeface="Cambria Math" panose="02040503050406030204" pitchFamily="18" charset="0"/>
                            </a:rPr>
                            <m:t>1</m:t>
                          </m:r>
                        </m:num>
                        <m:den>
                          <m:r>
                            <a:rPr lang="es-AR" sz="2400" i="1">
                              <a:latin typeface="Cambria Math" panose="02040503050406030204" pitchFamily="18" charset="0"/>
                            </a:rPr>
                            <m:t>1</m:t>
                          </m:r>
                          <m:r>
                            <a:rPr lang="es-AR" sz="2400" b="0" i="1" smtClean="0">
                              <a:latin typeface="Cambria Math" panose="02040503050406030204" pitchFamily="18" charset="0"/>
                            </a:rPr>
                            <m:t>−</m:t>
                          </m:r>
                          <m:f>
                            <m:fPr>
                              <m:ctrlPr>
                                <a:rPr lang="es-AR" sz="2400" i="1">
                                  <a:latin typeface="Cambria Math" panose="02040503050406030204" pitchFamily="18" charset="0"/>
                                </a:rPr>
                              </m:ctrlPr>
                            </m:fPr>
                            <m:num>
                              <m:r>
                                <a:rPr lang="es-AR" sz="2400" i="1">
                                  <a:latin typeface="Cambria Math" panose="02040503050406030204" pitchFamily="18" charset="0"/>
                                </a:rPr>
                                <m:t>1−</m:t>
                              </m:r>
                              <m:r>
                                <a:rPr lang="es-AR" sz="2400" i="1">
                                  <a:latin typeface="Cambria Math" panose="02040503050406030204" pitchFamily="18" charset="0"/>
                                </a:rPr>
                                <m:t>𝜃</m:t>
                              </m:r>
                            </m:num>
                            <m:den>
                              <m:r>
                                <a:rPr lang="es-AR" sz="2400" i="1">
                                  <a:latin typeface="Cambria Math" panose="02040503050406030204" pitchFamily="18" charset="0"/>
                                </a:rPr>
                                <m:t>1+</m:t>
                              </m:r>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den>
                          </m:f>
                        </m:den>
                      </m:f>
                      <m:r>
                        <a:rPr lang="es-AR" sz="2400" b="0" i="1" smtClean="0">
                          <a:latin typeface="Cambria Math" panose="02040503050406030204" pitchFamily="18" charset="0"/>
                        </a:rPr>
                        <m:t>=</m:t>
                      </m:r>
                      <m:f>
                        <m:fPr>
                          <m:ctrlPr>
                            <a:rPr lang="es-AR" sz="2400" i="1">
                              <a:latin typeface="Cambria Math" panose="02040503050406030204" pitchFamily="18" charset="0"/>
                            </a:rPr>
                          </m:ctrlPr>
                        </m:fPr>
                        <m:num>
                          <m:r>
                            <a:rPr lang="es-AR" sz="2400" i="1">
                              <a:latin typeface="Cambria Math" panose="02040503050406030204" pitchFamily="18" charset="0"/>
                            </a:rPr>
                            <m:t>1</m:t>
                          </m:r>
                          <m:r>
                            <a:rPr lang="es-AR" sz="2400" b="0" i="1" smtClean="0">
                              <a:latin typeface="Cambria Math" panose="02040503050406030204" pitchFamily="18" charset="0"/>
                            </a:rPr>
                            <m:t>+</m:t>
                          </m:r>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num>
                        <m:den>
                          <m:r>
                            <a:rPr lang="es-AR" sz="2400" b="0" i="1" smtClean="0">
                              <a:latin typeface="Cambria Math" panose="02040503050406030204" pitchFamily="18" charset="0"/>
                            </a:rPr>
                            <m:t>𝜃</m:t>
                          </m:r>
                          <m:r>
                            <a:rPr lang="es-AR" sz="2400" i="1">
                              <a:latin typeface="Cambria Math" panose="02040503050406030204" pitchFamily="18" charset="0"/>
                            </a:rPr>
                            <m:t>+</m:t>
                          </m:r>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den>
                      </m:f>
                    </m:oMath>
                  </m:oMathPara>
                </a14:m>
                <a:endParaRPr lang="es-AR" sz="2400" i="1" dirty="0"/>
              </a:p>
            </p:txBody>
          </p:sp>
        </mc:Choice>
        <mc:Fallback>
          <p:sp>
            <p:nvSpPr>
              <p:cNvPr id="11" name="CuadroTexto 10">
                <a:extLst>
                  <a:ext uri="{FF2B5EF4-FFF2-40B4-BE49-F238E27FC236}">
                    <a16:creationId xmlns:a16="http://schemas.microsoft.com/office/drawing/2014/main" id="{6E0C5165-01B0-89AF-B3F3-48EBA4427291}"/>
                  </a:ext>
                </a:extLst>
              </p:cNvPr>
              <p:cNvSpPr txBox="1">
                <a:spLocks noRot="1" noChangeAspect="1" noMove="1" noResize="1" noEditPoints="1" noAdjustHandles="1" noChangeArrowheads="1" noChangeShapeType="1" noTextEdit="1"/>
              </p:cNvSpPr>
              <p:nvPr/>
            </p:nvSpPr>
            <p:spPr>
              <a:xfrm>
                <a:off x="301477" y="973461"/>
                <a:ext cx="8339601" cy="1206228"/>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C3B13475-EC22-20B7-4D76-3DD0E22D8B2B}"/>
                  </a:ext>
                </a:extLst>
              </p:cNvPr>
              <p:cNvSpPr txBox="1"/>
              <p:nvPr/>
            </p:nvSpPr>
            <p:spPr>
              <a:xfrm>
                <a:off x="4113816" y="2689018"/>
                <a:ext cx="293898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i="1" dirty="0" smtClean="0">
                          <a:latin typeface="Cambria Math" panose="02040503050406030204" pitchFamily="18" charset="0"/>
                        </a:rPr>
                        <m:t>𝑀</m:t>
                      </m:r>
                      <m:r>
                        <a:rPr lang="es-AR" sz="2400" i="1" dirty="0" smtClean="0">
                          <a:latin typeface="Cambria Math" panose="02040503050406030204" pitchFamily="18" charset="0"/>
                        </a:rPr>
                        <m:t>=</m:t>
                      </m:r>
                      <m:r>
                        <a:rPr lang="es-AR" sz="2400" b="0" i="1" dirty="0" smtClean="0">
                          <a:latin typeface="Cambria Math" panose="02040503050406030204" pitchFamily="18" charset="0"/>
                        </a:rPr>
                        <m:t>𝐶</m:t>
                      </m:r>
                      <m:r>
                        <a:rPr lang="es-AR" sz="2400" i="1" dirty="0" smtClean="0">
                          <a:latin typeface="Cambria Math" panose="02040503050406030204" pitchFamily="18" charset="0"/>
                        </a:rPr>
                        <m:t>+</m:t>
                      </m:r>
                      <m:r>
                        <a:rPr lang="es-AR" sz="2400" b="0" i="1" dirty="0" smtClean="0">
                          <a:latin typeface="Cambria Math" panose="02040503050406030204" pitchFamily="18" charset="0"/>
                        </a:rPr>
                        <m:t>𝐷</m:t>
                      </m:r>
                    </m:oMath>
                  </m:oMathPara>
                </a14:m>
                <a:endParaRPr lang="es-AR" sz="2400" i="1" dirty="0"/>
              </a:p>
            </p:txBody>
          </p:sp>
        </mc:Choice>
        <mc:Fallback>
          <p:sp>
            <p:nvSpPr>
              <p:cNvPr id="5" name="CuadroTexto 4">
                <a:extLst>
                  <a:ext uri="{FF2B5EF4-FFF2-40B4-BE49-F238E27FC236}">
                    <a16:creationId xmlns:a16="http://schemas.microsoft.com/office/drawing/2014/main" id="{C3B13475-EC22-20B7-4D76-3DD0E22D8B2B}"/>
                  </a:ext>
                </a:extLst>
              </p:cNvPr>
              <p:cNvSpPr txBox="1">
                <a:spLocks noRot="1" noChangeAspect="1" noMove="1" noResize="1" noEditPoints="1" noAdjustHandles="1" noChangeArrowheads="1" noChangeShapeType="1" noTextEdit="1"/>
              </p:cNvSpPr>
              <p:nvPr/>
            </p:nvSpPr>
            <p:spPr>
              <a:xfrm>
                <a:off x="4113816" y="2689018"/>
                <a:ext cx="2938982" cy="46166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B8B4D16A-BCF5-7C70-8DC0-F7F80D1A1380}"/>
                  </a:ext>
                </a:extLst>
              </p:cNvPr>
              <p:cNvSpPr txBox="1"/>
              <p:nvPr/>
            </p:nvSpPr>
            <p:spPr>
              <a:xfrm>
                <a:off x="4776756" y="3133707"/>
                <a:ext cx="161310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b="0" i="1" dirty="0" smtClean="0">
                          <a:latin typeface="Cambria Math" panose="02040503050406030204" pitchFamily="18" charset="0"/>
                        </a:rPr>
                        <m:t>𝐻</m:t>
                      </m:r>
                      <m:r>
                        <a:rPr lang="es-AR" sz="2400" i="1" dirty="0" smtClean="0">
                          <a:latin typeface="Cambria Math" panose="02040503050406030204" pitchFamily="18" charset="0"/>
                        </a:rPr>
                        <m:t>=</m:t>
                      </m:r>
                      <m:r>
                        <a:rPr lang="es-AR" sz="2400" i="1" dirty="0" smtClean="0">
                          <a:latin typeface="Cambria Math" panose="02040503050406030204" pitchFamily="18" charset="0"/>
                        </a:rPr>
                        <m:t>𝐶</m:t>
                      </m:r>
                      <m:r>
                        <a:rPr lang="es-AR" sz="2400" i="1" dirty="0" smtClean="0">
                          <a:latin typeface="Cambria Math" panose="02040503050406030204" pitchFamily="18" charset="0"/>
                        </a:rPr>
                        <m:t>+</m:t>
                      </m:r>
                      <m:r>
                        <a:rPr lang="es-AR" sz="2400" b="0" i="1" dirty="0" smtClean="0">
                          <a:latin typeface="Cambria Math" panose="02040503050406030204" pitchFamily="18" charset="0"/>
                        </a:rPr>
                        <m:t>𝑅</m:t>
                      </m:r>
                    </m:oMath>
                  </m:oMathPara>
                </a14:m>
                <a:endParaRPr lang="es-AR" sz="2400" i="1" dirty="0"/>
              </a:p>
            </p:txBody>
          </p:sp>
        </mc:Choice>
        <mc:Fallback>
          <p:sp>
            <p:nvSpPr>
              <p:cNvPr id="6" name="CuadroTexto 5">
                <a:extLst>
                  <a:ext uri="{FF2B5EF4-FFF2-40B4-BE49-F238E27FC236}">
                    <a16:creationId xmlns:a16="http://schemas.microsoft.com/office/drawing/2014/main" id="{B8B4D16A-BCF5-7C70-8DC0-F7F80D1A1380}"/>
                  </a:ext>
                </a:extLst>
              </p:cNvPr>
              <p:cNvSpPr txBox="1">
                <a:spLocks noRot="1" noChangeAspect="1" noMove="1" noResize="1" noEditPoints="1" noAdjustHandles="1" noChangeArrowheads="1" noChangeShapeType="1" noTextEdit="1"/>
              </p:cNvSpPr>
              <p:nvPr/>
            </p:nvSpPr>
            <p:spPr>
              <a:xfrm>
                <a:off x="4776756" y="3133707"/>
                <a:ext cx="1613102" cy="461665"/>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4CC2030E-C6AD-37CE-389B-743D3B4EB22E}"/>
                  </a:ext>
                </a:extLst>
              </p:cNvPr>
              <p:cNvSpPr txBox="1"/>
              <p:nvPr/>
            </p:nvSpPr>
            <p:spPr>
              <a:xfrm>
                <a:off x="4481048" y="3707318"/>
                <a:ext cx="1908810" cy="7923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2400" i="1" smtClean="0">
                              <a:latin typeface="Cambria Math" panose="02040503050406030204" pitchFamily="18" charset="0"/>
                            </a:rPr>
                          </m:ctrlPr>
                        </m:fPr>
                        <m:num>
                          <m:r>
                            <a:rPr lang="es-AR" sz="2400" b="0" i="1" smtClean="0">
                              <a:latin typeface="Cambria Math" panose="02040503050406030204" pitchFamily="18" charset="0"/>
                            </a:rPr>
                            <m:t>𝑀</m:t>
                          </m:r>
                        </m:num>
                        <m:den>
                          <m:r>
                            <a:rPr lang="es-AR" sz="2400" b="0" i="1" smtClean="0">
                              <a:latin typeface="Cambria Math" panose="02040503050406030204" pitchFamily="18" charset="0"/>
                            </a:rPr>
                            <m:t>𝐻</m:t>
                          </m:r>
                        </m:den>
                      </m:f>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𝐶</m:t>
                          </m:r>
                          <m:r>
                            <a:rPr lang="es-AR" sz="2400" b="0" i="1" smtClean="0">
                              <a:latin typeface="Cambria Math" panose="02040503050406030204" pitchFamily="18" charset="0"/>
                            </a:rPr>
                            <m:t>+</m:t>
                          </m:r>
                          <m:r>
                            <a:rPr lang="es-AR" sz="2400" b="0" i="1" smtClean="0">
                              <a:latin typeface="Cambria Math" panose="02040503050406030204" pitchFamily="18" charset="0"/>
                            </a:rPr>
                            <m:t>𝐷</m:t>
                          </m:r>
                        </m:num>
                        <m:den>
                          <m:r>
                            <a:rPr lang="es-AR" sz="2400" b="0" i="1" smtClean="0">
                              <a:latin typeface="Cambria Math" panose="02040503050406030204" pitchFamily="18" charset="0"/>
                            </a:rPr>
                            <m:t>𝐶</m:t>
                          </m:r>
                          <m:r>
                            <a:rPr lang="es-AR" sz="2400" b="0" i="1" smtClean="0">
                              <a:latin typeface="Cambria Math" panose="02040503050406030204" pitchFamily="18" charset="0"/>
                            </a:rPr>
                            <m:t>+</m:t>
                          </m:r>
                          <m:r>
                            <a:rPr lang="es-AR" sz="2400" b="0" i="1" smtClean="0">
                              <a:latin typeface="Cambria Math" panose="02040503050406030204" pitchFamily="18" charset="0"/>
                            </a:rPr>
                            <m:t>𝑅</m:t>
                          </m:r>
                        </m:den>
                      </m:f>
                    </m:oMath>
                  </m:oMathPara>
                </a14:m>
                <a:endParaRPr lang="es-AR" sz="2400" i="1" dirty="0"/>
              </a:p>
            </p:txBody>
          </p:sp>
        </mc:Choice>
        <mc:Fallback>
          <p:sp>
            <p:nvSpPr>
              <p:cNvPr id="12" name="CuadroTexto 11">
                <a:extLst>
                  <a:ext uri="{FF2B5EF4-FFF2-40B4-BE49-F238E27FC236}">
                    <a16:creationId xmlns:a16="http://schemas.microsoft.com/office/drawing/2014/main" id="{4CC2030E-C6AD-37CE-389B-743D3B4EB22E}"/>
                  </a:ext>
                </a:extLst>
              </p:cNvPr>
              <p:cNvSpPr txBox="1">
                <a:spLocks noRot="1" noChangeAspect="1" noMove="1" noResize="1" noEditPoints="1" noAdjustHandles="1" noChangeArrowheads="1" noChangeShapeType="1" noTextEdit="1"/>
              </p:cNvSpPr>
              <p:nvPr/>
            </p:nvSpPr>
            <p:spPr>
              <a:xfrm>
                <a:off x="4481048" y="3707318"/>
                <a:ext cx="1908810" cy="792396"/>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65C2844F-97D5-B8E4-3437-785D395B474B}"/>
                  </a:ext>
                </a:extLst>
              </p:cNvPr>
              <p:cNvSpPr txBox="1"/>
              <p:nvPr/>
            </p:nvSpPr>
            <p:spPr>
              <a:xfrm>
                <a:off x="4481048" y="4712823"/>
                <a:ext cx="2239792" cy="8613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2400" i="1" smtClean="0">
                              <a:latin typeface="Cambria Math" panose="02040503050406030204" pitchFamily="18" charset="0"/>
                            </a:rPr>
                          </m:ctrlPr>
                        </m:fPr>
                        <m:num>
                          <m:r>
                            <a:rPr lang="es-AR" sz="2400" b="0" i="1" smtClean="0">
                              <a:latin typeface="Cambria Math" panose="02040503050406030204" pitchFamily="18" charset="0"/>
                            </a:rPr>
                            <m:t>𝑀</m:t>
                          </m:r>
                        </m:num>
                        <m:den>
                          <m:r>
                            <a:rPr lang="es-AR" sz="2400" b="0" i="1" smtClean="0">
                              <a:latin typeface="Cambria Math" panose="02040503050406030204" pitchFamily="18" charset="0"/>
                            </a:rPr>
                            <m:t>𝐻</m:t>
                          </m:r>
                        </m:den>
                      </m:f>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d>
                            <m:dPr>
                              <m:ctrlPr>
                                <a:rPr lang="es-AR" sz="2400" b="0" i="1" smtClean="0">
                                  <a:latin typeface="Cambria Math" panose="02040503050406030204" pitchFamily="18" charset="0"/>
                                </a:rPr>
                              </m:ctrlPr>
                            </m:dPr>
                            <m:e>
                              <m:r>
                                <a:rPr lang="es-AR" sz="2400" b="0" i="1" smtClean="0">
                                  <a:latin typeface="Cambria Math" panose="02040503050406030204" pitchFamily="18" charset="0"/>
                                </a:rPr>
                                <m:t>1+</m:t>
                              </m:r>
                              <m:acc>
                                <m:accPr>
                                  <m:chr m:val="̅"/>
                                  <m:ctrlPr>
                                    <a:rPr lang="es-AR" sz="2400" b="0" i="1" smtClean="0">
                                      <a:latin typeface="Cambria Math" panose="02040503050406030204" pitchFamily="18" charset="0"/>
                                    </a:rPr>
                                  </m:ctrlPr>
                                </m:accPr>
                                <m:e>
                                  <m:r>
                                    <a:rPr lang="es-AR" sz="2400" b="0" i="1" smtClean="0">
                                      <a:latin typeface="Cambria Math" panose="02040503050406030204" pitchFamily="18" charset="0"/>
                                    </a:rPr>
                                    <m:t>𝑐</m:t>
                                  </m:r>
                                </m:e>
                              </m:acc>
                            </m:e>
                          </m:d>
                          <m:r>
                            <a:rPr lang="es-AR" sz="2400" b="0" i="1" smtClean="0">
                              <a:latin typeface="Cambria Math" panose="02040503050406030204" pitchFamily="18" charset="0"/>
                            </a:rPr>
                            <m:t>𝐷</m:t>
                          </m:r>
                        </m:num>
                        <m:den>
                          <m:d>
                            <m:dPr>
                              <m:ctrlPr>
                                <a:rPr lang="es-AR" sz="2400" i="1">
                                  <a:latin typeface="Cambria Math" panose="02040503050406030204" pitchFamily="18" charset="0"/>
                                </a:rPr>
                              </m:ctrlPr>
                            </m:dPr>
                            <m:e>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r>
                                <a:rPr lang="es-AR" sz="2400" b="0" i="1" smtClean="0">
                                  <a:latin typeface="Cambria Math" panose="02040503050406030204" pitchFamily="18" charset="0"/>
                                </a:rPr>
                                <m:t>+</m:t>
                              </m:r>
                              <m:r>
                                <a:rPr lang="es-AR" sz="2400" b="0" i="1" smtClean="0">
                                  <a:latin typeface="Cambria Math" panose="02040503050406030204" pitchFamily="18" charset="0"/>
                                </a:rPr>
                                <m:t>𝜃</m:t>
                              </m:r>
                            </m:e>
                          </m:d>
                          <m:r>
                            <a:rPr lang="es-AR" sz="2400" b="0" i="1" smtClean="0">
                              <a:latin typeface="Cambria Math" panose="02040503050406030204" pitchFamily="18" charset="0"/>
                            </a:rPr>
                            <m:t>𝐷</m:t>
                          </m:r>
                        </m:den>
                      </m:f>
                    </m:oMath>
                  </m:oMathPara>
                </a14:m>
                <a:endParaRPr lang="es-AR" sz="2400" i="1" dirty="0"/>
              </a:p>
            </p:txBody>
          </p:sp>
        </mc:Choice>
        <mc:Fallback>
          <p:sp>
            <p:nvSpPr>
              <p:cNvPr id="13" name="CuadroTexto 12">
                <a:extLst>
                  <a:ext uri="{FF2B5EF4-FFF2-40B4-BE49-F238E27FC236}">
                    <a16:creationId xmlns:a16="http://schemas.microsoft.com/office/drawing/2014/main" id="{65C2844F-97D5-B8E4-3437-785D395B474B}"/>
                  </a:ext>
                </a:extLst>
              </p:cNvPr>
              <p:cNvSpPr txBox="1">
                <a:spLocks noRot="1" noChangeAspect="1" noMove="1" noResize="1" noEditPoints="1" noAdjustHandles="1" noChangeArrowheads="1" noChangeShapeType="1" noTextEdit="1"/>
              </p:cNvSpPr>
              <p:nvPr/>
            </p:nvSpPr>
            <p:spPr>
              <a:xfrm>
                <a:off x="4481048" y="4712823"/>
                <a:ext cx="2239792" cy="861326"/>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3A5837DA-6DF9-5CCC-3D41-B49C09A4AE96}"/>
                  </a:ext>
                </a:extLst>
              </p:cNvPr>
              <p:cNvSpPr txBox="1"/>
              <p:nvPr/>
            </p:nvSpPr>
            <p:spPr>
              <a:xfrm>
                <a:off x="4481048" y="5764066"/>
                <a:ext cx="1908810" cy="7923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𝑀</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i="1">
                              <a:latin typeface="Cambria Math" panose="02040503050406030204" pitchFamily="18" charset="0"/>
                            </a:rPr>
                            <m:t>1+</m:t>
                          </m:r>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num>
                        <m:den>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r>
                            <a:rPr lang="es-AR" sz="2400" i="1">
                              <a:latin typeface="Cambria Math" panose="02040503050406030204" pitchFamily="18" charset="0"/>
                            </a:rPr>
                            <m:t>+</m:t>
                          </m:r>
                          <m:r>
                            <a:rPr lang="es-AR" sz="2400" i="1">
                              <a:latin typeface="Cambria Math" panose="02040503050406030204" pitchFamily="18" charset="0"/>
                            </a:rPr>
                            <m:t>𝜃</m:t>
                          </m:r>
                        </m:den>
                      </m:f>
                      <m:r>
                        <a:rPr lang="es-AR" sz="2400" b="0" i="1" smtClean="0">
                          <a:latin typeface="Cambria Math" panose="02040503050406030204" pitchFamily="18" charset="0"/>
                        </a:rPr>
                        <m:t>𝐻</m:t>
                      </m:r>
                    </m:oMath>
                  </m:oMathPara>
                </a14:m>
                <a:endParaRPr lang="es-AR" sz="2400" i="1" dirty="0"/>
              </a:p>
            </p:txBody>
          </p:sp>
        </mc:Choice>
        <mc:Fallback>
          <p:sp>
            <p:nvSpPr>
              <p:cNvPr id="14" name="CuadroTexto 13">
                <a:extLst>
                  <a:ext uri="{FF2B5EF4-FFF2-40B4-BE49-F238E27FC236}">
                    <a16:creationId xmlns:a16="http://schemas.microsoft.com/office/drawing/2014/main" id="{3A5837DA-6DF9-5CCC-3D41-B49C09A4AE96}"/>
                  </a:ext>
                </a:extLst>
              </p:cNvPr>
              <p:cNvSpPr txBox="1">
                <a:spLocks noRot="1" noChangeAspect="1" noMove="1" noResize="1" noEditPoints="1" noAdjustHandles="1" noChangeArrowheads="1" noChangeShapeType="1" noTextEdit="1"/>
              </p:cNvSpPr>
              <p:nvPr/>
            </p:nvSpPr>
            <p:spPr>
              <a:xfrm>
                <a:off x="4481048" y="5764066"/>
                <a:ext cx="1908810" cy="792396"/>
              </a:xfrm>
              <a:prstGeom prst="rect">
                <a:avLst/>
              </a:prstGeom>
              <a:blipFill>
                <a:blip r:embed="rId8"/>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9CA8FD69-B437-8315-AFCE-B98C8AEC694F}"/>
                  </a:ext>
                </a:extLst>
              </p:cNvPr>
              <p:cNvSpPr txBox="1"/>
              <p:nvPr/>
            </p:nvSpPr>
            <p:spPr>
              <a:xfrm>
                <a:off x="9343702" y="1179223"/>
                <a:ext cx="1908810" cy="7923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𝑀</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i="1">
                              <a:latin typeface="Cambria Math" panose="02040503050406030204" pitchFamily="18" charset="0"/>
                            </a:rPr>
                            <m:t>1+</m:t>
                          </m:r>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num>
                        <m:den>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r>
                            <a:rPr lang="es-AR" sz="2400" i="1">
                              <a:latin typeface="Cambria Math" panose="02040503050406030204" pitchFamily="18" charset="0"/>
                            </a:rPr>
                            <m:t>+</m:t>
                          </m:r>
                          <m:r>
                            <a:rPr lang="es-AR" sz="2400" i="1">
                              <a:latin typeface="Cambria Math" panose="02040503050406030204" pitchFamily="18" charset="0"/>
                            </a:rPr>
                            <m:t>𝜃</m:t>
                          </m:r>
                        </m:den>
                      </m:f>
                      <m:r>
                        <a:rPr lang="es-AR" sz="2400" b="0" i="1" smtClean="0">
                          <a:latin typeface="Cambria Math" panose="02040503050406030204" pitchFamily="18" charset="0"/>
                        </a:rPr>
                        <m:t>𝐻</m:t>
                      </m:r>
                    </m:oMath>
                  </m:oMathPara>
                </a14:m>
                <a:endParaRPr lang="es-AR" sz="2400" i="1" dirty="0"/>
              </a:p>
            </p:txBody>
          </p:sp>
        </mc:Choice>
        <mc:Fallback>
          <p:sp>
            <p:nvSpPr>
              <p:cNvPr id="15" name="CuadroTexto 14">
                <a:extLst>
                  <a:ext uri="{FF2B5EF4-FFF2-40B4-BE49-F238E27FC236}">
                    <a16:creationId xmlns:a16="http://schemas.microsoft.com/office/drawing/2014/main" id="{9CA8FD69-B437-8315-AFCE-B98C8AEC694F}"/>
                  </a:ext>
                </a:extLst>
              </p:cNvPr>
              <p:cNvSpPr txBox="1">
                <a:spLocks noRot="1" noChangeAspect="1" noMove="1" noResize="1" noEditPoints="1" noAdjustHandles="1" noChangeArrowheads="1" noChangeShapeType="1" noTextEdit="1"/>
              </p:cNvSpPr>
              <p:nvPr/>
            </p:nvSpPr>
            <p:spPr>
              <a:xfrm>
                <a:off x="9343702" y="1179223"/>
                <a:ext cx="1908810" cy="792396"/>
              </a:xfrm>
              <a:prstGeom prst="rect">
                <a:avLst/>
              </a:prstGeom>
              <a:blipFill>
                <a:blip r:embed="rId9"/>
                <a:stretch>
                  <a:fillRect/>
                </a:stretch>
              </a:blipFill>
            </p:spPr>
            <p:txBody>
              <a:bodyPr/>
              <a:lstStyle/>
              <a:p>
                <a:r>
                  <a:rPr lang="es-AR">
                    <a:noFill/>
                  </a:rPr>
                  <a:t> </a:t>
                </a:r>
              </a:p>
            </p:txBody>
          </p:sp>
        </mc:Fallback>
      </mc:AlternateContent>
      <p:cxnSp>
        <p:nvCxnSpPr>
          <p:cNvPr id="16" name="Conector recto de flecha 15">
            <a:extLst>
              <a:ext uri="{FF2B5EF4-FFF2-40B4-BE49-F238E27FC236}">
                <a16:creationId xmlns:a16="http://schemas.microsoft.com/office/drawing/2014/main" id="{A17BF774-5020-AB0A-2CFF-57272F3396FE}"/>
              </a:ext>
            </a:extLst>
          </p:cNvPr>
          <p:cNvCxnSpPr>
            <a:cxnSpLocks/>
            <a:stCxn id="11" idx="3"/>
            <a:endCxn id="15" idx="1"/>
          </p:cNvCxnSpPr>
          <p:nvPr/>
        </p:nvCxnSpPr>
        <p:spPr>
          <a:xfrm flipV="1">
            <a:off x="8641078" y="1575421"/>
            <a:ext cx="702624" cy="11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52A9EF7F-C6FD-B489-8C7E-8DE61552D4AA}"/>
                  </a:ext>
                </a:extLst>
              </p:cNvPr>
              <p:cNvSpPr txBox="1"/>
              <p:nvPr/>
            </p:nvSpPr>
            <p:spPr>
              <a:xfrm>
                <a:off x="7653609" y="3840239"/>
                <a:ext cx="161310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b="0" i="1" dirty="0" smtClean="0">
                          <a:latin typeface="Cambria Math" panose="02040503050406030204" pitchFamily="18" charset="0"/>
                        </a:rPr>
                        <m:t>𝑅</m:t>
                      </m:r>
                      <m:r>
                        <a:rPr lang="es-AR" sz="2400" i="1" dirty="0" smtClean="0">
                          <a:latin typeface="Cambria Math" panose="02040503050406030204" pitchFamily="18" charset="0"/>
                        </a:rPr>
                        <m:t>=</m:t>
                      </m:r>
                      <m:r>
                        <a:rPr lang="es-AR" sz="2400" i="1" dirty="0" smtClean="0">
                          <a:latin typeface="Cambria Math" panose="02040503050406030204" pitchFamily="18" charset="0"/>
                          <a:ea typeface="Cambria Math" panose="02040503050406030204" pitchFamily="18" charset="0"/>
                        </a:rPr>
                        <m:t>𝜃</m:t>
                      </m:r>
                      <m:r>
                        <a:rPr lang="es-AR" sz="2400" b="0" i="1" dirty="0" smtClean="0">
                          <a:latin typeface="Cambria Math" panose="02040503050406030204" pitchFamily="18" charset="0"/>
                          <a:ea typeface="Cambria Math" panose="02040503050406030204" pitchFamily="18" charset="0"/>
                        </a:rPr>
                        <m:t>𝐷</m:t>
                      </m:r>
                    </m:oMath>
                  </m:oMathPara>
                </a14:m>
                <a:endParaRPr lang="es-AR" sz="2400" i="1" dirty="0"/>
              </a:p>
            </p:txBody>
          </p:sp>
        </mc:Choice>
        <mc:Fallback>
          <p:sp>
            <p:nvSpPr>
              <p:cNvPr id="7" name="CuadroTexto 6">
                <a:extLst>
                  <a:ext uri="{FF2B5EF4-FFF2-40B4-BE49-F238E27FC236}">
                    <a16:creationId xmlns:a16="http://schemas.microsoft.com/office/drawing/2014/main" id="{52A9EF7F-C6FD-B489-8C7E-8DE61552D4AA}"/>
                  </a:ext>
                </a:extLst>
              </p:cNvPr>
              <p:cNvSpPr txBox="1">
                <a:spLocks noRot="1" noChangeAspect="1" noMove="1" noResize="1" noEditPoints="1" noAdjustHandles="1" noChangeArrowheads="1" noChangeShapeType="1" noTextEdit="1"/>
              </p:cNvSpPr>
              <p:nvPr/>
            </p:nvSpPr>
            <p:spPr>
              <a:xfrm>
                <a:off x="7653609" y="3840239"/>
                <a:ext cx="1613102" cy="461665"/>
              </a:xfrm>
              <a:prstGeom prst="rect">
                <a:avLst/>
              </a:prstGeom>
              <a:blipFill>
                <a:blip r:embed="rId10"/>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13270ECD-3EF7-06BF-294F-A4393423EEBE}"/>
                  </a:ext>
                </a:extLst>
              </p:cNvPr>
              <p:cNvSpPr txBox="1"/>
              <p:nvPr/>
            </p:nvSpPr>
            <p:spPr>
              <a:xfrm>
                <a:off x="6389858" y="3840239"/>
                <a:ext cx="161310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2400" i="1" dirty="0" smtClean="0">
                          <a:latin typeface="Cambria Math" panose="02040503050406030204" pitchFamily="18" charset="0"/>
                        </a:rPr>
                        <m:t>𝐶</m:t>
                      </m:r>
                      <m:r>
                        <a:rPr lang="es-AR" sz="2400" b="0" i="1" dirty="0" smtClean="0">
                          <a:latin typeface="Cambria Math" panose="02040503050406030204" pitchFamily="18" charset="0"/>
                        </a:rPr>
                        <m:t>=</m:t>
                      </m:r>
                      <m:acc>
                        <m:accPr>
                          <m:chr m:val="̅"/>
                          <m:ctrlPr>
                            <a:rPr lang="es-AR" sz="2400" b="0" i="1" dirty="0" smtClean="0">
                              <a:latin typeface="Cambria Math" panose="02040503050406030204" pitchFamily="18" charset="0"/>
                            </a:rPr>
                          </m:ctrlPr>
                        </m:accPr>
                        <m:e>
                          <m:r>
                            <a:rPr lang="es-AR" sz="2400" b="0" i="1" dirty="0" smtClean="0">
                              <a:latin typeface="Cambria Math" panose="02040503050406030204" pitchFamily="18" charset="0"/>
                            </a:rPr>
                            <m:t>𝑐</m:t>
                          </m:r>
                        </m:e>
                      </m:acc>
                      <m:r>
                        <a:rPr lang="es-AR" sz="2400" b="0" i="1" dirty="0" smtClean="0">
                          <a:latin typeface="Cambria Math" panose="02040503050406030204" pitchFamily="18" charset="0"/>
                        </a:rPr>
                        <m:t>𝐷</m:t>
                      </m:r>
                    </m:oMath>
                  </m:oMathPara>
                </a14:m>
                <a:endParaRPr lang="es-AR" sz="2400" i="1" dirty="0"/>
              </a:p>
            </p:txBody>
          </p:sp>
        </mc:Choice>
        <mc:Fallback>
          <p:sp>
            <p:nvSpPr>
              <p:cNvPr id="8" name="CuadroTexto 7">
                <a:extLst>
                  <a:ext uri="{FF2B5EF4-FFF2-40B4-BE49-F238E27FC236}">
                    <a16:creationId xmlns:a16="http://schemas.microsoft.com/office/drawing/2014/main" id="{13270ECD-3EF7-06BF-294F-A4393423EEBE}"/>
                  </a:ext>
                </a:extLst>
              </p:cNvPr>
              <p:cNvSpPr txBox="1">
                <a:spLocks noRot="1" noChangeAspect="1" noMove="1" noResize="1" noEditPoints="1" noAdjustHandles="1" noChangeArrowheads="1" noChangeShapeType="1" noTextEdit="1"/>
              </p:cNvSpPr>
              <p:nvPr/>
            </p:nvSpPr>
            <p:spPr>
              <a:xfrm>
                <a:off x="6389858" y="3840239"/>
                <a:ext cx="1613102" cy="461665"/>
              </a:xfrm>
              <a:prstGeom prst="rect">
                <a:avLst/>
              </a:prstGeom>
              <a:blipFill>
                <a:blip r:embed="rId11"/>
                <a:stretch>
                  <a:fillRect/>
                </a:stretch>
              </a:blipFill>
            </p:spPr>
            <p:txBody>
              <a:bodyPr/>
              <a:lstStyle/>
              <a:p>
                <a:r>
                  <a:rPr lang="es-AR">
                    <a:noFill/>
                  </a:rPr>
                  <a:t> </a:t>
                </a:r>
              </a:p>
            </p:txBody>
          </p:sp>
        </mc:Fallback>
      </mc:AlternateContent>
      <p:grpSp>
        <p:nvGrpSpPr>
          <p:cNvPr id="9" name="Grupo 8">
            <a:extLst>
              <a:ext uri="{FF2B5EF4-FFF2-40B4-BE49-F238E27FC236}">
                <a16:creationId xmlns:a16="http://schemas.microsoft.com/office/drawing/2014/main" id="{65A5EAB5-C7FF-CF7C-04EA-754E1E2F6CA6}"/>
              </a:ext>
            </a:extLst>
          </p:cNvPr>
          <p:cNvGrpSpPr/>
          <p:nvPr/>
        </p:nvGrpSpPr>
        <p:grpSpPr>
          <a:xfrm>
            <a:off x="301478" y="101545"/>
            <a:ext cx="2539434" cy="461665"/>
            <a:chOff x="301478" y="101545"/>
            <a:chExt cx="2539434" cy="461665"/>
          </a:xfrm>
        </p:grpSpPr>
        <p:sp>
          <p:nvSpPr>
            <p:cNvPr id="10" name="CuadroTexto 9">
              <a:extLst>
                <a:ext uri="{FF2B5EF4-FFF2-40B4-BE49-F238E27FC236}">
                  <a16:creationId xmlns:a16="http://schemas.microsoft.com/office/drawing/2014/main" id="{2BC6952E-F01F-1CBF-5AC6-2ADE8FF2D02B}"/>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17" name="Conector recto 16">
              <a:extLst>
                <a:ext uri="{FF2B5EF4-FFF2-40B4-BE49-F238E27FC236}">
                  <a16:creationId xmlns:a16="http://schemas.microsoft.com/office/drawing/2014/main" id="{799C5579-C4C3-97D3-9719-FAF4293CAE29}"/>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Abrir llave 1">
            <a:extLst>
              <a:ext uri="{FF2B5EF4-FFF2-40B4-BE49-F238E27FC236}">
                <a16:creationId xmlns:a16="http://schemas.microsoft.com/office/drawing/2014/main" id="{CA446329-D034-5CA5-76BA-76BB34BBDE3C}"/>
              </a:ext>
            </a:extLst>
          </p:cNvPr>
          <p:cNvSpPr/>
          <p:nvPr/>
        </p:nvSpPr>
        <p:spPr>
          <a:xfrm>
            <a:off x="4689430" y="2669196"/>
            <a:ext cx="192838" cy="85990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AR" sz="2400"/>
          </a:p>
        </p:txBody>
      </p:sp>
    </p:spTree>
    <p:extLst>
      <p:ext uri="{BB962C8B-B14F-4D97-AF65-F5344CB8AC3E}">
        <p14:creationId xmlns:p14="http://schemas.microsoft.com/office/powerpoint/2010/main" val="3602756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1DEB4-3D86-462D-CD1D-2A5C33B9111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12AA0124-F01F-B02E-5A5F-87CE8258FAF4}"/>
                  </a:ext>
                </a:extLst>
              </p:cNvPr>
              <p:cNvSpPr txBox="1"/>
              <p:nvPr/>
            </p:nvSpPr>
            <p:spPr>
              <a:xfrm>
                <a:off x="502923" y="2121753"/>
                <a:ext cx="2718670" cy="461665"/>
              </a:xfrm>
              <a:prstGeom prst="rect">
                <a:avLst/>
              </a:prstGeom>
              <a:noFill/>
            </p:spPr>
            <p:txBody>
              <a:bodyPr wrap="square">
                <a:spAutoFit/>
              </a:bodyPr>
              <a:lstStyle/>
              <a:p>
                <a14:m>
                  <m:oMath xmlns:m="http://schemas.openxmlformats.org/officeDocument/2006/math">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r>
                      <a:rPr lang="es-AR" sz="2400" b="0" i="1" smtClean="0">
                        <a:latin typeface="Cambria Math" panose="02040503050406030204" pitchFamily="18" charset="0"/>
                      </a:rPr>
                      <m:t>=</m:t>
                    </m:r>
                    <m:r>
                      <a:rPr lang="es-AR" sz="2400" b="0" i="1" smtClean="0">
                        <a:latin typeface="Cambria Math" panose="02040503050406030204" pitchFamily="18" charset="0"/>
                      </a:rPr>
                      <m:t>𝑓</m:t>
                    </m:r>
                    <m:r>
                      <a:rPr lang="es-AR" sz="2400" b="0" i="1" smtClean="0">
                        <a:latin typeface="Cambria Math" panose="02040503050406030204" pitchFamily="18" charset="0"/>
                      </a:rPr>
                      <m:t>(</m:t>
                    </m:r>
                    <m:r>
                      <a:rPr lang="es-AR" sz="2400" b="0" i="1" smtClean="0">
                        <a:latin typeface="Cambria Math" panose="02040503050406030204" pitchFamily="18" charset="0"/>
                      </a:rPr>
                      <m:t>𝑖</m:t>
                    </m:r>
                    <m:r>
                      <a:rPr lang="es-AR" sz="2400" b="0" i="1" smtClean="0">
                        <a:latin typeface="Cambria Math" panose="02040503050406030204" pitchFamily="18" charset="0"/>
                      </a:rPr>
                      <m:t>)</m:t>
                    </m:r>
                  </m:oMath>
                </a14:m>
                <a:r>
                  <a:rPr lang="es-AR" sz="2400" i="1" dirty="0"/>
                  <a:t>, </a:t>
                </a:r>
                <a14:m>
                  <m:oMath xmlns:m="http://schemas.openxmlformats.org/officeDocument/2006/math">
                    <m:r>
                      <a:rPr lang="es-AR" sz="2400" i="1">
                        <a:latin typeface="Cambria Math" panose="02040503050406030204" pitchFamily="18" charset="0"/>
                      </a:rPr>
                      <m:t>𝑓</m:t>
                    </m:r>
                    <m:r>
                      <a:rPr lang="es-AR" sz="2400" b="0" i="1" smtClean="0">
                        <a:latin typeface="Cambria Math" panose="02040503050406030204" pitchFamily="18" charset="0"/>
                      </a:rPr>
                      <m:t>′</m:t>
                    </m:r>
                    <m:r>
                      <a:rPr lang="es-AR" sz="2400" i="1">
                        <a:latin typeface="Cambria Math" panose="02040503050406030204" pitchFamily="18" charset="0"/>
                      </a:rPr>
                      <m:t>(</m:t>
                    </m:r>
                    <m:r>
                      <a:rPr lang="es-AR" sz="2400" i="1">
                        <a:latin typeface="Cambria Math" panose="02040503050406030204" pitchFamily="18" charset="0"/>
                      </a:rPr>
                      <m:t>𝑖</m:t>
                    </m:r>
                    <m:r>
                      <a:rPr lang="es-AR" sz="2400" i="1">
                        <a:latin typeface="Cambria Math" panose="02040503050406030204" pitchFamily="18" charset="0"/>
                      </a:rPr>
                      <m:t>)&lt;0</m:t>
                    </m:r>
                  </m:oMath>
                </a14:m>
                <a:endParaRPr lang="es-AR" sz="2400" i="1" dirty="0"/>
              </a:p>
            </p:txBody>
          </p:sp>
        </mc:Choice>
        <mc:Fallback>
          <p:sp>
            <p:nvSpPr>
              <p:cNvPr id="15" name="CuadroTexto 14">
                <a:extLst>
                  <a:ext uri="{FF2B5EF4-FFF2-40B4-BE49-F238E27FC236}">
                    <a16:creationId xmlns:a16="http://schemas.microsoft.com/office/drawing/2014/main" id="{12AA0124-F01F-B02E-5A5F-87CE8258FAF4}"/>
                  </a:ext>
                </a:extLst>
              </p:cNvPr>
              <p:cNvSpPr txBox="1">
                <a:spLocks noRot="1" noChangeAspect="1" noMove="1" noResize="1" noEditPoints="1" noAdjustHandles="1" noChangeArrowheads="1" noChangeShapeType="1" noTextEdit="1"/>
              </p:cNvSpPr>
              <p:nvPr/>
            </p:nvSpPr>
            <p:spPr>
              <a:xfrm>
                <a:off x="502923" y="2121753"/>
                <a:ext cx="2718670" cy="461665"/>
              </a:xfrm>
              <a:prstGeom prst="rect">
                <a:avLst/>
              </a:prstGeom>
              <a:blipFill>
                <a:blip r:embed="rId3"/>
                <a:stretch>
                  <a:fillRect t="-10526" b="-28947"/>
                </a:stretch>
              </a:blipFill>
            </p:spPr>
            <p:txBody>
              <a:bodyPr/>
              <a:lstStyle/>
              <a:p>
                <a:r>
                  <a:rPr lang="es-AR">
                    <a:noFill/>
                  </a:rPr>
                  <a:t> </a:t>
                </a:r>
              </a:p>
            </p:txBody>
          </p:sp>
        </mc:Fallback>
      </mc:AlternateContent>
      <p:cxnSp>
        <p:nvCxnSpPr>
          <p:cNvPr id="16" name="Conector recto de flecha 15">
            <a:extLst>
              <a:ext uri="{FF2B5EF4-FFF2-40B4-BE49-F238E27FC236}">
                <a16:creationId xmlns:a16="http://schemas.microsoft.com/office/drawing/2014/main" id="{D7F8505D-D509-FDE9-4FE1-12C110F5E661}"/>
              </a:ext>
            </a:extLst>
          </p:cNvPr>
          <p:cNvCxnSpPr>
            <a:cxnSpLocks/>
            <a:stCxn id="15" idx="3"/>
            <a:endCxn id="8" idx="1"/>
          </p:cNvCxnSpPr>
          <p:nvPr/>
        </p:nvCxnSpPr>
        <p:spPr>
          <a:xfrm flipV="1">
            <a:off x="3221593" y="2352585"/>
            <a:ext cx="45669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1482E473-A06B-D0C5-EA70-97E5A08BACB4}"/>
                  </a:ext>
                </a:extLst>
              </p:cNvPr>
              <p:cNvSpPr txBox="1"/>
              <p:nvPr/>
            </p:nvSpPr>
            <p:spPr>
              <a:xfrm>
                <a:off x="3678283" y="2044103"/>
                <a:ext cx="2701834" cy="616964"/>
              </a:xfrm>
              <a:prstGeom prst="rect">
                <a:avLst/>
              </a:prstGeom>
              <a:noFill/>
            </p:spPr>
            <p:txBody>
              <a:bodyPr wrap="square">
                <a:spAutoFit/>
              </a:bodyPr>
              <a:lstStyle/>
              <a:p>
                <a:r>
                  <a:rPr lang="es-AR" sz="2400" dirty="0"/>
                  <a:t>Si sube </a:t>
                </a:r>
                <a14:m>
                  <m:oMath xmlns:m="http://schemas.openxmlformats.org/officeDocument/2006/math">
                    <m:r>
                      <a:rPr lang="es-AR" sz="2400" i="1" dirty="0" smtClean="0">
                        <a:latin typeface="Cambria Math" panose="02040503050406030204" pitchFamily="18" charset="0"/>
                      </a:rPr>
                      <m:t>𝑖</m:t>
                    </m:r>
                  </m:oMath>
                </a14:m>
                <a:r>
                  <a:rPr lang="es-AR" sz="2400" dirty="0"/>
                  <a:t>, </a:t>
                </a:r>
                <a14:m>
                  <m:oMath xmlns:m="http://schemas.openxmlformats.org/officeDocument/2006/math">
                    <m:f>
                      <m:fPr>
                        <m:ctrlPr>
                          <a:rPr lang="es-AR" sz="2400" i="1" smtClean="0">
                            <a:latin typeface="Cambria Math" panose="02040503050406030204" pitchFamily="18" charset="0"/>
                          </a:rPr>
                        </m:ctrlPr>
                      </m:fPr>
                      <m:num>
                        <m:r>
                          <a:rPr lang="es-AR" sz="2400" b="0" i="1" smtClean="0">
                            <a:latin typeface="Cambria Math" panose="02040503050406030204" pitchFamily="18" charset="0"/>
                          </a:rPr>
                          <m:t>𝐶</m:t>
                        </m:r>
                      </m:num>
                      <m:den>
                        <m:r>
                          <a:rPr lang="es-AR" sz="2400" b="0" i="1" smtClean="0">
                            <a:latin typeface="Cambria Math" panose="02040503050406030204" pitchFamily="18" charset="0"/>
                          </a:rPr>
                          <m:t>𝐷</m:t>
                        </m:r>
                      </m:den>
                    </m:f>
                    <m:r>
                      <a:rPr lang="es-AR" sz="2400" b="0" i="1" smtClean="0">
                        <a:latin typeface="Cambria Math" panose="02040503050406030204" pitchFamily="18" charset="0"/>
                      </a:rPr>
                      <m:t>=</m:t>
                    </m:r>
                    <m:acc>
                      <m:accPr>
                        <m:chr m:val="̅"/>
                        <m:ctrlPr>
                          <a:rPr lang="es-AR" sz="2400" i="1">
                            <a:latin typeface="Cambria Math" panose="02040503050406030204" pitchFamily="18" charset="0"/>
                          </a:rPr>
                        </m:ctrlPr>
                      </m:accPr>
                      <m:e>
                        <m:r>
                          <a:rPr lang="es-AR" sz="2400" b="0" i="1" smtClean="0">
                            <a:latin typeface="Cambria Math" panose="02040503050406030204" pitchFamily="18" charset="0"/>
                          </a:rPr>
                          <m:t>𝑐</m:t>
                        </m:r>
                      </m:e>
                    </m:acc>
                  </m:oMath>
                </a14:m>
                <a:endParaRPr lang="es-AR" sz="2400" i="1" dirty="0"/>
              </a:p>
            </p:txBody>
          </p:sp>
        </mc:Choice>
        <mc:Fallback>
          <p:sp>
            <p:nvSpPr>
              <p:cNvPr id="8" name="CuadroTexto 7">
                <a:extLst>
                  <a:ext uri="{FF2B5EF4-FFF2-40B4-BE49-F238E27FC236}">
                    <a16:creationId xmlns:a16="http://schemas.microsoft.com/office/drawing/2014/main" id="{1482E473-A06B-D0C5-EA70-97E5A08BACB4}"/>
                  </a:ext>
                </a:extLst>
              </p:cNvPr>
              <p:cNvSpPr txBox="1">
                <a:spLocks noRot="1" noChangeAspect="1" noMove="1" noResize="1" noEditPoints="1" noAdjustHandles="1" noChangeArrowheads="1" noChangeShapeType="1" noTextEdit="1"/>
              </p:cNvSpPr>
              <p:nvPr/>
            </p:nvSpPr>
            <p:spPr>
              <a:xfrm>
                <a:off x="3678283" y="2044103"/>
                <a:ext cx="2701834" cy="616964"/>
              </a:xfrm>
              <a:prstGeom prst="rect">
                <a:avLst/>
              </a:prstGeom>
              <a:blipFill>
                <a:blip r:embed="rId4"/>
                <a:stretch>
                  <a:fillRect l="-3378" b="-9804"/>
                </a:stretch>
              </a:blipFill>
            </p:spPr>
            <p:txBody>
              <a:bodyPr/>
              <a:lstStyle/>
              <a:p>
                <a:r>
                  <a:rPr lang="es-AR">
                    <a:noFill/>
                  </a:rPr>
                  <a:t> </a:t>
                </a:r>
              </a:p>
            </p:txBody>
          </p:sp>
        </mc:Fallback>
      </mc:AlternateContent>
      <p:cxnSp>
        <p:nvCxnSpPr>
          <p:cNvPr id="10" name="Conector recto de flecha 9">
            <a:extLst>
              <a:ext uri="{FF2B5EF4-FFF2-40B4-BE49-F238E27FC236}">
                <a16:creationId xmlns:a16="http://schemas.microsoft.com/office/drawing/2014/main" id="{1C3FCFB1-B03A-C767-8900-FAC8E134CDD5}"/>
              </a:ext>
            </a:extLst>
          </p:cNvPr>
          <p:cNvCxnSpPr>
            <a:cxnSpLocks/>
          </p:cNvCxnSpPr>
          <p:nvPr/>
        </p:nvCxnSpPr>
        <p:spPr>
          <a:xfrm>
            <a:off x="6171452" y="2183089"/>
            <a:ext cx="0" cy="321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de flecha 18">
            <a:extLst>
              <a:ext uri="{FF2B5EF4-FFF2-40B4-BE49-F238E27FC236}">
                <a16:creationId xmlns:a16="http://schemas.microsoft.com/office/drawing/2014/main" id="{C7250251-9F46-6208-0E5F-58986A55AB90}"/>
              </a:ext>
            </a:extLst>
          </p:cNvPr>
          <p:cNvCxnSpPr>
            <a:cxnSpLocks/>
            <a:stCxn id="8" idx="3"/>
            <a:endCxn id="21" idx="1"/>
          </p:cNvCxnSpPr>
          <p:nvPr/>
        </p:nvCxnSpPr>
        <p:spPr>
          <a:xfrm>
            <a:off x="6380117" y="2352585"/>
            <a:ext cx="3869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286D1827-8ADA-EDAA-B91F-297C78E248BA}"/>
                  </a:ext>
                </a:extLst>
              </p:cNvPr>
              <p:cNvSpPr txBox="1"/>
              <p:nvPr/>
            </p:nvSpPr>
            <p:spPr>
              <a:xfrm>
                <a:off x="6767070" y="1956387"/>
                <a:ext cx="864870" cy="7923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2400" b="0" i="1" smtClean="0">
                              <a:latin typeface="Cambria Math" panose="02040503050406030204" pitchFamily="18" charset="0"/>
                            </a:rPr>
                          </m:ctrlPr>
                        </m:fPr>
                        <m:num>
                          <m:r>
                            <a:rPr lang="es-AR" sz="2400" i="1">
                              <a:latin typeface="Cambria Math" panose="02040503050406030204" pitchFamily="18" charset="0"/>
                            </a:rPr>
                            <m:t>1+</m:t>
                          </m:r>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num>
                        <m:den>
                          <m:acc>
                            <m:accPr>
                              <m:chr m:val="̅"/>
                              <m:ctrlPr>
                                <a:rPr lang="es-AR" sz="2400" i="1">
                                  <a:latin typeface="Cambria Math" panose="02040503050406030204" pitchFamily="18" charset="0"/>
                                </a:rPr>
                              </m:ctrlPr>
                            </m:accPr>
                            <m:e>
                              <m:r>
                                <a:rPr lang="es-AR" sz="2400" i="1">
                                  <a:latin typeface="Cambria Math" panose="02040503050406030204" pitchFamily="18" charset="0"/>
                                </a:rPr>
                                <m:t>𝑐</m:t>
                              </m:r>
                            </m:e>
                          </m:acc>
                          <m:r>
                            <a:rPr lang="es-AR" sz="2400" i="1">
                              <a:latin typeface="Cambria Math" panose="02040503050406030204" pitchFamily="18" charset="0"/>
                            </a:rPr>
                            <m:t>+</m:t>
                          </m:r>
                          <m:r>
                            <a:rPr lang="es-AR" sz="2400" i="1">
                              <a:latin typeface="Cambria Math" panose="02040503050406030204" pitchFamily="18" charset="0"/>
                            </a:rPr>
                            <m:t>𝜃</m:t>
                          </m:r>
                        </m:den>
                      </m:f>
                    </m:oMath>
                  </m:oMathPara>
                </a14:m>
                <a:endParaRPr lang="es-AR" sz="2400" i="1" dirty="0"/>
              </a:p>
            </p:txBody>
          </p:sp>
        </mc:Choice>
        <mc:Fallback>
          <p:sp>
            <p:nvSpPr>
              <p:cNvPr id="21" name="CuadroTexto 20">
                <a:extLst>
                  <a:ext uri="{FF2B5EF4-FFF2-40B4-BE49-F238E27FC236}">
                    <a16:creationId xmlns:a16="http://schemas.microsoft.com/office/drawing/2014/main" id="{286D1827-8ADA-EDAA-B91F-297C78E248BA}"/>
                  </a:ext>
                </a:extLst>
              </p:cNvPr>
              <p:cNvSpPr txBox="1">
                <a:spLocks noRot="1" noChangeAspect="1" noMove="1" noResize="1" noEditPoints="1" noAdjustHandles="1" noChangeArrowheads="1" noChangeShapeType="1" noTextEdit="1"/>
              </p:cNvSpPr>
              <p:nvPr/>
            </p:nvSpPr>
            <p:spPr>
              <a:xfrm>
                <a:off x="6767070" y="1956387"/>
                <a:ext cx="864870" cy="792396"/>
              </a:xfrm>
              <a:prstGeom prst="rect">
                <a:avLst/>
              </a:prstGeom>
              <a:blipFill>
                <a:blip r:embed="rId5"/>
                <a:stretch>
                  <a:fillRect/>
                </a:stretch>
              </a:blipFill>
            </p:spPr>
            <p:txBody>
              <a:bodyPr/>
              <a:lstStyle/>
              <a:p>
                <a:r>
                  <a:rPr lang="es-AR">
                    <a:noFill/>
                  </a:rPr>
                  <a:t> </a:t>
                </a:r>
              </a:p>
            </p:txBody>
          </p:sp>
        </mc:Fallback>
      </mc:AlternateContent>
      <p:cxnSp>
        <p:nvCxnSpPr>
          <p:cNvPr id="22" name="Conector recto de flecha 21">
            <a:extLst>
              <a:ext uri="{FF2B5EF4-FFF2-40B4-BE49-F238E27FC236}">
                <a16:creationId xmlns:a16="http://schemas.microsoft.com/office/drawing/2014/main" id="{B56000C9-2366-AC35-2217-431A9B0E8339}"/>
              </a:ext>
            </a:extLst>
          </p:cNvPr>
          <p:cNvCxnSpPr>
            <a:cxnSpLocks/>
          </p:cNvCxnSpPr>
          <p:nvPr/>
        </p:nvCxnSpPr>
        <p:spPr>
          <a:xfrm flipV="1">
            <a:off x="7764032" y="2192005"/>
            <a:ext cx="0" cy="321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CuadroTexto 22">
            <a:extLst>
              <a:ext uri="{FF2B5EF4-FFF2-40B4-BE49-F238E27FC236}">
                <a16:creationId xmlns:a16="http://schemas.microsoft.com/office/drawing/2014/main" id="{BB200827-4A4D-2184-C655-F43E14E0CD07}"/>
              </a:ext>
            </a:extLst>
          </p:cNvPr>
          <p:cNvSpPr txBox="1"/>
          <p:nvPr/>
        </p:nvSpPr>
        <p:spPr>
          <a:xfrm>
            <a:off x="8105980" y="1956387"/>
            <a:ext cx="3838371" cy="830997"/>
          </a:xfrm>
          <a:prstGeom prst="rect">
            <a:avLst/>
          </a:prstGeom>
          <a:noFill/>
        </p:spPr>
        <p:txBody>
          <a:bodyPr wrap="square" rtlCol="0">
            <a:spAutoFit/>
          </a:bodyPr>
          <a:lstStyle/>
          <a:p>
            <a:r>
              <a:rPr lang="es-AR" sz="2400" dirty="0"/>
              <a:t>La oferta de dinero tendría pendiente positiva</a:t>
            </a:r>
          </a:p>
        </p:txBody>
      </p:sp>
      <p:grpSp>
        <p:nvGrpSpPr>
          <p:cNvPr id="28" name="Grupo 27">
            <a:extLst>
              <a:ext uri="{FF2B5EF4-FFF2-40B4-BE49-F238E27FC236}">
                <a16:creationId xmlns:a16="http://schemas.microsoft.com/office/drawing/2014/main" id="{06CE38AD-10B0-81B4-CC79-DB051DE75C2B}"/>
              </a:ext>
            </a:extLst>
          </p:cNvPr>
          <p:cNvGrpSpPr/>
          <p:nvPr/>
        </p:nvGrpSpPr>
        <p:grpSpPr>
          <a:xfrm>
            <a:off x="301478" y="101545"/>
            <a:ext cx="2539434" cy="461665"/>
            <a:chOff x="301478" y="101545"/>
            <a:chExt cx="2539434" cy="461665"/>
          </a:xfrm>
        </p:grpSpPr>
        <p:sp>
          <p:nvSpPr>
            <p:cNvPr id="29" name="CuadroTexto 28">
              <a:extLst>
                <a:ext uri="{FF2B5EF4-FFF2-40B4-BE49-F238E27FC236}">
                  <a16:creationId xmlns:a16="http://schemas.microsoft.com/office/drawing/2014/main" id="{43119100-5B02-C17C-D254-2D54B627BE23}"/>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30" name="Conector recto 29">
              <a:extLst>
                <a:ext uri="{FF2B5EF4-FFF2-40B4-BE49-F238E27FC236}">
                  <a16:creationId xmlns:a16="http://schemas.microsoft.com/office/drawing/2014/main" id="{0443E205-2C2C-C770-DB59-FEC002273AD6}"/>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4" name="Grupo 13">
            <a:extLst>
              <a:ext uri="{FF2B5EF4-FFF2-40B4-BE49-F238E27FC236}">
                <a16:creationId xmlns:a16="http://schemas.microsoft.com/office/drawing/2014/main" id="{70522EF7-ED17-68A8-3B8A-B9EE1256F0E6}"/>
              </a:ext>
            </a:extLst>
          </p:cNvPr>
          <p:cNvGrpSpPr/>
          <p:nvPr/>
        </p:nvGrpSpPr>
        <p:grpSpPr>
          <a:xfrm>
            <a:off x="3342485" y="384881"/>
            <a:ext cx="4763495" cy="6393109"/>
            <a:chOff x="3342485" y="384881"/>
            <a:chExt cx="4763495" cy="6393109"/>
          </a:xfrm>
        </p:grpSpPr>
        <p:grpSp>
          <p:nvGrpSpPr>
            <p:cNvPr id="27" name="Grupo 26">
              <a:extLst>
                <a:ext uri="{FF2B5EF4-FFF2-40B4-BE49-F238E27FC236}">
                  <a16:creationId xmlns:a16="http://schemas.microsoft.com/office/drawing/2014/main" id="{04D0C184-239C-6F71-4ECE-8CFF9510382A}"/>
                </a:ext>
              </a:extLst>
            </p:cNvPr>
            <p:cNvGrpSpPr/>
            <p:nvPr/>
          </p:nvGrpSpPr>
          <p:grpSpPr>
            <a:xfrm>
              <a:off x="3391513" y="3040136"/>
              <a:ext cx="4714467" cy="3737854"/>
              <a:chOff x="1815873" y="2947860"/>
              <a:chExt cx="4714467" cy="3737854"/>
            </a:xfrm>
          </p:grpSpPr>
          <p:cxnSp>
            <p:nvCxnSpPr>
              <p:cNvPr id="9" name="Conector recto de flecha 8">
                <a:extLst>
                  <a:ext uri="{FF2B5EF4-FFF2-40B4-BE49-F238E27FC236}">
                    <a16:creationId xmlns:a16="http://schemas.microsoft.com/office/drawing/2014/main" id="{01AAFBBE-37DB-BE6E-375A-2C3589ABD488}"/>
                  </a:ext>
                </a:extLst>
              </p:cNvPr>
              <p:cNvCxnSpPr/>
              <p:nvPr/>
            </p:nvCxnSpPr>
            <p:spPr>
              <a:xfrm flipV="1">
                <a:off x="2252866" y="3150917"/>
                <a:ext cx="0" cy="288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Conector recto de flecha 10">
                <a:extLst>
                  <a:ext uri="{FF2B5EF4-FFF2-40B4-BE49-F238E27FC236}">
                    <a16:creationId xmlns:a16="http://schemas.microsoft.com/office/drawing/2014/main" id="{A46B430E-61FF-979E-2E00-DD985AFED54C}"/>
                  </a:ext>
                </a:extLst>
              </p:cNvPr>
              <p:cNvCxnSpPr>
                <a:cxnSpLocks/>
              </p:cNvCxnSpPr>
              <p:nvPr/>
            </p:nvCxnSpPr>
            <p:spPr>
              <a:xfrm>
                <a:off x="2252866" y="6030917"/>
                <a:ext cx="393552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Conector recto 11">
                <a:extLst>
                  <a:ext uri="{FF2B5EF4-FFF2-40B4-BE49-F238E27FC236}">
                    <a16:creationId xmlns:a16="http://schemas.microsoft.com/office/drawing/2014/main" id="{FD67F5A4-EFC1-22F7-03D5-6DD0D13D4941}"/>
                  </a:ext>
                </a:extLst>
              </p:cNvPr>
              <p:cNvCxnSpPr>
                <a:cxnSpLocks/>
              </p:cNvCxnSpPr>
              <p:nvPr/>
            </p:nvCxnSpPr>
            <p:spPr>
              <a:xfrm flipV="1">
                <a:off x="2527071" y="5088435"/>
                <a:ext cx="2053501" cy="754912"/>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F45B305-3505-1845-0385-A59F989F350E}"/>
                      </a:ext>
                    </a:extLst>
                  </p:cNvPr>
                  <p:cNvSpPr txBox="1"/>
                  <p:nvPr/>
                </p:nvSpPr>
                <p:spPr>
                  <a:xfrm>
                    <a:off x="1815873" y="2947860"/>
                    <a:ext cx="4371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𝑖</m:t>
                          </m:r>
                        </m:oMath>
                      </m:oMathPara>
                    </a14:m>
                    <a:endParaRPr lang="es-AR" dirty="0"/>
                  </a:p>
                </p:txBody>
              </p:sp>
            </mc:Choice>
            <mc:Fallback xmlns="">
              <p:sp>
                <p:nvSpPr>
                  <p:cNvPr id="5" name="CuadroTexto 4">
                    <a:extLst>
                      <a:ext uri="{FF2B5EF4-FFF2-40B4-BE49-F238E27FC236}">
                        <a16:creationId xmlns:a16="http://schemas.microsoft.com/office/drawing/2014/main" id="{CF45B305-3505-1845-0385-A59F989F350E}"/>
                      </a:ext>
                    </a:extLst>
                  </p:cNvPr>
                  <p:cNvSpPr txBox="1">
                    <a:spLocks noRot="1" noChangeAspect="1" noMove="1" noResize="1" noEditPoints="1" noAdjustHandles="1" noChangeArrowheads="1" noChangeShapeType="1" noTextEdit="1"/>
                  </p:cNvSpPr>
                  <p:nvPr/>
                </p:nvSpPr>
                <p:spPr>
                  <a:xfrm>
                    <a:off x="1815873" y="2947860"/>
                    <a:ext cx="437196" cy="369332"/>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60E1D0E-D060-0C84-EDBD-6AF7B4C08CDF}"/>
                      </a:ext>
                    </a:extLst>
                  </p:cNvPr>
                  <p:cNvSpPr txBox="1"/>
                  <p:nvPr/>
                </p:nvSpPr>
                <p:spPr>
                  <a:xfrm>
                    <a:off x="6093144" y="6076637"/>
                    <a:ext cx="437196"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b="0" i="1" smtClean="0">
                                  <a:latin typeface="Cambria Math" panose="02040503050406030204" pitchFamily="18" charset="0"/>
                                </a:rPr>
                              </m:ctrlPr>
                            </m:fPr>
                            <m:num>
                              <m:r>
                                <a:rPr lang="es-AR" b="0" i="1" smtClean="0">
                                  <a:latin typeface="Cambria Math" panose="02040503050406030204" pitchFamily="18" charset="0"/>
                                </a:rPr>
                                <m:t>𝑀</m:t>
                              </m:r>
                            </m:num>
                            <m:den>
                              <m:r>
                                <a:rPr lang="es-AR" b="0" i="1" smtClean="0">
                                  <a:latin typeface="Cambria Math" panose="02040503050406030204" pitchFamily="18" charset="0"/>
                                </a:rPr>
                                <m:t>𝑃</m:t>
                              </m:r>
                            </m:den>
                          </m:f>
                        </m:oMath>
                      </m:oMathPara>
                    </a14:m>
                    <a:endParaRPr lang="es-AR" i="1" dirty="0"/>
                  </a:p>
                </p:txBody>
              </p:sp>
            </mc:Choice>
            <mc:Fallback xmlns="">
              <p:sp>
                <p:nvSpPr>
                  <p:cNvPr id="6" name="CuadroTexto 5">
                    <a:extLst>
                      <a:ext uri="{FF2B5EF4-FFF2-40B4-BE49-F238E27FC236}">
                        <a16:creationId xmlns:a16="http://schemas.microsoft.com/office/drawing/2014/main" id="{360E1D0E-D060-0C84-EDBD-6AF7B4C08CDF}"/>
                      </a:ext>
                    </a:extLst>
                  </p:cNvPr>
                  <p:cNvSpPr txBox="1">
                    <a:spLocks noRot="1" noChangeAspect="1" noMove="1" noResize="1" noEditPoints="1" noAdjustHandles="1" noChangeArrowheads="1" noChangeShapeType="1" noTextEdit="1"/>
                  </p:cNvSpPr>
                  <p:nvPr/>
                </p:nvSpPr>
                <p:spPr>
                  <a:xfrm>
                    <a:off x="6093144" y="6076637"/>
                    <a:ext cx="437196" cy="609077"/>
                  </a:xfrm>
                  <a:prstGeom prst="rect">
                    <a:avLst/>
                  </a:prstGeom>
                  <a:blipFill>
                    <a:blip r:embed="rId8"/>
                    <a:stretch>
                      <a:fillRect/>
                    </a:stretch>
                  </a:blipFill>
                </p:spPr>
                <p:txBody>
                  <a:bodyPr/>
                  <a:lstStyle/>
                  <a:p>
                    <a:r>
                      <a:rPr lang="es-AR">
                        <a:noFill/>
                      </a:rPr>
                      <a:t> </a:t>
                    </a:r>
                  </a:p>
                </p:txBody>
              </p:sp>
            </mc:Fallback>
          </mc:AlternateContent>
          <p:cxnSp>
            <p:nvCxnSpPr>
              <p:cNvPr id="20" name="Conector recto 19">
                <a:extLst>
                  <a:ext uri="{FF2B5EF4-FFF2-40B4-BE49-F238E27FC236}">
                    <a16:creationId xmlns:a16="http://schemas.microsoft.com/office/drawing/2014/main" id="{979BBF83-4D77-31D8-3B47-1209D484F91F}"/>
                  </a:ext>
                </a:extLst>
              </p:cNvPr>
              <p:cNvCxnSpPr>
                <a:cxnSpLocks/>
              </p:cNvCxnSpPr>
              <p:nvPr/>
            </p:nvCxnSpPr>
            <p:spPr>
              <a:xfrm flipV="1">
                <a:off x="4580572" y="3417772"/>
                <a:ext cx="0" cy="1681960"/>
              </a:xfrm>
              <a:prstGeom prst="line">
                <a:avLst/>
              </a:prstGeom>
            </p:spPr>
            <p:style>
              <a:lnRef idx="2">
                <a:schemeClr val="accent1"/>
              </a:lnRef>
              <a:fillRef idx="0">
                <a:schemeClr val="accent1"/>
              </a:fillRef>
              <a:effectRef idx="1">
                <a:schemeClr val="accent1"/>
              </a:effectRef>
              <a:fontRef idx="minor">
                <a:schemeClr val="tx1"/>
              </a:fontRef>
            </p:style>
          </p:cxnSp>
        </p:grpSp>
        <p:sp>
          <p:nvSpPr>
            <p:cNvPr id="13" name="Arco 12">
              <a:extLst>
                <a:ext uri="{FF2B5EF4-FFF2-40B4-BE49-F238E27FC236}">
                  <a16:creationId xmlns:a16="http://schemas.microsoft.com/office/drawing/2014/main" id="{8815F40C-0944-A0D9-551F-480694E5E254}"/>
                </a:ext>
              </a:extLst>
            </p:cNvPr>
            <p:cNvSpPr/>
            <p:nvPr/>
          </p:nvSpPr>
          <p:spPr>
            <a:xfrm rot="16751235" flipH="1" flipV="1">
              <a:off x="2079450" y="1647916"/>
              <a:ext cx="5668511" cy="3142442"/>
            </a:xfrm>
            <a:prstGeom prst="arc">
              <a:avLst>
                <a:gd name="adj1" fmla="val 16200000"/>
                <a:gd name="adj2" fmla="val 21432438"/>
              </a:avLst>
            </a:prstGeom>
          </p:spPr>
          <p:style>
            <a:lnRef idx="2">
              <a:schemeClr val="accent6"/>
            </a:lnRef>
            <a:fillRef idx="0">
              <a:schemeClr val="accent6"/>
            </a:fillRef>
            <a:effectRef idx="1">
              <a:schemeClr val="accent6"/>
            </a:effectRef>
            <a:fontRef idx="minor">
              <a:schemeClr val="tx1"/>
            </a:fontRef>
          </p:style>
          <p:txBody>
            <a:bodyPr rtlCol="0" anchor="ctr"/>
            <a:lstStyle/>
            <a:p>
              <a:pPr algn="ctr"/>
              <a:endParaRPr lang="es-AR"/>
            </a:p>
          </p:txBody>
        </p:sp>
      </p:grpSp>
    </p:spTree>
    <p:extLst>
      <p:ext uri="{BB962C8B-B14F-4D97-AF65-F5344CB8AC3E}">
        <p14:creationId xmlns:p14="http://schemas.microsoft.com/office/powerpoint/2010/main" val="6178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A7A0-E6C9-D49F-6DC8-BC9328415A11}"/>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5B9C1479-2BDA-7AB2-83DF-AC96C132CCE7}"/>
              </a:ext>
            </a:extLst>
          </p:cNvPr>
          <p:cNvSpPr txBox="1"/>
          <p:nvPr/>
        </p:nvSpPr>
        <p:spPr>
          <a:xfrm>
            <a:off x="3705505" y="790763"/>
            <a:ext cx="4780989" cy="677108"/>
          </a:xfrm>
          <a:prstGeom prst="rect">
            <a:avLst/>
          </a:prstGeom>
          <a:noFill/>
        </p:spPr>
        <p:txBody>
          <a:bodyPr wrap="none" rtlCol="0">
            <a:spAutoFit/>
          </a:bodyPr>
          <a:lstStyle/>
          <a:p>
            <a:pPr algn="ctr"/>
            <a:r>
              <a:rPr lang="es-AR" sz="2000" b="1" dirty="0"/>
              <a:t>Multiplicador del dinero en Argentina</a:t>
            </a:r>
          </a:p>
          <a:p>
            <a:pPr algn="ctr"/>
            <a:r>
              <a:rPr lang="es-AR" dirty="0" err="1"/>
              <a:t>Prom</a:t>
            </a:r>
            <a:r>
              <a:rPr lang="es-AR" dirty="0"/>
              <a:t>. Móvil 12 meses</a:t>
            </a:r>
          </a:p>
        </p:txBody>
      </p:sp>
      <p:grpSp>
        <p:nvGrpSpPr>
          <p:cNvPr id="11" name="Grupo 10">
            <a:extLst>
              <a:ext uri="{FF2B5EF4-FFF2-40B4-BE49-F238E27FC236}">
                <a16:creationId xmlns:a16="http://schemas.microsoft.com/office/drawing/2014/main" id="{B81CBD94-B6F3-D74D-7282-B9A766CCA5B5}"/>
              </a:ext>
            </a:extLst>
          </p:cNvPr>
          <p:cNvGrpSpPr/>
          <p:nvPr/>
        </p:nvGrpSpPr>
        <p:grpSpPr>
          <a:xfrm>
            <a:off x="2580894" y="1523751"/>
            <a:ext cx="7030212" cy="4902325"/>
            <a:chOff x="1220501" y="1870260"/>
            <a:chExt cx="7030212" cy="4902325"/>
          </a:xfrm>
        </p:grpSpPr>
        <p:pic>
          <p:nvPicPr>
            <p:cNvPr id="5" name="Imagen 4">
              <a:extLst>
                <a:ext uri="{FF2B5EF4-FFF2-40B4-BE49-F238E27FC236}">
                  <a16:creationId xmlns:a16="http://schemas.microsoft.com/office/drawing/2014/main" id="{8F8D19BC-96D7-46B0-4203-17909CE936E8}"/>
                </a:ext>
              </a:extLst>
            </p:cNvPr>
            <p:cNvPicPr>
              <a:picLocks noChangeAspect="1"/>
            </p:cNvPicPr>
            <p:nvPr/>
          </p:nvPicPr>
          <p:blipFill>
            <a:blip r:embed="rId3"/>
            <a:stretch>
              <a:fillRect/>
            </a:stretch>
          </p:blipFill>
          <p:spPr>
            <a:xfrm>
              <a:off x="1220501" y="1870260"/>
              <a:ext cx="7030212" cy="4594548"/>
            </a:xfrm>
            <a:prstGeom prst="rect">
              <a:avLst/>
            </a:prstGeom>
          </p:spPr>
        </p:pic>
        <p:sp>
          <p:nvSpPr>
            <p:cNvPr id="10" name="CuadroTexto 9">
              <a:extLst>
                <a:ext uri="{FF2B5EF4-FFF2-40B4-BE49-F238E27FC236}">
                  <a16:creationId xmlns:a16="http://schemas.microsoft.com/office/drawing/2014/main" id="{9660AED8-849C-C03C-0615-467545DFC30E}"/>
                </a:ext>
              </a:extLst>
            </p:cNvPr>
            <p:cNvSpPr txBox="1"/>
            <p:nvPr/>
          </p:nvSpPr>
          <p:spPr>
            <a:xfrm>
              <a:off x="1220501" y="6464808"/>
              <a:ext cx="1352934" cy="307777"/>
            </a:xfrm>
            <a:prstGeom prst="rect">
              <a:avLst/>
            </a:prstGeom>
            <a:noFill/>
          </p:spPr>
          <p:txBody>
            <a:bodyPr wrap="none" rtlCol="0">
              <a:spAutoFit/>
            </a:bodyPr>
            <a:lstStyle/>
            <a:p>
              <a:r>
                <a:rPr lang="es-AR" sz="1400" dirty="0"/>
                <a:t>Fuente: BCRA.</a:t>
              </a:r>
            </a:p>
          </p:txBody>
        </p:sp>
      </p:grpSp>
      <p:grpSp>
        <p:nvGrpSpPr>
          <p:cNvPr id="2" name="Grupo 1">
            <a:extLst>
              <a:ext uri="{FF2B5EF4-FFF2-40B4-BE49-F238E27FC236}">
                <a16:creationId xmlns:a16="http://schemas.microsoft.com/office/drawing/2014/main" id="{8C42F008-E0EC-57B5-18E7-F60473049287}"/>
              </a:ext>
            </a:extLst>
          </p:cNvPr>
          <p:cNvGrpSpPr/>
          <p:nvPr/>
        </p:nvGrpSpPr>
        <p:grpSpPr>
          <a:xfrm>
            <a:off x="301478" y="101545"/>
            <a:ext cx="2539434" cy="461665"/>
            <a:chOff x="301478" y="101545"/>
            <a:chExt cx="2539434" cy="461665"/>
          </a:xfrm>
        </p:grpSpPr>
        <p:sp>
          <p:nvSpPr>
            <p:cNvPr id="3" name="CuadroTexto 2">
              <a:extLst>
                <a:ext uri="{FF2B5EF4-FFF2-40B4-BE49-F238E27FC236}">
                  <a16:creationId xmlns:a16="http://schemas.microsoft.com/office/drawing/2014/main" id="{82CF11DD-007E-CD69-0CD8-50546C9707AE}"/>
                </a:ext>
              </a:extLst>
            </p:cNvPr>
            <p:cNvSpPr txBox="1"/>
            <p:nvPr/>
          </p:nvSpPr>
          <p:spPr>
            <a:xfrm>
              <a:off x="404348" y="101545"/>
              <a:ext cx="2436564" cy="461665"/>
            </a:xfrm>
            <a:prstGeom prst="rect">
              <a:avLst/>
            </a:prstGeom>
            <a:noFill/>
          </p:spPr>
          <p:txBody>
            <a:bodyPr wrap="none" rtlCol="0">
              <a:spAutoFit/>
            </a:bodyPr>
            <a:lstStyle/>
            <a:p>
              <a:r>
                <a:rPr lang="es-AR" sz="2400" dirty="0">
                  <a:latin typeface="+mj-lt"/>
                  <a:cs typeface="Times New Roman" panose="02020603050405020304" pitchFamily="18" charset="0"/>
                </a:rPr>
                <a:t>Oferta de dinero</a:t>
              </a:r>
            </a:p>
          </p:txBody>
        </p:sp>
        <p:cxnSp>
          <p:nvCxnSpPr>
            <p:cNvPr id="6" name="Conector recto 5">
              <a:extLst>
                <a:ext uri="{FF2B5EF4-FFF2-40B4-BE49-F238E27FC236}">
                  <a16:creationId xmlns:a16="http://schemas.microsoft.com/office/drawing/2014/main" id="{B762E029-9762-ABB7-8479-05663177B141}"/>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596885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DEF57-74D8-44FC-DA43-CCCE325EEBA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2F03BFEC-60FB-67A5-3CB2-F6C3663A188B}"/>
              </a:ext>
            </a:extLst>
          </p:cNvPr>
          <p:cNvGrpSpPr/>
          <p:nvPr/>
        </p:nvGrpSpPr>
        <p:grpSpPr>
          <a:xfrm>
            <a:off x="301478" y="101545"/>
            <a:ext cx="5047813" cy="461665"/>
            <a:chOff x="301478" y="101545"/>
            <a:chExt cx="5047813" cy="461665"/>
          </a:xfrm>
        </p:grpSpPr>
        <p:sp>
          <p:nvSpPr>
            <p:cNvPr id="3" name="CuadroTexto 2">
              <a:extLst>
                <a:ext uri="{FF2B5EF4-FFF2-40B4-BE49-F238E27FC236}">
                  <a16:creationId xmlns:a16="http://schemas.microsoft.com/office/drawing/2014/main" id="{BE011228-859C-5421-7430-CB4DB37A542E}"/>
                </a:ext>
              </a:extLst>
            </p:cNvPr>
            <p:cNvSpPr txBox="1"/>
            <p:nvPr/>
          </p:nvSpPr>
          <p:spPr>
            <a:xfrm>
              <a:off x="404348" y="101545"/>
              <a:ext cx="4944943" cy="461665"/>
            </a:xfrm>
            <a:prstGeom prst="rect">
              <a:avLst/>
            </a:prstGeom>
            <a:noFill/>
          </p:spPr>
          <p:txBody>
            <a:bodyPr wrap="none" rtlCol="0">
              <a:spAutoFit/>
            </a:bodyPr>
            <a:lstStyle/>
            <a:p>
              <a:r>
                <a:rPr lang="es-AR" sz="2400" dirty="0">
                  <a:latin typeface="+mj-lt"/>
                  <a:cs typeface="Times New Roman" panose="02020603050405020304" pitchFamily="18" charset="0"/>
                </a:rPr>
                <a:t>Equilibrio en el mercado de dinero</a:t>
              </a:r>
            </a:p>
          </p:txBody>
        </p:sp>
        <p:cxnSp>
          <p:nvCxnSpPr>
            <p:cNvPr id="5" name="Conector recto 4">
              <a:extLst>
                <a:ext uri="{FF2B5EF4-FFF2-40B4-BE49-F238E27FC236}">
                  <a16:creationId xmlns:a16="http://schemas.microsoft.com/office/drawing/2014/main" id="{98020DBC-6042-9BB6-9433-FEE8B5A971F4}"/>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9" name="Grupo 18">
            <a:extLst>
              <a:ext uri="{FF2B5EF4-FFF2-40B4-BE49-F238E27FC236}">
                <a16:creationId xmlns:a16="http://schemas.microsoft.com/office/drawing/2014/main" id="{0B8687FF-1E17-2A75-B7C5-6C7533C45C4E}"/>
              </a:ext>
            </a:extLst>
          </p:cNvPr>
          <p:cNvGrpSpPr/>
          <p:nvPr/>
        </p:nvGrpSpPr>
        <p:grpSpPr>
          <a:xfrm>
            <a:off x="3402943" y="1160023"/>
            <a:ext cx="4714467" cy="3737854"/>
            <a:chOff x="3391513" y="3040136"/>
            <a:chExt cx="4714467" cy="3737854"/>
          </a:xfrm>
        </p:grpSpPr>
        <p:cxnSp>
          <p:nvCxnSpPr>
            <p:cNvPr id="8" name="Conector recto de flecha 7">
              <a:extLst>
                <a:ext uri="{FF2B5EF4-FFF2-40B4-BE49-F238E27FC236}">
                  <a16:creationId xmlns:a16="http://schemas.microsoft.com/office/drawing/2014/main" id="{AB5C9983-C3A7-A39F-8D73-C1E101A6C717}"/>
                </a:ext>
              </a:extLst>
            </p:cNvPr>
            <p:cNvCxnSpPr/>
            <p:nvPr/>
          </p:nvCxnSpPr>
          <p:spPr>
            <a:xfrm flipV="1">
              <a:off x="3828506" y="3243193"/>
              <a:ext cx="0" cy="288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Conector recto de flecha 8">
              <a:extLst>
                <a:ext uri="{FF2B5EF4-FFF2-40B4-BE49-F238E27FC236}">
                  <a16:creationId xmlns:a16="http://schemas.microsoft.com/office/drawing/2014/main" id="{051A5CC5-CE69-C2FA-3594-4E2E81F0F02D}"/>
                </a:ext>
              </a:extLst>
            </p:cNvPr>
            <p:cNvCxnSpPr>
              <a:cxnSpLocks/>
            </p:cNvCxnSpPr>
            <p:nvPr/>
          </p:nvCxnSpPr>
          <p:spPr>
            <a:xfrm>
              <a:off x="3828506" y="6123193"/>
              <a:ext cx="393552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6479455-F50E-A469-4F42-7E3C8D1191B1}"/>
                    </a:ext>
                  </a:extLst>
                </p:cNvPr>
                <p:cNvSpPr txBox="1"/>
                <p:nvPr/>
              </p:nvSpPr>
              <p:spPr>
                <a:xfrm>
                  <a:off x="3391513" y="3040136"/>
                  <a:ext cx="4371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𝑖</m:t>
                        </m:r>
                      </m:oMath>
                    </m:oMathPara>
                  </a14:m>
                  <a:endParaRPr lang="es-AR" dirty="0"/>
                </a:p>
              </p:txBody>
            </p:sp>
          </mc:Choice>
          <mc:Fallback xmlns="">
            <p:sp>
              <p:nvSpPr>
                <p:cNvPr id="11" name="CuadroTexto 10">
                  <a:extLst>
                    <a:ext uri="{FF2B5EF4-FFF2-40B4-BE49-F238E27FC236}">
                      <a16:creationId xmlns:a16="http://schemas.microsoft.com/office/drawing/2014/main" id="{D6479455-F50E-A469-4F42-7E3C8D1191B1}"/>
                    </a:ext>
                  </a:extLst>
                </p:cNvPr>
                <p:cNvSpPr txBox="1">
                  <a:spLocks noRot="1" noChangeAspect="1" noMove="1" noResize="1" noEditPoints="1" noAdjustHandles="1" noChangeArrowheads="1" noChangeShapeType="1" noTextEdit="1"/>
                </p:cNvSpPr>
                <p:nvPr/>
              </p:nvSpPr>
              <p:spPr>
                <a:xfrm>
                  <a:off x="3391513" y="3040136"/>
                  <a:ext cx="437196" cy="36933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CC52B2D0-4F2F-5BE4-58F8-F3BADDA0C73A}"/>
                    </a:ext>
                  </a:extLst>
                </p:cNvPr>
                <p:cNvSpPr txBox="1"/>
                <p:nvPr/>
              </p:nvSpPr>
              <p:spPr>
                <a:xfrm>
                  <a:off x="7668784" y="6168913"/>
                  <a:ext cx="437196"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b="0" i="1" smtClean="0">
                                <a:latin typeface="Cambria Math" panose="02040503050406030204" pitchFamily="18" charset="0"/>
                              </a:rPr>
                            </m:ctrlPr>
                          </m:fPr>
                          <m:num>
                            <m:r>
                              <a:rPr lang="es-AR" b="0" i="1" smtClean="0">
                                <a:latin typeface="Cambria Math" panose="02040503050406030204" pitchFamily="18" charset="0"/>
                              </a:rPr>
                              <m:t>𝑀</m:t>
                            </m:r>
                          </m:num>
                          <m:den>
                            <m:r>
                              <a:rPr lang="es-AR" b="0" i="1" smtClean="0">
                                <a:latin typeface="Cambria Math" panose="02040503050406030204" pitchFamily="18" charset="0"/>
                              </a:rPr>
                              <m:t>𝑃</m:t>
                            </m:r>
                          </m:den>
                        </m:f>
                      </m:oMath>
                    </m:oMathPara>
                  </a14:m>
                  <a:endParaRPr lang="es-AR" i="1" dirty="0"/>
                </a:p>
              </p:txBody>
            </p:sp>
          </mc:Choice>
          <mc:Fallback xmlns="">
            <p:sp>
              <p:nvSpPr>
                <p:cNvPr id="12" name="CuadroTexto 11">
                  <a:extLst>
                    <a:ext uri="{FF2B5EF4-FFF2-40B4-BE49-F238E27FC236}">
                      <a16:creationId xmlns:a16="http://schemas.microsoft.com/office/drawing/2014/main" id="{CC52B2D0-4F2F-5BE4-58F8-F3BADDA0C73A}"/>
                    </a:ext>
                  </a:extLst>
                </p:cNvPr>
                <p:cNvSpPr txBox="1">
                  <a:spLocks noRot="1" noChangeAspect="1" noMove="1" noResize="1" noEditPoints="1" noAdjustHandles="1" noChangeArrowheads="1" noChangeShapeType="1" noTextEdit="1"/>
                </p:cNvSpPr>
                <p:nvPr/>
              </p:nvSpPr>
              <p:spPr>
                <a:xfrm>
                  <a:off x="7668784" y="6168913"/>
                  <a:ext cx="437196" cy="609077"/>
                </a:xfrm>
                <a:prstGeom prst="rect">
                  <a:avLst/>
                </a:prstGeom>
                <a:blipFill>
                  <a:blip r:embed="rId4"/>
                  <a:stretch>
                    <a:fillRect/>
                  </a:stretch>
                </a:blipFill>
              </p:spPr>
              <p:txBody>
                <a:bodyPr/>
                <a:lstStyle/>
                <a:p>
                  <a:r>
                    <a:rPr lang="es-AR">
                      <a:noFill/>
                    </a:rPr>
                    <a:t> </a:t>
                  </a:r>
                </a:p>
              </p:txBody>
            </p:sp>
          </mc:Fallback>
        </mc:AlternateContent>
        <p:cxnSp>
          <p:nvCxnSpPr>
            <p:cNvPr id="13" name="Conector recto 12">
              <a:extLst>
                <a:ext uri="{FF2B5EF4-FFF2-40B4-BE49-F238E27FC236}">
                  <a16:creationId xmlns:a16="http://schemas.microsoft.com/office/drawing/2014/main" id="{44AF7B85-F742-185E-6D7A-D79606AA6E7F}"/>
                </a:ext>
              </a:extLst>
            </p:cNvPr>
            <p:cNvCxnSpPr>
              <a:cxnSpLocks/>
            </p:cNvCxnSpPr>
            <p:nvPr/>
          </p:nvCxnSpPr>
          <p:spPr>
            <a:xfrm flipV="1">
              <a:off x="5641862" y="3510048"/>
              <a:ext cx="0" cy="2628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id="{19B1BDED-0E13-F0F9-1B01-C5F547E115EC}"/>
                </a:ext>
              </a:extLst>
            </p:cNvPr>
            <p:cNvCxnSpPr>
              <a:cxnSpLocks/>
            </p:cNvCxnSpPr>
            <p:nvPr/>
          </p:nvCxnSpPr>
          <p:spPr>
            <a:xfrm>
              <a:off x="4137660" y="3886200"/>
              <a:ext cx="3040380" cy="189738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DBDD8B3-3432-D5C1-185E-7FF996F06091}"/>
                    </a:ext>
                  </a:extLst>
                </p:cNvPr>
                <p:cNvSpPr txBox="1"/>
                <p:nvPr/>
              </p:nvSpPr>
              <p:spPr>
                <a:xfrm>
                  <a:off x="5641862" y="3429000"/>
                  <a:ext cx="4371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AR" b="0" i="1" smtClean="0">
                                <a:latin typeface="Cambria Math" panose="02040503050406030204" pitchFamily="18" charset="0"/>
                              </a:rPr>
                            </m:ctrlPr>
                          </m:sSupPr>
                          <m:e>
                            <m:r>
                              <a:rPr lang="es-AR" b="0" i="1" smtClean="0">
                                <a:latin typeface="Cambria Math" panose="02040503050406030204" pitchFamily="18" charset="0"/>
                              </a:rPr>
                              <m:t>𝑀</m:t>
                            </m:r>
                          </m:e>
                          <m:sup>
                            <m:r>
                              <a:rPr lang="es-AR" b="0" i="1" smtClean="0">
                                <a:latin typeface="Cambria Math" panose="02040503050406030204" pitchFamily="18" charset="0"/>
                              </a:rPr>
                              <m:t>𝑠</m:t>
                            </m:r>
                          </m:sup>
                        </m:sSup>
                      </m:oMath>
                    </m:oMathPara>
                  </a14:m>
                  <a:endParaRPr lang="es-AR" i="1" dirty="0"/>
                </a:p>
              </p:txBody>
            </p:sp>
          </mc:Choice>
          <mc:Fallback xmlns="">
            <p:sp>
              <p:nvSpPr>
                <p:cNvPr id="17" name="CuadroTexto 16">
                  <a:extLst>
                    <a:ext uri="{FF2B5EF4-FFF2-40B4-BE49-F238E27FC236}">
                      <a16:creationId xmlns:a16="http://schemas.microsoft.com/office/drawing/2014/main" id="{2DBDD8B3-3432-D5C1-185E-7FF996F06091}"/>
                    </a:ext>
                  </a:extLst>
                </p:cNvPr>
                <p:cNvSpPr txBox="1">
                  <a:spLocks noRot="1" noChangeAspect="1" noMove="1" noResize="1" noEditPoints="1" noAdjustHandles="1" noChangeArrowheads="1" noChangeShapeType="1" noTextEdit="1"/>
                </p:cNvSpPr>
                <p:nvPr/>
              </p:nvSpPr>
              <p:spPr>
                <a:xfrm>
                  <a:off x="5641862" y="3429000"/>
                  <a:ext cx="437196" cy="369332"/>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105C34A-52BB-8CDF-403F-DB160B3C171F}"/>
                    </a:ext>
                  </a:extLst>
                </p:cNvPr>
                <p:cNvSpPr txBox="1"/>
                <p:nvPr/>
              </p:nvSpPr>
              <p:spPr>
                <a:xfrm>
                  <a:off x="7178040" y="5576623"/>
                  <a:ext cx="437196" cy="3816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AR" b="0" i="1" smtClean="0">
                                <a:latin typeface="Cambria Math" panose="02040503050406030204" pitchFamily="18" charset="0"/>
                              </a:rPr>
                            </m:ctrlPr>
                          </m:sSupPr>
                          <m:e>
                            <m:r>
                              <a:rPr lang="es-AR" b="0" i="1" smtClean="0">
                                <a:latin typeface="Cambria Math" panose="02040503050406030204" pitchFamily="18" charset="0"/>
                              </a:rPr>
                              <m:t>𝑀</m:t>
                            </m:r>
                          </m:e>
                          <m:sup>
                            <m:r>
                              <a:rPr lang="es-AR" b="0" i="1" smtClean="0">
                                <a:latin typeface="Cambria Math" panose="02040503050406030204" pitchFamily="18" charset="0"/>
                              </a:rPr>
                              <m:t>𝑑</m:t>
                            </m:r>
                          </m:sup>
                        </m:sSup>
                      </m:oMath>
                    </m:oMathPara>
                  </a14:m>
                  <a:endParaRPr lang="es-AR" i="1" dirty="0"/>
                </a:p>
              </p:txBody>
            </p:sp>
          </mc:Choice>
          <mc:Fallback xmlns="">
            <p:sp>
              <p:nvSpPr>
                <p:cNvPr id="18" name="CuadroTexto 17">
                  <a:extLst>
                    <a:ext uri="{FF2B5EF4-FFF2-40B4-BE49-F238E27FC236}">
                      <a16:creationId xmlns:a16="http://schemas.microsoft.com/office/drawing/2014/main" id="{A105C34A-52BB-8CDF-403F-DB160B3C171F}"/>
                    </a:ext>
                  </a:extLst>
                </p:cNvPr>
                <p:cNvSpPr txBox="1">
                  <a:spLocks noRot="1" noChangeAspect="1" noMove="1" noResize="1" noEditPoints="1" noAdjustHandles="1" noChangeArrowheads="1" noChangeShapeType="1" noTextEdit="1"/>
                </p:cNvSpPr>
                <p:nvPr/>
              </p:nvSpPr>
              <p:spPr>
                <a:xfrm>
                  <a:off x="7178040" y="5576623"/>
                  <a:ext cx="437196" cy="381643"/>
                </a:xfrm>
                <a:prstGeom prst="rect">
                  <a:avLst/>
                </a:prstGeom>
                <a:blipFill>
                  <a:blip r:embed="rId6"/>
                  <a:stretch>
                    <a:fillRect r="-4167"/>
                  </a:stretch>
                </a:blipFill>
              </p:spPr>
              <p:txBody>
                <a:bodyPr/>
                <a:lstStyle/>
                <a:p>
                  <a:r>
                    <a:rPr lang="es-AR">
                      <a:noFill/>
                    </a:rPr>
                    <a:t> </a:t>
                  </a:r>
                </a:p>
              </p:txBody>
            </p:sp>
          </mc:Fallback>
        </mc:AlternateContent>
      </p:grpSp>
      <p:sp>
        <p:nvSpPr>
          <p:cNvPr id="20" name="CuadroTexto 19">
            <a:extLst>
              <a:ext uri="{FF2B5EF4-FFF2-40B4-BE49-F238E27FC236}">
                <a16:creationId xmlns:a16="http://schemas.microsoft.com/office/drawing/2014/main" id="{D1502F9D-F0CB-9AAB-E3DE-5E21FEAEC70A}"/>
              </a:ext>
            </a:extLst>
          </p:cNvPr>
          <p:cNvSpPr txBox="1"/>
          <p:nvPr/>
        </p:nvSpPr>
        <p:spPr>
          <a:xfrm>
            <a:off x="506780" y="5124446"/>
            <a:ext cx="9048700" cy="1200329"/>
          </a:xfrm>
          <a:prstGeom prst="rect">
            <a:avLst/>
          </a:prstGeom>
          <a:noFill/>
        </p:spPr>
        <p:txBody>
          <a:bodyPr wrap="square" rtlCol="0">
            <a:spAutoFit/>
          </a:bodyPr>
          <a:lstStyle/>
          <a:p>
            <a:r>
              <a:rPr lang="es-AR" sz="2400" dirty="0"/>
              <a:t>¿Qué tasa de interés? ¿Real? ¿Nominal? ¿Corto o largo plazo?</a:t>
            </a:r>
          </a:p>
          <a:p>
            <a:endParaRPr lang="es-AR" sz="2400" dirty="0"/>
          </a:p>
          <a:p>
            <a:r>
              <a:rPr lang="es-AR" sz="2400" dirty="0"/>
              <a:t>¿Qué M? ¿M1, M2,…? ¿Público o privado?</a:t>
            </a:r>
          </a:p>
        </p:txBody>
      </p:sp>
    </p:spTree>
    <p:extLst>
      <p:ext uri="{BB962C8B-B14F-4D97-AF65-F5344CB8AC3E}">
        <p14:creationId xmlns:p14="http://schemas.microsoft.com/office/powerpoint/2010/main" val="367167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AEA-C839-47A1-9643-540840EB17A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34A4299A-C1D2-0FAB-1F81-26A88BF55ACA}"/>
                  </a:ext>
                </a:extLst>
              </p:cNvPr>
              <p:cNvSpPr txBox="1"/>
              <p:nvPr/>
            </p:nvSpPr>
            <p:spPr>
              <a:xfrm>
                <a:off x="3033298" y="808245"/>
                <a:ext cx="6468438" cy="677108"/>
              </a:xfrm>
              <a:prstGeom prst="rect">
                <a:avLst/>
              </a:prstGeom>
              <a:noFill/>
            </p:spPr>
            <p:txBody>
              <a:bodyPr wrap="none" rtlCol="0">
                <a:spAutoFit/>
              </a:bodyPr>
              <a:lstStyle/>
              <a:p>
                <a:pPr algn="ctr"/>
                <a:r>
                  <a:rPr lang="es-AR" sz="2000" b="1" dirty="0"/>
                  <a:t>Velocidad de circulación (</a:t>
                </a:r>
                <a14:m>
                  <m:oMath xmlns:m="http://schemas.openxmlformats.org/officeDocument/2006/math">
                    <m:r>
                      <a:rPr lang="es-AR" sz="2000" b="1" i="1" dirty="0" smtClean="0">
                        <a:latin typeface="Cambria Math" panose="02040503050406030204" pitchFamily="18" charset="0"/>
                      </a:rPr>
                      <m:t>𝑽</m:t>
                    </m:r>
                  </m:oMath>
                </a14:m>
                <a:r>
                  <a:rPr lang="es-AR" sz="2000" b="1" dirty="0"/>
                  <a:t>) en EEUU y en Argentina</a:t>
                </a:r>
              </a:p>
              <a:p>
                <a:pPr algn="ctr"/>
                <a:r>
                  <a:rPr lang="es-AR" dirty="0"/>
                  <a:t>M1/PIB </a:t>
                </a:r>
                <a:r>
                  <a:rPr lang="es-AR" dirty="0" err="1"/>
                  <a:t>Nom</a:t>
                </a:r>
                <a:r>
                  <a:rPr lang="es-AR" dirty="0"/>
                  <a:t>. Variaciones anuales, en %.</a:t>
                </a:r>
              </a:p>
            </p:txBody>
          </p:sp>
        </mc:Choice>
        <mc:Fallback xmlns="">
          <p:sp>
            <p:nvSpPr>
              <p:cNvPr id="4" name="CuadroTexto 3">
                <a:extLst>
                  <a:ext uri="{FF2B5EF4-FFF2-40B4-BE49-F238E27FC236}">
                    <a16:creationId xmlns:a16="http://schemas.microsoft.com/office/drawing/2014/main" id="{34A4299A-C1D2-0FAB-1F81-26A88BF55ACA}"/>
                  </a:ext>
                </a:extLst>
              </p:cNvPr>
              <p:cNvSpPr txBox="1">
                <a:spLocks noRot="1" noChangeAspect="1" noMove="1" noResize="1" noEditPoints="1" noAdjustHandles="1" noChangeArrowheads="1" noChangeShapeType="1" noTextEdit="1"/>
              </p:cNvSpPr>
              <p:nvPr/>
            </p:nvSpPr>
            <p:spPr>
              <a:xfrm>
                <a:off x="3033298" y="808245"/>
                <a:ext cx="6468438" cy="677108"/>
              </a:xfrm>
              <a:prstGeom prst="rect">
                <a:avLst/>
              </a:prstGeom>
              <a:blipFill>
                <a:blip r:embed="rId2"/>
                <a:stretch>
                  <a:fillRect l="-1037" t="-4505" r="-1037" b="-14414"/>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76ECB30F-E483-7545-5C59-E92F4386543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26457" y="1893681"/>
            <a:ext cx="5351886" cy="3500363"/>
          </a:xfrm>
          <a:prstGeom prst="rect">
            <a:avLst/>
          </a:prstGeom>
        </p:spPr>
      </p:pic>
      <p:pic>
        <p:nvPicPr>
          <p:cNvPr id="13" name="Imagen 12">
            <a:extLst>
              <a:ext uri="{FF2B5EF4-FFF2-40B4-BE49-F238E27FC236}">
                <a16:creationId xmlns:a16="http://schemas.microsoft.com/office/drawing/2014/main" id="{CDB8D5E5-B169-6754-1F84-BDC206D4F65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69526" y="1893681"/>
            <a:ext cx="5351875" cy="3500356"/>
          </a:xfrm>
          <a:prstGeom prst="rect">
            <a:avLst/>
          </a:prstGeom>
        </p:spPr>
      </p:pic>
      <p:sp>
        <p:nvSpPr>
          <p:cNvPr id="14" name="CuadroTexto 13">
            <a:extLst>
              <a:ext uri="{FF2B5EF4-FFF2-40B4-BE49-F238E27FC236}">
                <a16:creationId xmlns:a16="http://schemas.microsoft.com/office/drawing/2014/main" id="{76FC390A-1606-177E-73A2-180A4A0CE3AA}"/>
              </a:ext>
            </a:extLst>
          </p:cNvPr>
          <p:cNvSpPr txBox="1"/>
          <p:nvPr/>
        </p:nvSpPr>
        <p:spPr>
          <a:xfrm>
            <a:off x="2948559" y="1524349"/>
            <a:ext cx="793807" cy="369332"/>
          </a:xfrm>
          <a:prstGeom prst="rect">
            <a:avLst/>
          </a:prstGeom>
          <a:noFill/>
        </p:spPr>
        <p:txBody>
          <a:bodyPr wrap="none" rtlCol="0">
            <a:spAutoFit/>
          </a:bodyPr>
          <a:lstStyle/>
          <a:p>
            <a:pPr algn="ctr"/>
            <a:r>
              <a:rPr lang="es-AR" dirty="0"/>
              <a:t>EEUU</a:t>
            </a:r>
          </a:p>
        </p:txBody>
      </p:sp>
      <p:sp>
        <p:nvSpPr>
          <p:cNvPr id="15" name="CuadroTexto 14">
            <a:extLst>
              <a:ext uri="{FF2B5EF4-FFF2-40B4-BE49-F238E27FC236}">
                <a16:creationId xmlns:a16="http://schemas.microsoft.com/office/drawing/2014/main" id="{6030EBCC-BCF4-A483-F8B4-BB0F08C490EB}"/>
              </a:ext>
            </a:extLst>
          </p:cNvPr>
          <p:cNvSpPr txBox="1"/>
          <p:nvPr/>
        </p:nvSpPr>
        <p:spPr>
          <a:xfrm>
            <a:off x="8502235" y="1524349"/>
            <a:ext cx="1200329" cy="369332"/>
          </a:xfrm>
          <a:prstGeom prst="rect">
            <a:avLst/>
          </a:prstGeom>
          <a:noFill/>
        </p:spPr>
        <p:txBody>
          <a:bodyPr wrap="none" rtlCol="0">
            <a:spAutoFit/>
          </a:bodyPr>
          <a:lstStyle/>
          <a:p>
            <a:pPr algn="ctr"/>
            <a:r>
              <a:rPr lang="es-AR" dirty="0"/>
              <a:t>Argentina</a:t>
            </a:r>
          </a:p>
        </p:txBody>
      </p:sp>
      <p:sp>
        <p:nvSpPr>
          <p:cNvPr id="16" name="CuadroTexto 15">
            <a:extLst>
              <a:ext uri="{FF2B5EF4-FFF2-40B4-BE49-F238E27FC236}">
                <a16:creationId xmlns:a16="http://schemas.microsoft.com/office/drawing/2014/main" id="{9F2CDE83-F8A6-90BD-49D7-9813BD589999}"/>
              </a:ext>
            </a:extLst>
          </p:cNvPr>
          <p:cNvSpPr txBox="1"/>
          <p:nvPr/>
        </p:nvSpPr>
        <p:spPr>
          <a:xfrm>
            <a:off x="6426457" y="5394037"/>
            <a:ext cx="2463623" cy="307777"/>
          </a:xfrm>
          <a:prstGeom prst="rect">
            <a:avLst/>
          </a:prstGeom>
          <a:noFill/>
        </p:spPr>
        <p:txBody>
          <a:bodyPr wrap="none" rtlCol="0">
            <a:spAutoFit/>
          </a:bodyPr>
          <a:lstStyle/>
          <a:p>
            <a:r>
              <a:rPr lang="es-AR" sz="1400" dirty="0"/>
              <a:t>Fuente: INDEC, BCRA y OJF.</a:t>
            </a:r>
          </a:p>
        </p:txBody>
      </p:sp>
      <p:sp>
        <p:nvSpPr>
          <p:cNvPr id="17" name="CuadroTexto 16">
            <a:extLst>
              <a:ext uri="{FF2B5EF4-FFF2-40B4-BE49-F238E27FC236}">
                <a16:creationId xmlns:a16="http://schemas.microsoft.com/office/drawing/2014/main" id="{A947229A-D53B-0D78-2DE5-E60ACF0B4866}"/>
              </a:ext>
            </a:extLst>
          </p:cNvPr>
          <p:cNvSpPr txBox="1"/>
          <p:nvPr/>
        </p:nvSpPr>
        <p:spPr>
          <a:xfrm>
            <a:off x="669526" y="5394037"/>
            <a:ext cx="1328825" cy="307777"/>
          </a:xfrm>
          <a:prstGeom prst="rect">
            <a:avLst/>
          </a:prstGeom>
          <a:noFill/>
        </p:spPr>
        <p:txBody>
          <a:bodyPr wrap="none" rtlCol="0">
            <a:spAutoFit/>
          </a:bodyPr>
          <a:lstStyle/>
          <a:p>
            <a:r>
              <a:rPr lang="es-AR" sz="1400" dirty="0"/>
              <a:t>Fuente: FRED.</a:t>
            </a:r>
          </a:p>
        </p:txBody>
      </p:sp>
      <p:cxnSp>
        <p:nvCxnSpPr>
          <p:cNvPr id="10" name="Conector recto 9">
            <a:extLst>
              <a:ext uri="{FF2B5EF4-FFF2-40B4-BE49-F238E27FC236}">
                <a16:creationId xmlns:a16="http://schemas.microsoft.com/office/drawing/2014/main" id="{B6017E03-8FE3-3DE7-C253-28879A66A793}"/>
              </a:ext>
            </a:extLst>
          </p:cNvPr>
          <p:cNvCxnSpPr>
            <a:cxnSpLocks/>
          </p:cNvCxnSpPr>
          <p:nvPr/>
        </p:nvCxnSpPr>
        <p:spPr>
          <a:xfrm>
            <a:off x="2457450" y="2011680"/>
            <a:ext cx="0" cy="30632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Conector recto 10">
            <a:extLst>
              <a:ext uri="{FF2B5EF4-FFF2-40B4-BE49-F238E27FC236}">
                <a16:creationId xmlns:a16="http://schemas.microsoft.com/office/drawing/2014/main" id="{5C9754B7-8AD0-94B1-9D9B-8E6AA1702C5C}"/>
              </a:ext>
            </a:extLst>
          </p:cNvPr>
          <p:cNvCxnSpPr>
            <a:cxnSpLocks/>
          </p:cNvCxnSpPr>
          <p:nvPr/>
        </p:nvCxnSpPr>
        <p:spPr>
          <a:xfrm>
            <a:off x="4343400" y="2011680"/>
            <a:ext cx="0" cy="30632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1" name="Grupo 20">
            <a:extLst>
              <a:ext uri="{FF2B5EF4-FFF2-40B4-BE49-F238E27FC236}">
                <a16:creationId xmlns:a16="http://schemas.microsoft.com/office/drawing/2014/main" id="{AB0902EA-C4A4-9803-7964-B06B60A97541}"/>
              </a:ext>
            </a:extLst>
          </p:cNvPr>
          <p:cNvGrpSpPr/>
          <p:nvPr/>
        </p:nvGrpSpPr>
        <p:grpSpPr>
          <a:xfrm>
            <a:off x="301478" y="101545"/>
            <a:ext cx="2993085" cy="461665"/>
            <a:chOff x="301478" y="101545"/>
            <a:chExt cx="2993085" cy="461665"/>
          </a:xfrm>
        </p:grpSpPr>
        <p:sp>
          <p:nvSpPr>
            <p:cNvPr id="22" name="CuadroTexto 21">
              <a:extLst>
                <a:ext uri="{FF2B5EF4-FFF2-40B4-BE49-F238E27FC236}">
                  <a16:creationId xmlns:a16="http://schemas.microsoft.com/office/drawing/2014/main" id="{37192149-FBE7-3AE5-6684-4DF5BC490ECB}"/>
                </a:ext>
              </a:extLst>
            </p:cNvPr>
            <p:cNvSpPr txBox="1"/>
            <p:nvPr/>
          </p:nvSpPr>
          <p:spPr>
            <a:xfrm>
              <a:off x="404348" y="101545"/>
              <a:ext cx="2890215" cy="461665"/>
            </a:xfrm>
            <a:prstGeom prst="rect">
              <a:avLst/>
            </a:prstGeom>
            <a:noFill/>
          </p:spPr>
          <p:txBody>
            <a:bodyPr wrap="none" rtlCol="0">
              <a:spAutoFit/>
            </a:bodyPr>
            <a:lstStyle/>
            <a:p>
              <a:r>
                <a:rPr lang="es-AR" sz="2400" dirty="0">
                  <a:latin typeface="+mj-lt"/>
                  <a:cs typeface="Times New Roman" panose="02020603050405020304" pitchFamily="18" charset="0"/>
                </a:rPr>
                <a:t>Demanda de dinero</a:t>
              </a:r>
            </a:p>
          </p:txBody>
        </p:sp>
        <p:cxnSp>
          <p:nvCxnSpPr>
            <p:cNvPr id="23" name="Conector recto 22">
              <a:extLst>
                <a:ext uri="{FF2B5EF4-FFF2-40B4-BE49-F238E27FC236}">
                  <a16:creationId xmlns:a16="http://schemas.microsoft.com/office/drawing/2014/main" id="{5334CA95-3303-DC69-4CA7-EC1F29D2E5DC}"/>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8209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3FAD3-EB64-32AE-FDC0-902E53661E6D}"/>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A28B63E9-C520-3097-33EE-14F935595198}"/>
              </a:ext>
            </a:extLst>
          </p:cNvPr>
          <p:cNvGrpSpPr/>
          <p:nvPr/>
        </p:nvGrpSpPr>
        <p:grpSpPr>
          <a:xfrm>
            <a:off x="301478" y="101545"/>
            <a:ext cx="5047813" cy="461665"/>
            <a:chOff x="301478" y="101545"/>
            <a:chExt cx="5047813" cy="461665"/>
          </a:xfrm>
        </p:grpSpPr>
        <p:sp>
          <p:nvSpPr>
            <p:cNvPr id="3" name="CuadroTexto 2">
              <a:extLst>
                <a:ext uri="{FF2B5EF4-FFF2-40B4-BE49-F238E27FC236}">
                  <a16:creationId xmlns:a16="http://schemas.microsoft.com/office/drawing/2014/main" id="{4F09CFE6-B138-99AC-E930-5518A6AFFC12}"/>
                </a:ext>
              </a:extLst>
            </p:cNvPr>
            <p:cNvSpPr txBox="1"/>
            <p:nvPr/>
          </p:nvSpPr>
          <p:spPr>
            <a:xfrm>
              <a:off x="404348" y="101545"/>
              <a:ext cx="4944943" cy="461665"/>
            </a:xfrm>
            <a:prstGeom prst="rect">
              <a:avLst/>
            </a:prstGeom>
            <a:noFill/>
          </p:spPr>
          <p:txBody>
            <a:bodyPr wrap="none" rtlCol="0">
              <a:spAutoFit/>
            </a:bodyPr>
            <a:lstStyle/>
            <a:p>
              <a:r>
                <a:rPr lang="es-AR" sz="2400" dirty="0">
                  <a:latin typeface="+mj-lt"/>
                  <a:cs typeface="Times New Roman" panose="02020603050405020304" pitchFamily="18" charset="0"/>
                </a:rPr>
                <a:t>Equilibrio en el mercado de dinero</a:t>
              </a:r>
            </a:p>
          </p:txBody>
        </p:sp>
        <p:cxnSp>
          <p:nvCxnSpPr>
            <p:cNvPr id="5" name="Conector recto 4">
              <a:extLst>
                <a:ext uri="{FF2B5EF4-FFF2-40B4-BE49-F238E27FC236}">
                  <a16:creationId xmlns:a16="http://schemas.microsoft.com/office/drawing/2014/main" id="{F675E967-6C97-8C8A-77CC-A566CEE607FF}"/>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6" name="Imagen 5">
            <a:extLst>
              <a:ext uri="{FF2B5EF4-FFF2-40B4-BE49-F238E27FC236}">
                <a16:creationId xmlns:a16="http://schemas.microsoft.com/office/drawing/2014/main" id="{4B2D15FF-696B-20EE-F4A3-ABDF7FD0C0CC}"/>
              </a:ext>
            </a:extLst>
          </p:cNvPr>
          <p:cNvPicPr>
            <a:picLocks noChangeAspect="1"/>
          </p:cNvPicPr>
          <p:nvPr/>
        </p:nvPicPr>
        <p:blipFill>
          <a:blip r:embed="rId2"/>
          <a:stretch>
            <a:fillRect/>
          </a:stretch>
        </p:blipFill>
        <p:spPr>
          <a:xfrm>
            <a:off x="1106360" y="731519"/>
            <a:ext cx="9231894" cy="5394962"/>
          </a:xfrm>
          <a:prstGeom prst="rect">
            <a:avLst/>
          </a:prstGeom>
        </p:spPr>
      </p:pic>
      <p:sp>
        <p:nvSpPr>
          <p:cNvPr id="4" name="CuadroTexto 3">
            <a:extLst>
              <a:ext uri="{FF2B5EF4-FFF2-40B4-BE49-F238E27FC236}">
                <a16:creationId xmlns:a16="http://schemas.microsoft.com/office/drawing/2014/main" id="{7441D823-08BE-F20D-C9F9-192317AC5C4F}"/>
              </a:ext>
            </a:extLst>
          </p:cNvPr>
          <p:cNvSpPr txBox="1"/>
          <p:nvPr/>
        </p:nvSpPr>
        <p:spPr>
          <a:xfrm>
            <a:off x="1106360" y="6140901"/>
            <a:ext cx="2579232" cy="307777"/>
          </a:xfrm>
          <a:prstGeom prst="rect">
            <a:avLst/>
          </a:prstGeom>
          <a:noFill/>
        </p:spPr>
        <p:txBody>
          <a:bodyPr wrap="none" rtlCol="0">
            <a:spAutoFit/>
          </a:bodyPr>
          <a:lstStyle/>
          <a:p>
            <a:r>
              <a:rPr lang="es-AR" sz="1400" dirty="0"/>
              <a:t>Fuente: Nicolini, Lucas (2015)</a:t>
            </a:r>
          </a:p>
        </p:txBody>
      </p:sp>
    </p:spTree>
    <p:extLst>
      <p:ext uri="{BB962C8B-B14F-4D97-AF65-F5344CB8AC3E}">
        <p14:creationId xmlns:p14="http://schemas.microsoft.com/office/powerpoint/2010/main" val="649734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30D7C-4B3A-1785-B557-30DAEA3B1833}"/>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FEA98B25-B7BB-AA5F-9E6C-EE9F0E3EC3EB}"/>
              </a:ext>
            </a:extLst>
          </p:cNvPr>
          <p:cNvGrpSpPr/>
          <p:nvPr/>
        </p:nvGrpSpPr>
        <p:grpSpPr>
          <a:xfrm>
            <a:off x="301478" y="101545"/>
            <a:ext cx="5047813" cy="461665"/>
            <a:chOff x="301478" y="101545"/>
            <a:chExt cx="5047813" cy="461665"/>
          </a:xfrm>
        </p:grpSpPr>
        <p:sp>
          <p:nvSpPr>
            <p:cNvPr id="3" name="CuadroTexto 2">
              <a:extLst>
                <a:ext uri="{FF2B5EF4-FFF2-40B4-BE49-F238E27FC236}">
                  <a16:creationId xmlns:a16="http://schemas.microsoft.com/office/drawing/2014/main" id="{6C98A6B2-DAA1-E23D-F77B-097B56B0FED3}"/>
                </a:ext>
              </a:extLst>
            </p:cNvPr>
            <p:cNvSpPr txBox="1"/>
            <p:nvPr/>
          </p:nvSpPr>
          <p:spPr>
            <a:xfrm>
              <a:off x="404348" y="101545"/>
              <a:ext cx="4944943" cy="461665"/>
            </a:xfrm>
            <a:prstGeom prst="rect">
              <a:avLst/>
            </a:prstGeom>
            <a:noFill/>
          </p:spPr>
          <p:txBody>
            <a:bodyPr wrap="none" rtlCol="0">
              <a:spAutoFit/>
            </a:bodyPr>
            <a:lstStyle/>
            <a:p>
              <a:r>
                <a:rPr lang="es-AR" sz="2400" dirty="0">
                  <a:latin typeface="+mj-lt"/>
                  <a:cs typeface="Times New Roman" panose="02020603050405020304" pitchFamily="18" charset="0"/>
                </a:rPr>
                <a:t>Equilibrio en el mercado de dinero</a:t>
              </a:r>
            </a:p>
          </p:txBody>
        </p:sp>
        <p:cxnSp>
          <p:nvCxnSpPr>
            <p:cNvPr id="5" name="Conector recto 4">
              <a:extLst>
                <a:ext uri="{FF2B5EF4-FFF2-40B4-BE49-F238E27FC236}">
                  <a16:creationId xmlns:a16="http://schemas.microsoft.com/office/drawing/2014/main" id="{4C7F5B3F-9F31-4FB7-733B-7365BA7A00D5}"/>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6" name="Imagen 5">
            <a:extLst>
              <a:ext uri="{FF2B5EF4-FFF2-40B4-BE49-F238E27FC236}">
                <a16:creationId xmlns:a16="http://schemas.microsoft.com/office/drawing/2014/main" id="{C695C4FE-E2D9-DEE2-AA5C-4092486AE5B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14515" y="811529"/>
            <a:ext cx="9415584" cy="5577842"/>
          </a:xfrm>
          <a:prstGeom prst="rect">
            <a:avLst/>
          </a:prstGeom>
        </p:spPr>
      </p:pic>
      <p:sp>
        <p:nvSpPr>
          <p:cNvPr id="4" name="CuadroTexto 3">
            <a:extLst>
              <a:ext uri="{FF2B5EF4-FFF2-40B4-BE49-F238E27FC236}">
                <a16:creationId xmlns:a16="http://schemas.microsoft.com/office/drawing/2014/main" id="{BAEFE112-48DA-5FC2-FA3A-FCAAA0D5977B}"/>
              </a:ext>
            </a:extLst>
          </p:cNvPr>
          <p:cNvSpPr txBox="1"/>
          <p:nvPr/>
        </p:nvSpPr>
        <p:spPr>
          <a:xfrm>
            <a:off x="1106360" y="6272764"/>
            <a:ext cx="2579232" cy="307777"/>
          </a:xfrm>
          <a:prstGeom prst="rect">
            <a:avLst/>
          </a:prstGeom>
          <a:noFill/>
        </p:spPr>
        <p:txBody>
          <a:bodyPr wrap="none" rtlCol="0">
            <a:spAutoFit/>
          </a:bodyPr>
          <a:lstStyle/>
          <a:p>
            <a:r>
              <a:rPr lang="es-AR" sz="1400" dirty="0"/>
              <a:t>Fuente: Nicolini, Lucas (2015)</a:t>
            </a:r>
          </a:p>
        </p:txBody>
      </p:sp>
    </p:spTree>
    <p:extLst>
      <p:ext uri="{BB962C8B-B14F-4D97-AF65-F5344CB8AC3E}">
        <p14:creationId xmlns:p14="http://schemas.microsoft.com/office/powerpoint/2010/main" val="946661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3422B-B1EE-9CDE-6757-D59A3D1E25E2}"/>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6162D997-E1B0-6D1A-A9A6-D3205AE7336C}"/>
              </a:ext>
            </a:extLst>
          </p:cNvPr>
          <p:cNvGrpSpPr/>
          <p:nvPr/>
        </p:nvGrpSpPr>
        <p:grpSpPr>
          <a:xfrm>
            <a:off x="301478" y="101545"/>
            <a:ext cx="5047813" cy="461665"/>
            <a:chOff x="301478" y="101545"/>
            <a:chExt cx="5047813" cy="461665"/>
          </a:xfrm>
        </p:grpSpPr>
        <p:sp>
          <p:nvSpPr>
            <p:cNvPr id="3" name="CuadroTexto 2">
              <a:extLst>
                <a:ext uri="{FF2B5EF4-FFF2-40B4-BE49-F238E27FC236}">
                  <a16:creationId xmlns:a16="http://schemas.microsoft.com/office/drawing/2014/main" id="{E9D7541E-F237-F96E-D28A-86D12CC44EB4}"/>
                </a:ext>
              </a:extLst>
            </p:cNvPr>
            <p:cNvSpPr txBox="1"/>
            <p:nvPr/>
          </p:nvSpPr>
          <p:spPr>
            <a:xfrm>
              <a:off x="404348" y="101545"/>
              <a:ext cx="4944943" cy="461665"/>
            </a:xfrm>
            <a:prstGeom prst="rect">
              <a:avLst/>
            </a:prstGeom>
            <a:noFill/>
          </p:spPr>
          <p:txBody>
            <a:bodyPr wrap="none" rtlCol="0">
              <a:spAutoFit/>
            </a:bodyPr>
            <a:lstStyle/>
            <a:p>
              <a:r>
                <a:rPr lang="es-AR" sz="2400" dirty="0">
                  <a:latin typeface="+mj-lt"/>
                  <a:cs typeface="Times New Roman" panose="02020603050405020304" pitchFamily="18" charset="0"/>
                </a:rPr>
                <a:t>Equilibrio en el mercado de dinero</a:t>
              </a:r>
            </a:p>
          </p:txBody>
        </p:sp>
        <p:cxnSp>
          <p:nvCxnSpPr>
            <p:cNvPr id="5" name="Conector recto 4">
              <a:extLst>
                <a:ext uri="{FF2B5EF4-FFF2-40B4-BE49-F238E27FC236}">
                  <a16:creationId xmlns:a16="http://schemas.microsoft.com/office/drawing/2014/main" id="{AA363B19-71C6-AC9B-98C7-4A80D9F8C2D0}"/>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5" name="Grupo 34">
            <a:extLst>
              <a:ext uri="{FF2B5EF4-FFF2-40B4-BE49-F238E27FC236}">
                <a16:creationId xmlns:a16="http://schemas.microsoft.com/office/drawing/2014/main" id="{4246F240-51B5-37A7-5A74-E37C8EEDAEAA}"/>
              </a:ext>
            </a:extLst>
          </p:cNvPr>
          <p:cNvGrpSpPr/>
          <p:nvPr/>
        </p:nvGrpSpPr>
        <p:grpSpPr>
          <a:xfrm>
            <a:off x="404348" y="1169962"/>
            <a:ext cx="4714467" cy="3737854"/>
            <a:chOff x="404348" y="1169962"/>
            <a:chExt cx="4714467" cy="3737854"/>
          </a:xfrm>
        </p:grpSpPr>
        <p:cxnSp>
          <p:nvCxnSpPr>
            <p:cNvPr id="13" name="Conector recto 12">
              <a:extLst>
                <a:ext uri="{FF2B5EF4-FFF2-40B4-BE49-F238E27FC236}">
                  <a16:creationId xmlns:a16="http://schemas.microsoft.com/office/drawing/2014/main" id="{535965B8-8864-5A45-C89C-6CF20093D57D}"/>
                </a:ext>
              </a:extLst>
            </p:cNvPr>
            <p:cNvCxnSpPr>
              <a:cxnSpLocks/>
            </p:cNvCxnSpPr>
            <p:nvPr/>
          </p:nvCxnSpPr>
          <p:spPr>
            <a:xfrm flipV="1">
              <a:off x="2654697" y="1629935"/>
              <a:ext cx="0" cy="2628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ector recto de flecha 7">
              <a:extLst>
                <a:ext uri="{FF2B5EF4-FFF2-40B4-BE49-F238E27FC236}">
                  <a16:creationId xmlns:a16="http://schemas.microsoft.com/office/drawing/2014/main" id="{F42CAB0F-4AAB-DC04-771A-6F4BDF8BB351}"/>
                </a:ext>
              </a:extLst>
            </p:cNvPr>
            <p:cNvCxnSpPr/>
            <p:nvPr/>
          </p:nvCxnSpPr>
          <p:spPr>
            <a:xfrm flipV="1">
              <a:off x="841341" y="1373019"/>
              <a:ext cx="0" cy="288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Conector recto de flecha 8">
              <a:extLst>
                <a:ext uri="{FF2B5EF4-FFF2-40B4-BE49-F238E27FC236}">
                  <a16:creationId xmlns:a16="http://schemas.microsoft.com/office/drawing/2014/main" id="{E0EA0213-86F1-ADD5-4A4B-957F75D9C449}"/>
                </a:ext>
              </a:extLst>
            </p:cNvPr>
            <p:cNvCxnSpPr>
              <a:cxnSpLocks/>
            </p:cNvCxnSpPr>
            <p:nvPr/>
          </p:nvCxnSpPr>
          <p:spPr>
            <a:xfrm>
              <a:off x="841341" y="4253019"/>
              <a:ext cx="393552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7F788292-7830-7657-5C29-B2ED9673E112}"/>
                    </a:ext>
                  </a:extLst>
                </p:cNvPr>
                <p:cNvSpPr txBox="1"/>
                <p:nvPr/>
              </p:nvSpPr>
              <p:spPr>
                <a:xfrm>
                  <a:off x="404348" y="1169962"/>
                  <a:ext cx="4371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𝑖</m:t>
                        </m:r>
                      </m:oMath>
                    </m:oMathPara>
                  </a14:m>
                  <a:endParaRPr lang="es-AR" dirty="0"/>
                </a:p>
              </p:txBody>
            </p:sp>
          </mc:Choice>
          <mc:Fallback xmlns="">
            <p:sp>
              <p:nvSpPr>
                <p:cNvPr id="11" name="CuadroTexto 10">
                  <a:extLst>
                    <a:ext uri="{FF2B5EF4-FFF2-40B4-BE49-F238E27FC236}">
                      <a16:creationId xmlns:a16="http://schemas.microsoft.com/office/drawing/2014/main" id="{7F788292-7830-7657-5C29-B2ED9673E112}"/>
                    </a:ext>
                  </a:extLst>
                </p:cNvPr>
                <p:cNvSpPr txBox="1">
                  <a:spLocks noRot="1" noChangeAspect="1" noMove="1" noResize="1" noEditPoints="1" noAdjustHandles="1" noChangeArrowheads="1" noChangeShapeType="1" noTextEdit="1"/>
                </p:cNvSpPr>
                <p:nvPr/>
              </p:nvSpPr>
              <p:spPr>
                <a:xfrm>
                  <a:off x="404348" y="1169962"/>
                  <a:ext cx="437196" cy="369332"/>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15C06365-BCB5-72E9-1A80-F24DAE6B6EE9}"/>
                    </a:ext>
                  </a:extLst>
                </p:cNvPr>
                <p:cNvSpPr txBox="1"/>
                <p:nvPr/>
              </p:nvSpPr>
              <p:spPr>
                <a:xfrm>
                  <a:off x="4681619" y="4298739"/>
                  <a:ext cx="437196"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b="0" i="1" smtClean="0">
                                <a:latin typeface="Cambria Math" panose="02040503050406030204" pitchFamily="18" charset="0"/>
                              </a:rPr>
                            </m:ctrlPr>
                          </m:fPr>
                          <m:num>
                            <m:r>
                              <a:rPr lang="es-AR" b="0" i="1" smtClean="0">
                                <a:latin typeface="Cambria Math" panose="02040503050406030204" pitchFamily="18" charset="0"/>
                              </a:rPr>
                              <m:t>𝑀</m:t>
                            </m:r>
                          </m:num>
                          <m:den>
                            <m:r>
                              <a:rPr lang="es-AR" b="0" i="1" smtClean="0">
                                <a:latin typeface="Cambria Math" panose="02040503050406030204" pitchFamily="18" charset="0"/>
                              </a:rPr>
                              <m:t>𝑃</m:t>
                            </m:r>
                          </m:den>
                        </m:f>
                      </m:oMath>
                    </m:oMathPara>
                  </a14:m>
                  <a:endParaRPr lang="es-AR" i="1" dirty="0"/>
                </a:p>
              </p:txBody>
            </p:sp>
          </mc:Choice>
          <mc:Fallback xmlns="">
            <p:sp>
              <p:nvSpPr>
                <p:cNvPr id="12" name="CuadroTexto 11">
                  <a:extLst>
                    <a:ext uri="{FF2B5EF4-FFF2-40B4-BE49-F238E27FC236}">
                      <a16:creationId xmlns:a16="http://schemas.microsoft.com/office/drawing/2014/main" id="{15C06365-BCB5-72E9-1A80-F24DAE6B6EE9}"/>
                    </a:ext>
                  </a:extLst>
                </p:cNvPr>
                <p:cNvSpPr txBox="1">
                  <a:spLocks noRot="1" noChangeAspect="1" noMove="1" noResize="1" noEditPoints="1" noAdjustHandles="1" noChangeArrowheads="1" noChangeShapeType="1" noTextEdit="1"/>
                </p:cNvSpPr>
                <p:nvPr/>
              </p:nvSpPr>
              <p:spPr>
                <a:xfrm>
                  <a:off x="4681619" y="4298739"/>
                  <a:ext cx="437196" cy="609077"/>
                </a:xfrm>
                <a:prstGeom prst="rect">
                  <a:avLst/>
                </a:prstGeom>
                <a:blipFill>
                  <a:blip r:embed="rId3"/>
                  <a:stretch>
                    <a:fillRect/>
                  </a:stretch>
                </a:blipFill>
              </p:spPr>
              <p:txBody>
                <a:bodyPr/>
                <a:lstStyle/>
                <a:p>
                  <a:r>
                    <a:rPr lang="es-AR">
                      <a:noFill/>
                    </a:rPr>
                    <a:t> </a:t>
                  </a:r>
                </a:p>
              </p:txBody>
            </p:sp>
          </mc:Fallback>
        </mc:AlternateContent>
        <p:cxnSp>
          <p:nvCxnSpPr>
            <p:cNvPr id="14" name="Conector recto 13">
              <a:extLst>
                <a:ext uri="{FF2B5EF4-FFF2-40B4-BE49-F238E27FC236}">
                  <a16:creationId xmlns:a16="http://schemas.microsoft.com/office/drawing/2014/main" id="{B8917257-831E-DAB3-B46F-8A85FF0A21D8}"/>
                </a:ext>
              </a:extLst>
            </p:cNvPr>
            <p:cNvCxnSpPr>
              <a:cxnSpLocks/>
            </p:cNvCxnSpPr>
            <p:nvPr/>
          </p:nvCxnSpPr>
          <p:spPr>
            <a:xfrm>
              <a:off x="1150495" y="2016026"/>
              <a:ext cx="3040380" cy="189738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3A37747D-9C36-FBB1-29F1-604390BC568B}"/>
                    </a:ext>
                  </a:extLst>
                </p:cNvPr>
                <p:cNvSpPr txBox="1"/>
                <p:nvPr/>
              </p:nvSpPr>
              <p:spPr>
                <a:xfrm>
                  <a:off x="2654697" y="1558826"/>
                  <a:ext cx="4371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AR" b="0" i="1" smtClean="0">
                                <a:latin typeface="Cambria Math" panose="02040503050406030204" pitchFamily="18" charset="0"/>
                              </a:rPr>
                            </m:ctrlPr>
                          </m:sSupPr>
                          <m:e>
                            <m:r>
                              <a:rPr lang="es-AR" b="0" i="1" smtClean="0">
                                <a:latin typeface="Cambria Math" panose="02040503050406030204" pitchFamily="18" charset="0"/>
                              </a:rPr>
                              <m:t>𝑀</m:t>
                            </m:r>
                          </m:e>
                          <m:sup>
                            <m:r>
                              <a:rPr lang="es-AR" b="0" i="1" smtClean="0">
                                <a:latin typeface="Cambria Math" panose="02040503050406030204" pitchFamily="18" charset="0"/>
                              </a:rPr>
                              <m:t>𝑠</m:t>
                            </m:r>
                          </m:sup>
                        </m:sSup>
                      </m:oMath>
                    </m:oMathPara>
                  </a14:m>
                  <a:endParaRPr lang="es-AR" i="1" dirty="0"/>
                </a:p>
              </p:txBody>
            </p:sp>
          </mc:Choice>
          <mc:Fallback xmlns="">
            <p:sp>
              <p:nvSpPr>
                <p:cNvPr id="17" name="CuadroTexto 16">
                  <a:extLst>
                    <a:ext uri="{FF2B5EF4-FFF2-40B4-BE49-F238E27FC236}">
                      <a16:creationId xmlns:a16="http://schemas.microsoft.com/office/drawing/2014/main" id="{3A37747D-9C36-FBB1-29F1-604390BC568B}"/>
                    </a:ext>
                  </a:extLst>
                </p:cNvPr>
                <p:cNvSpPr txBox="1">
                  <a:spLocks noRot="1" noChangeAspect="1" noMove="1" noResize="1" noEditPoints="1" noAdjustHandles="1" noChangeArrowheads="1" noChangeShapeType="1" noTextEdit="1"/>
                </p:cNvSpPr>
                <p:nvPr/>
              </p:nvSpPr>
              <p:spPr>
                <a:xfrm>
                  <a:off x="2654697" y="1558826"/>
                  <a:ext cx="437196" cy="369332"/>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F6EAB9F4-E76D-8980-7F64-631A56B71EF0}"/>
                    </a:ext>
                  </a:extLst>
                </p:cNvPr>
                <p:cNvSpPr txBox="1"/>
                <p:nvPr/>
              </p:nvSpPr>
              <p:spPr>
                <a:xfrm>
                  <a:off x="4190875" y="3706449"/>
                  <a:ext cx="437196" cy="3816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AR" b="0" i="1" smtClean="0">
                                <a:latin typeface="Cambria Math" panose="02040503050406030204" pitchFamily="18" charset="0"/>
                              </a:rPr>
                            </m:ctrlPr>
                          </m:sSupPr>
                          <m:e>
                            <m:r>
                              <a:rPr lang="es-AR" b="0" i="1" smtClean="0">
                                <a:latin typeface="Cambria Math" panose="02040503050406030204" pitchFamily="18" charset="0"/>
                              </a:rPr>
                              <m:t>𝑀</m:t>
                            </m:r>
                          </m:e>
                          <m:sup>
                            <m:r>
                              <a:rPr lang="es-AR" b="0" i="1" smtClean="0">
                                <a:latin typeface="Cambria Math" panose="02040503050406030204" pitchFamily="18" charset="0"/>
                              </a:rPr>
                              <m:t>𝑑</m:t>
                            </m:r>
                          </m:sup>
                        </m:sSup>
                      </m:oMath>
                    </m:oMathPara>
                  </a14:m>
                  <a:endParaRPr lang="es-AR" i="1" dirty="0"/>
                </a:p>
              </p:txBody>
            </p:sp>
          </mc:Choice>
          <mc:Fallback xmlns="">
            <p:sp>
              <p:nvSpPr>
                <p:cNvPr id="18" name="CuadroTexto 17">
                  <a:extLst>
                    <a:ext uri="{FF2B5EF4-FFF2-40B4-BE49-F238E27FC236}">
                      <a16:creationId xmlns:a16="http://schemas.microsoft.com/office/drawing/2014/main" id="{F6EAB9F4-E76D-8980-7F64-631A56B71EF0}"/>
                    </a:ext>
                  </a:extLst>
                </p:cNvPr>
                <p:cNvSpPr txBox="1">
                  <a:spLocks noRot="1" noChangeAspect="1" noMove="1" noResize="1" noEditPoints="1" noAdjustHandles="1" noChangeArrowheads="1" noChangeShapeType="1" noTextEdit="1"/>
                </p:cNvSpPr>
                <p:nvPr/>
              </p:nvSpPr>
              <p:spPr>
                <a:xfrm>
                  <a:off x="4190875" y="3706449"/>
                  <a:ext cx="437196" cy="381643"/>
                </a:xfrm>
                <a:prstGeom prst="rect">
                  <a:avLst/>
                </a:prstGeom>
                <a:blipFill>
                  <a:blip r:embed="rId5"/>
                  <a:stretch>
                    <a:fillRect r="-4167"/>
                  </a:stretch>
                </a:blipFill>
              </p:spPr>
              <p:txBody>
                <a:bodyPr/>
                <a:lstStyle/>
                <a:p>
                  <a:r>
                    <a:rPr lang="es-AR">
                      <a:noFill/>
                    </a:rPr>
                    <a:t> </a:t>
                  </a:r>
                </a:p>
              </p:txBody>
            </p:sp>
          </mc:Fallback>
        </mc:AlternateContent>
      </p:grpSp>
      <p:sp>
        <p:nvSpPr>
          <p:cNvPr id="20" name="CuadroTexto 19">
            <a:extLst>
              <a:ext uri="{FF2B5EF4-FFF2-40B4-BE49-F238E27FC236}">
                <a16:creationId xmlns:a16="http://schemas.microsoft.com/office/drawing/2014/main" id="{0A2684FA-3D14-6AB7-DB5D-97D3084665D6}"/>
              </a:ext>
            </a:extLst>
          </p:cNvPr>
          <p:cNvSpPr txBox="1"/>
          <p:nvPr/>
        </p:nvSpPr>
        <p:spPr>
          <a:xfrm>
            <a:off x="410157" y="5482521"/>
            <a:ext cx="8980120" cy="1200329"/>
          </a:xfrm>
          <a:prstGeom prst="rect">
            <a:avLst/>
          </a:prstGeom>
          <a:noFill/>
        </p:spPr>
        <p:txBody>
          <a:bodyPr wrap="square" rtlCol="0">
            <a:spAutoFit/>
          </a:bodyPr>
          <a:lstStyle/>
          <a:p>
            <a:r>
              <a:rPr lang="es-AR" sz="2400" dirty="0"/>
              <a:t>¿Qué tasa de interés? ¿Real? ¿Nominal? ¿Corto o largo plazo?</a:t>
            </a:r>
          </a:p>
          <a:p>
            <a:endParaRPr lang="es-AR" sz="2400" dirty="0"/>
          </a:p>
          <a:p>
            <a:r>
              <a:rPr lang="es-AR" sz="2400" dirty="0"/>
              <a:t>¿Qué M? ¿M1, M2,…? ¿Público o privado?</a:t>
            </a:r>
          </a:p>
        </p:txBody>
      </p:sp>
      <p:grpSp>
        <p:nvGrpSpPr>
          <p:cNvPr id="34" name="Grupo 33">
            <a:extLst>
              <a:ext uri="{FF2B5EF4-FFF2-40B4-BE49-F238E27FC236}">
                <a16:creationId xmlns:a16="http://schemas.microsoft.com/office/drawing/2014/main" id="{3B84E243-D117-22A4-1BCC-A9C22D5729E7}"/>
              </a:ext>
            </a:extLst>
          </p:cNvPr>
          <p:cNvGrpSpPr/>
          <p:nvPr/>
        </p:nvGrpSpPr>
        <p:grpSpPr>
          <a:xfrm>
            <a:off x="7595243" y="722879"/>
            <a:ext cx="3040380" cy="2410558"/>
            <a:chOff x="7579919" y="402461"/>
            <a:chExt cx="3040380" cy="2410558"/>
          </a:xfrm>
        </p:grpSpPr>
        <p:cxnSp>
          <p:nvCxnSpPr>
            <p:cNvPr id="16" name="Conector recto 15">
              <a:extLst>
                <a:ext uri="{FF2B5EF4-FFF2-40B4-BE49-F238E27FC236}">
                  <a16:creationId xmlns:a16="http://schemas.microsoft.com/office/drawing/2014/main" id="{C31FC26B-993F-F676-4E46-51981C5EEEC7}"/>
                </a:ext>
              </a:extLst>
            </p:cNvPr>
            <p:cNvCxnSpPr>
              <a:cxnSpLocks/>
            </p:cNvCxnSpPr>
            <p:nvPr/>
          </p:nvCxnSpPr>
          <p:spPr>
            <a:xfrm flipV="1">
              <a:off x="9031179" y="695570"/>
              <a:ext cx="0" cy="1694808"/>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Conector recto de flecha 5">
              <a:extLst>
                <a:ext uri="{FF2B5EF4-FFF2-40B4-BE49-F238E27FC236}">
                  <a16:creationId xmlns:a16="http://schemas.microsoft.com/office/drawing/2014/main" id="{1D0B01E7-4935-B6D7-40D9-ADD716F5BAE8}"/>
                </a:ext>
              </a:extLst>
            </p:cNvPr>
            <p:cNvCxnSpPr/>
            <p:nvPr/>
          </p:nvCxnSpPr>
          <p:spPr>
            <a:xfrm flipV="1">
              <a:off x="7861738" y="533413"/>
              <a:ext cx="0" cy="18573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Conector recto de flecha 6">
              <a:extLst>
                <a:ext uri="{FF2B5EF4-FFF2-40B4-BE49-F238E27FC236}">
                  <a16:creationId xmlns:a16="http://schemas.microsoft.com/office/drawing/2014/main" id="{5794B573-7283-115C-29D8-F0AA82D4DA1D}"/>
                </a:ext>
              </a:extLst>
            </p:cNvPr>
            <p:cNvCxnSpPr>
              <a:cxnSpLocks/>
            </p:cNvCxnSpPr>
            <p:nvPr/>
          </p:nvCxnSpPr>
          <p:spPr>
            <a:xfrm>
              <a:off x="7861738" y="2390738"/>
              <a:ext cx="25380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BADB7B2-3939-34E6-78D4-661F73DBA328}"/>
                    </a:ext>
                  </a:extLst>
                </p:cNvPr>
                <p:cNvSpPr txBox="1"/>
                <p:nvPr/>
              </p:nvSpPr>
              <p:spPr>
                <a:xfrm>
                  <a:off x="7579919" y="402461"/>
                  <a:ext cx="281950" cy="2381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𝑖</m:t>
                        </m:r>
                      </m:oMath>
                    </m:oMathPara>
                  </a14:m>
                  <a:endParaRPr lang="es-AR" dirty="0"/>
                </a:p>
              </p:txBody>
            </p:sp>
          </mc:Choice>
          <mc:Fallback xmlns="">
            <p:sp>
              <p:nvSpPr>
                <p:cNvPr id="10" name="CuadroTexto 9">
                  <a:extLst>
                    <a:ext uri="{FF2B5EF4-FFF2-40B4-BE49-F238E27FC236}">
                      <a16:creationId xmlns:a16="http://schemas.microsoft.com/office/drawing/2014/main" id="{2BADB7B2-3939-34E6-78D4-661F73DBA328}"/>
                    </a:ext>
                  </a:extLst>
                </p:cNvPr>
                <p:cNvSpPr txBox="1">
                  <a:spLocks noRot="1" noChangeAspect="1" noMove="1" noResize="1" noEditPoints="1" noAdjustHandles="1" noChangeArrowheads="1" noChangeShapeType="1" noTextEdit="1"/>
                </p:cNvSpPr>
                <p:nvPr/>
              </p:nvSpPr>
              <p:spPr>
                <a:xfrm>
                  <a:off x="7579919" y="402461"/>
                  <a:ext cx="281950" cy="238184"/>
                </a:xfrm>
                <a:prstGeom prst="rect">
                  <a:avLst/>
                </a:prstGeom>
                <a:blipFill>
                  <a:blip r:embed="rId6"/>
                  <a:stretch>
                    <a:fillRect b="-4359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6105B5CF-F7C6-B007-294C-F8F90FA0D607}"/>
                    </a:ext>
                  </a:extLst>
                </p:cNvPr>
                <p:cNvSpPr txBox="1"/>
                <p:nvPr/>
              </p:nvSpPr>
              <p:spPr>
                <a:xfrm>
                  <a:off x="10338349" y="2420223"/>
                  <a:ext cx="281950" cy="39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b="0" i="1" smtClean="0">
                                <a:latin typeface="Cambria Math" panose="02040503050406030204" pitchFamily="18" charset="0"/>
                              </a:rPr>
                            </m:ctrlPr>
                          </m:fPr>
                          <m:num>
                            <m:r>
                              <a:rPr lang="es-AR" b="0" i="1" smtClean="0">
                                <a:latin typeface="Cambria Math" panose="02040503050406030204" pitchFamily="18" charset="0"/>
                              </a:rPr>
                              <m:t>𝑀</m:t>
                            </m:r>
                          </m:num>
                          <m:den>
                            <m:r>
                              <a:rPr lang="es-AR" b="0" i="1" smtClean="0">
                                <a:latin typeface="Cambria Math" panose="02040503050406030204" pitchFamily="18" charset="0"/>
                              </a:rPr>
                              <m:t>𝑃</m:t>
                            </m:r>
                          </m:den>
                        </m:f>
                      </m:oMath>
                    </m:oMathPara>
                  </a14:m>
                  <a:endParaRPr lang="es-AR" i="1" dirty="0"/>
                </a:p>
              </p:txBody>
            </p:sp>
          </mc:Choice>
          <mc:Fallback xmlns="">
            <p:sp>
              <p:nvSpPr>
                <p:cNvPr id="15" name="CuadroTexto 14">
                  <a:extLst>
                    <a:ext uri="{FF2B5EF4-FFF2-40B4-BE49-F238E27FC236}">
                      <a16:creationId xmlns:a16="http://schemas.microsoft.com/office/drawing/2014/main" id="{6105B5CF-F7C6-B007-294C-F8F90FA0D607}"/>
                    </a:ext>
                  </a:extLst>
                </p:cNvPr>
                <p:cNvSpPr txBox="1">
                  <a:spLocks noRot="1" noChangeAspect="1" noMove="1" noResize="1" noEditPoints="1" noAdjustHandles="1" noChangeArrowheads="1" noChangeShapeType="1" noTextEdit="1"/>
                </p:cNvSpPr>
                <p:nvPr/>
              </p:nvSpPr>
              <p:spPr>
                <a:xfrm>
                  <a:off x="10338349" y="2420223"/>
                  <a:ext cx="281950" cy="392796"/>
                </a:xfrm>
                <a:prstGeom prst="rect">
                  <a:avLst/>
                </a:prstGeom>
                <a:blipFill>
                  <a:blip r:embed="rId7"/>
                  <a:stretch>
                    <a:fillRect r="-4255" b="-43750"/>
                  </a:stretch>
                </a:blipFill>
              </p:spPr>
              <p:txBody>
                <a:bodyPr/>
                <a:lstStyle/>
                <a:p>
                  <a:r>
                    <a:rPr lang="es-AR">
                      <a:noFill/>
                    </a:rPr>
                    <a:t> </a:t>
                  </a:r>
                </a:p>
              </p:txBody>
            </p:sp>
          </mc:Fallback>
        </mc:AlternateContent>
        <p:cxnSp>
          <p:nvCxnSpPr>
            <p:cNvPr id="21" name="Conector recto 20">
              <a:extLst>
                <a:ext uri="{FF2B5EF4-FFF2-40B4-BE49-F238E27FC236}">
                  <a16:creationId xmlns:a16="http://schemas.microsoft.com/office/drawing/2014/main" id="{CEB37DD4-20E0-F407-2A57-C85067D03D8B}"/>
                </a:ext>
              </a:extLst>
            </p:cNvPr>
            <p:cNvCxnSpPr>
              <a:cxnSpLocks/>
            </p:cNvCxnSpPr>
            <p:nvPr/>
          </p:nvCxnSpPr>
          <p:spPr>
            <a:xfrm>
              <a:off x="8061112" y="948091"/>
              <a:ext cx="1960754" cy="1223628"/>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F0D872E5-A552-F606-C71E-2C3841BD1F86}"/>
                    </a:ext>
                  </a:extLst>
                </p:cNvPr>
                <p:cNvSpPr txBox="1"/>
                <p:nvPr/>
              </p:nvSpPr>
              <p:spPr>
                <a:xfrm>
                  <a:off x="9031179" y="653241"/>
                  <a:ext cx="281950" cy="2381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AR" b="0" i="1" smtClean="0">
                                <a:latin typeface="Cambria Math" panose="02040503050406030204" pitchFamily="18" charset="0"/>
                              </a:rPr>
                            </m:ctrlPr>
                          </m:sSupPr>
                          <m:e>
                            <m:r>
                              <a:rPr lang="es-AR" b="0" i="1" smtClean="0">
                                <a:latin typeface="Cambria Math" panose="02040503050406030204" pitchFamily="18" charset="0"/>
                              </a:rPr>
                              <m:t>𝑀</m:t>
                            </m:r>
                          </m:e>
                          <m:sup>
                            <m:r>
                              <a:rPr lang="es-AR" b="0" i="1" smtClean="0">
                                <a:latin typeface="Cambria Math" panose="02040503050406030204" pitchFamily="18" charset="0"/>
                              </a:rPr>
                              <m:t>𝑠</m:t>
                            </m:r>
                          </m:sup>
                        </m:sSup>
                      </m:oMath>
                    </m:oMathPara>
                  </a14:m>
                  <a:endParaRPr lang="es-AR" i="1" dirty="0"/>
                </a:p>
              </p:txBody>
            </p:sp>
          </mc:Choice>
          <mc:Fallback xmlns="">
            <p:sp>
              <p:nvSpPr>
                <p:cNvPr id="22" name="CuadroTexto 21">
                  <a:extLst>
                    <a:ext uri="{FF2B5EF4-FFF2-40B4-BE49-F238E27FC236}">
                      <a16:creationId xmlns:a16="http://schemas.microsoft.com/office/drawing/2014/main" id="{F0D872E5-A552-F606-C71E-2C3841BD1F86}"/>
                    </a:ext>
                  </a:extLst>
                </p:cNvPr>
                <p:cNvSpPr txBox="1">
                  <a:spLocks noRot="1" noChangeAspect="1" noMove="1" noResize="1" noEditPoints="1" noAdjustHandles="1" noChangeArrowheads="1" noChangeShapeType="1" noTextEdit="1"/>
                </p:cNvSpPr>
                <p:nvPr/>
              </p:nvSpPr>
              <p:spPr>
                <a:xfrm>
                  <a:off x="9031179" y="653241"/>
                  <a:ext cx="281950" cy="238184"/>
                </a:xfrm>
                <a:prstGeom prst="rect">
                  <a:avLst/>
                </a:prstGeom>
                <a:blipFill>
                  <a:blip r:embed="rId8"/>
                  <a:stretch>
                    <a:fillRect r="-50000" b="-4359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B72787E9-BD70-3BC4-FA2A-87956D3B4A1D}"/>
                    </a:ext>
                  </a:extLst>
                </p:cNvPr>
                <p:cNvSpPr txBox="1"/>
                <p:nvPr/>
              </p:nvSpPr>
              <p:spPr>
                <a:xfrm>
                  <a:off x="10021867" y="2038252"/>
                  <a:ext cx="281950" cy="2461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AR" b="0" i="1" smtClean="0">
                                <a:latin typeface="Cambria Math" panose="02040503050406030204" pitchFamily="18" charset="0"/>
                              </a:rPr>
                            </m:ctrlPr>
                          </m:sSupPr>
                          <m:e>
                            <m:r>
                              <a:rPr lang="es-AR" b="0" i="1" smtClean="0">
                                <a:latin typeface="Cambria Math" panose="02040503050406030204" pitchFamily="18" charset="0"/>
                              </a:rPr>
                              <m:t>𝑀</m:t>
                            </m:r>
                          </m:e>
                          <m:sup>
                            <m:r>
                              <a:rPr lang="es-AR" b="0" i="1" smtClean="0">
                                <a:latin typeface="Cambria Math" panose="02040503050406030204" pitchFamily="18" charset="0"/>
                              </a:rPr>
                              <m:t>𝑑</m:t>
                            </m:r>
                          </m:sup>
                        </m:sSup>
                      </m:oMath>
                    </m:oMathPara>
                  </a14:m>
                  <a:endParaRPr lang="es-AR" i="1" dirty="0"/>
                </a:p>
              </p:txBody>
            </p:sp>
          </mc:Choice>
          <mc:Fallback xmlns="">
            <p:sp>
              <p:nvSpPr>
                <p:cNvPr id="23" name="CuadroTexto 22">
                  <a:extLst>
                    <a:ext uri="{FF2B5EF4-FFF2-40B4-BE49-F238E27FC236}">
                      <a16:creationId xmlns:a16="http://schemas.microsoft.com/office/drawing/2014/main" id="{B72787E9-BD70-3BC4-FA2A-87956D3B4A1D}"/>
                    </a:ext>
                  </a:extLst>
                </p:cNvPr>
                <p:cNvSpPr txBox="1">
                  <a:spLocks noRot="1" noChangeAspect="1" noMove="1" noResize="1" noEditPoints="1" noAdjustHandles="1" noChangeArrowheads="1" noChangeShapeType="1" noTextEdit="1"/>
                </p:cNvSpPr>
                <p:nvPr/>
              </p:nvSpPr>
              <p:spPr>
                <a:xfrm>
                  <a:off x="10021867" y="2038252"/>
                  <a:ext cx="281950" cy="246123"/>
                </a:xfrm>
                <a:prstGeom prst="rect">
                  <a:avLst/>
                </a:prstGeom>
                <a:blipFill>
                  <a:blip r:embed="rId9"/>
                  <a:stretch>
                    <a:fillRect r="-60870" b="-42500"/>
                  </a:stretch>
                </a:blipFill>
              </p:spPr>
              <p:txBody>
                <a:bodyPr/>
                <a:lstStyle/>
                <a:p>
                  <a:r>
                    <a:rPr lang="es-AR">
                      <a:noFill/>
                    </a:rPr>
                    <a:t> </a:t>
                  </a:r>
                </a:p>
              </p:txBody>
            </p:sp>
          </mc:Fallback>
        </mc:AlternateContent>
      </p:grpSp>
      <p:grpSp>
        <p:nvGrpSpPr>
          <p:cNvPr id="36" name="Grupo 35">
            <a:extLst>
              <a:ext uri="{FF2B5EF4-FFF2-40B4-BE49-F238E27FC236}">
                <a16:creationId xmlns:a16="http://schemas.microsoft.com/office/drawing/2014/main" id="{6123304B-7651-C4B7-7127-747F5AC6FDC3}"/>
              </a:ext>
            </a:extLst>
          </p:cNvPr>
          <p:cNvGrpSpPr/>
          <p:nvPr/>
        </p:nvGrpSpPr>
        <p:grpSpPr>
          <a:xfrm>
            <a:off x="7595243" y="3121881"/>
            <a:ext cx="3040380" cy="2410558"/>
            <a:chOff x="7579919" y="3264931"/>
            <a:chExt cx="3040380" cy="2410558"/>
          </a:xfrm>
        </p:grpSpPr>
        <p:cxnSp>
          <p:nvCxnSpPr>
            <p:cNvPr id="29" name="Conector recto 28">
              <a:extLst>
                <a:ext uri="{FF2B5EF4-FFF2-40B4-BE49-F238E27FC236}">
                  <a16:creationId xmlns:a16="http://schemas.microsoft.com/office/drawing/2014/main" id="{0B21C275-0FEA-71C2-D9FB-3AF66E478089}"/>
                </a:ext>
              </a:extLst>
            </p:cNvPr>
            <p:cNvCxnSpPr>
              <a:cxnSpLocks/>
            </p:cNvCxnSpPr>
            <p:nvPr/>
          </p:nvCxnSpPr>
          <p:spPr>
            <a:xfrm flipV="1">
              <a:off x="7861738" y="4422375"/>
              <a:ext cx="226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ector recto de flecha 24">
              <a:extLst>
                <a:ext uri="{FF2B5EF4-FFF2-40B4-BE49-F238E27FC236}">
                  <a16:creationId xmlns:a16="http://schemas.microsoft.com/office/drawing/2014/main" id="{82D985E1-A44C-0E5B-640E-45CE5FD06015}"/>
                </a:ext>
              </a:extLst>
            </p:cNvPr>
            <p:cNvCxnSpPr/>
            <p:nvPr/>
          </p:nvCxnSpPr>
          <p:spPr>
            <a:xfrm flipV="1">
              <a:off x="7861738" y="3395883"/>
              <a:ext cx="0" cy="18573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Conector recto de flecha 25">
              <a:extLst>
                <a:ext uri="{FF2B5EF4-FFF2-40B4-BE49-F238E27FC236}">
                  <a16:creationId xmlns:a16="http://schemas.microsoft.com/office/drawing/2014/main" id="{0391C29A-9D88-05B5-6D60-9195B2B84B93}"/>
                </a:ext>
              </a:extLst>
            </p:cNvPr>
            <p:cNvCxnSpPr>
              <a:cxnSpLocks/>
            </p:cNvCxnSpPr>
            <p:nvPr/>
          </p:nvCxnSpPr>
          <p:spPr>
            <a:xfrm>
              <a:off x="7861738" y="5253208"/>
              <a:ext cx="25380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221E94CC-2EBF-E545-EFEA-DA8B497F378E}"/>
                    </a:ext>
                  </a:extLst>
                </p:cNvPr>
                <p:cNvSpPr txBox="1"/>
                <p:nvPr/>
              </p:nvSpPr>
              <p:spPr>
                <a:xfrm>
                  <a:off x="7579919" y="3264931"/>
                  <a:ext cx="281950" cy="2381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𝑖</m:t>
                        </m:r>
                      </m:oMath>
                    </m:oMathPara>
                  </a14:m>
                  <a:endParaRPr lang="es-AR" dirty="0"/>
                </a:p>
              </p:txBody>
            </p:sp>
          </mc:Choice>
          <mc:Fallback xmlns="">
            <p:sp>
              <p:nvSpPr>
                <p:cNvPr id="27" name="CuadroTexto 26">
                  <a:extLst>
                    <a:ext uri="{FF2B5EF4-FFF2-40B4-BE49-F238E27FC236}">
                      <a16:creationId xmlns:a16="http://schemas.microsoft.com/office/drawing/2014/main" id="{221E94CC-2EBF-E545-EFEA-DA8B497F378E}"/>
                    </a:ext>
                  </a:extLst>
                </p:cNvPr>
                <p:cNvSpPr txBox="1">
                  <a:spLocks noRot="1" noChangeAspect="1" noMove="1" noResize="1" noEditPoints="1" noAdjustHandles="1" noChangeArrowheads="1" noChangeShapeType="1" noTextEdit="1"/>
                </p:cNvSpPr>
                <p:nvPr/>
              </p:nvSpPr>
              <p:spPr>
                <a:xfrm>
                  <a:off x="7579919" y="3264931"/>
                  <a:ext cx="281950" cy="238184"/>
                </a:xfrm>
                <a:prstGeom prst="rect">
                  <a:avLst/>
                </a:prstGeom>
                <a:blipFill>
                  <a:blip r:embed="rId10"/>
                  <a:stretch>
                    <a:fillRect b="-4615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74E2A26B-E71F-3922-0A55-1275DF025E98}"/>
                    </a:ext>
                  </a:extLst>
                </p:cNvPr>
                <p:cNvSpPr txBox="1"/>
                <p:nvPr/>
              </p:nvSpPr>
              <p:spPr>
                <a:xfrm>
                  <a:off x="10338349" y="5282693"/>
                  <a:ext cx="281950" cy="39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b="0" i="1" smtClean="0">
                                <a:latin typeface="Cambria Math" panose="02040503050406030204" pitchFamily="18" charset="0"/>
                              </a:rPr>
                            </m:ctrlPr>
                          </m:fPr>
                          <m:num>
                            <m:r>
                              <a:rPr lang="es-AR" b="0" i="1" smtClean="0">
                                <a:latin typeface="Cambria Math" panose="02040503050406030204" pitchFamily="18" charset="0"/>
                              </a:rPr>
                              <m:t>𝑀</m:t>
                            </m:r>
                          </m:num>
                          <m:den>
                            <m:r>
                              <a:rPr lang="es-AR" b="0" i="1" smtClean="0">
                                <a:latin typeface="Cambria Math" panose="02040503050406030204" pitchFamily="18" charset="0"/>
                              </a:rPr>
                              <m:t>𝑃</m:t>
                            </m:r>
                          </m:den>
                        </m:f>
                      </m:oMath>
                    </m:oMathPara>
                  </a14:m>
                  <a:endParaRPr lang="es-AR" i="1" dirty="0"/>
                </a:p>
              </p:txBody>
            </p:sp>
          </mc:Choice>
          <mc:Fallback xmlns="">
            <p:sp>
              <p:nvSpPr>
                <p:cNvPr id="28" name="CuadroTexto 27">
                  <a:extLst>
                    <a:ext uri="{FF2B5EF4-FFF2-40B4-BE49-F238E27FC236}">
                      <a16:creationId xmlns:a16="http://schemas.microsoft.com/office/drawing/2014/main" id="{74E2A26B-E71F-3922-0A55-1275DF025E98}"/>
                    </a:ext>
                  </a:extLst>
                </p:cNvPr>
                <p:cNvSpPr txBox="1">
                  <a:spLocks noRot="1" noChangeAspect="1" noMove="1" noResize="1" noEditPoints="1" noAdjustHandles="1" noChangeArrowheads="1" noChangeShapeType="1" noTextEdit="1"/>
                </p:cNvSpPr>
                <p:nvPr/>
              </p:nvSpPr>
              <p:spPr>
                <a:xfrm>
                  <a:off x="10338349" y="5282693"/>
                  <a:ext cx="281950" cy="392796"/>
                </a:xfrm>
                <a:prstGeom prst="rect">
                  <a:avLst/>
                </a:prstGeom>
                <a:blipFill>
                  <a:blip r:embed="rId11"/>
                  <a:stretch>
                    <a:fillRect r="-4255" b="-41538"/>
                  </a:stretch>
                </a:blipFill>
              </p:spPr>
              <p:txBody>
                <a:bodyPr/>
                <a:lstStyle/>
                <a:p>
                  <a:r>
                    <a:rPr lang="es-AR">
                      <a:noFill/>
                    </a:rPr>
                    <a:t> </a:t>
                  </a:r>
                </a:p>
              </p:txBody>
            </p:sp>
          </mc:Fallback>
        </mc:AlternateContent>
        <p:cxnSp>
          <p:nvCxnSpPr>
            <p:cNvPr id="30" name="Conector recto 29">
              <a:extLst>
                <a:ext uri="{FF2B5EF4-FFF2-40B4-BE49-F238E27FC236}">
                  <a16:creationId xmlns:a16="http://schemas.microsoft.com/office/drawing/2014/main" id="{B55F288E-7D79-4D1D-2AF2-ADD6C1D76CA8}"/>
                </a:ext>
              </a:extLst>
            </p:cNvPr>
            <p:cNvCxnSpPr>
              <a:cxnSpLocks/>
            </p:cNvCxnSpPr>
            <p:nvPr/>
          </p:nvCxnSpPr>
          <p:spPr>
            <a:xfrm>
              <a:off x="8061112" y="3810561"/>
              <a:ext cx="1960754" cy="1223628"/>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2558875B-5AA5-47C4-E157-5BE6E4C43E0D}"/>
                    </a:ext>
                  </a:extLst>
                </p:cNvPr>
                <p:cNvSpPr txBox="1"/>
                <p:nvPr/>
              </p:nvSpPr>
              <p:spPr>
                <a:xfrm>
                  <a:off x="10129607" y="4253019"/>
                  <a:ext cx="281950" cy="2381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AR" b="0" i="1" smtClean="0">
                                <a:latin typeface="Cambria Math" panose="02040503050406030204" pitchFamily="18" charset="0"/>
                              </a:rPr>
                            </m:ctrlPr>
                          </m:sSupPr>
                          <m:e>
                            <m:r>
                              <a:rPr lang="es-AR" b="0" i="1" smtClean="0">
                                <a:latin typeface="Cambria Math" panose="02040503050406030204" pitchFamily="18" charset="0"/>
                              </a:rPr>
                              <m:t>𝑀</m:t>
                            </m:r>
                          </m:e>
                          <m:sup>
                            <m:r>
                              <a:rPr lang="es-AR" b="0" i="1" smtClean="0">
                                <a:latin typeface="Cambria Math" panose="02040503050406030204" pitchFamily="18" charset="0"/>
                              </a:rPr>
                              <m:t>𝑠</m:t>
                            </m:r>
                          </m:sup>
                        </m:sSup>
                      </m:oMath>
                    </m:oMathPara>
                  </a14:m>
                  <a:endParaRPr lang="es-AR" i="1" dirty="0"/>
                </a:p>
              </p:txBody>
            </p:sp>
          </mc:Choice>
          <mc:Fallback xmlns="">
            <p:sp>
              <p:nvSpPr>
                <p:cNvPr id="31" name="CuadroTexto 30">
                  <a:extLst>
                    <a:ext uri="{FF2B5EF4-FFF2-40B4-BE49-F238E27FC236}">
                      <a16:creationId xmlns:a16="http://schemas.microsoft.com/office/drawing/2014/main" id="{2558875B-5AA5-47C4-E157-5BE6E4C43E0D}"/>
                    </a:ext>
                  </a:extLst>
                </p:cNvPr>
                <p:cNvSpPr txBox="1">
                  <a:spLocks noRot="1" noChangeAspect="1" noMove="1" noResize="1" noEditPoints="1" noAdjustHandles="1" noChangeArrowheads="1" noChangeShapeType="1" noTextEdit="1"/>
                </p:cNvSpPr>
                <p:nvPr/>
              </p:nvSpPr>
              <p:spPr>
                <a:xfrm>
                  <a:off x="10129607" y="4253019"/>
                  <a:ext cx="281950" cy="238184"/>
                </a:xfrm>
                <a:prstGeom prst="rect">
                  <a:avLst/>
                </a:prstGeom>
                <a:blipFill>
                  <a:blip r:embed="rId12"/>
                  <a:stretch>
                    <a:fillRect r="-50000" b="-4359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9B88BC9E-DE96-2E0D-2E2F-07916654E13C}"/>
                    </a:ext>
                  </a:extLst>
                </p:cNvPr>
                <p:cNvSpPr txBox="1"/>
                <p:nvPr/>
              </p:nvSpPr>
              <p:spPr>
                <a:xfrm>
                  <a:off x="10021867" y="4900722"/>
                  <a:ext cx="281950" cy="2461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AR" b="0" i="1" smtClean="0">
                                <a:latin typeface="Cambria Math" panose="02040503050406030204" pitchFamily="18" charset="0"/>
                              </a:rPr>
                            </m:ctrlPr>
                          </m:sSupPr>
                          <m:e>
                            <m:r>
                              <a:rPr lang="es-AR" b="0" i="1" smtClean="0">
                                <a:latin typeface="Cambria Math" panose="02040503050406030204" pitchFamily="18" charset="0"/>
                              </a:rPr>
                              <m:t>𝑀</m:t>
                            </m:r>
                          </m:e>
                          <m:sup>
                            <m:r>
                              <a:rPr lang="es-AR" b="0" i="1" smtClean="0">
                                <a:latin typeface="Cambria Math" panose="02040503050406030204" pitchFamily="18" charset="0"/>
                              </a:rPr>
                              <m:t>𝑑</m:t>
                            </m:r>
                          </m:sup>
                        </m:sSup>
                      </m:oMath>
                    </m:oMathPara>
                  </a14:m>
                  <a:endParaRPr lang="es-AR" i="1" dirty="0"/>
                </a:p>
              </p:txBody>
            </p:sp>
          </mc:Choice>
          <mc:Fallback xmlns="">
            <p:sp>
              <p:nvSpPr>
                <p:cNvPr id="32" name="CuadroTexto 31">
                  <a:extLst>
                    <a:ext uri="{FF2B5EF4-FFF2-40B4-BE49-F238E27FC236}">
                      <a16:creationId xmlns:a16="http://schemas.microsoft.com/office/drawing/2014/main" id="{9B88BC9E-DE96-2E0D-2E2F-07916654E13C}"/>
                    </a:ext>
                  </a:extLst>
                </p:cNvPr>
                <p:cNvSpPr txBox="1">
                  <a:spLocks noRot="1" noChangeAspect="1" noMove="1" noResize="1" noEditPoints="1" noAdjustHandles="1" noChangeArrowheads="1" noChangeShapeType="1" noTextEdit="1"/>
                </p:cNvSpPr>
                <p:nvPr/>
              </p:nvSpPr>
              <p:spPr>
                <a:xfrm>
                  <a:off x="10021867" y="4900722"/>
                  <a:ext cx="281950" cy="246123"/>
                </a:xfrm>
                <a:prstGeom prst="rect">
                  <a:avLst/>
                </a:prstGeom>
                <a:blipFill>
                  <a:blip r:embed="rId13"/>
                  <a:stretch>
                    <a:fillRect r="-60870" b="-39024"/>
                  </a:stretch>
                </a:blipFill>
              </p:spPr>
              <p:txBody>
                <a:bodyPr/>
                <a:lstStyle/>
                <a:p>
                  <a:r>
                    <a:rPr lang="es-AR">
                      <a:noFill/>
                    </a:rPr>
                    <a:t> </a:t>
                  </a:r>
                </a:p>
              </p:txBody>
            </p:sp>
          </mc:Fallback>
        </mc:AlternateContent>
      </p:grpSp>
    </p:spTree>
    <p:extLst>
      <p:ext uri="{BB962C8B-B14F-4D97-AF65-F5344CB8AC3E}">
        <p14:creationId xmlns:p14="http://schemas.microsoft.com/office/powerpoint/2010/main" val="1078624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2521B-A9F0-7708-8B93-FC14F6714AD2}"/>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E1D1B439-572C-2BC0-43B6-D8F079C03D70}"/>
              </a:ext>
            </a:extLst>
          </p:cNvPr>
          <p:cNvGrpSpPr/>
          <p:nvPr/>
        </p:nvGrpSpPr>
        <p:grpSpPr>
          <a:xfrm>
            <a:off x="301478" y="101545"/>
            <a:ext cx="5047813" cy="461665"/>
            <a:chOff x="301478" y="101545"/>
            <a:chExt cx="5047813" cy="461665"/>
          </a:xfrm>
        </p:grpSpPr>
        <p:sp>
          <p:nvSpPr>
            <p:cNvPr id="3" name="CuadroTexto 2">
              <a:extLst>
                <a:ext uri="{FF2B5EF4-FFF2-40B4-BE49-F238E27FC236}">
                  <a16:creationId xmlns:a16="http://schemas.microsoft.com/office/drawing/2014/main" id="{6704D3A5-4457-9F30-F9BB-1ACCD07EA788}"/>
                </a:ext>
              </a:extLst>
            </p:cNvPr>
            <p:cNvSpPr txBox="1"/>
            <p:nvPr/>
          </p:nvSpPr>
          <p:spPr>
            <a:xfrm>
              <a:off x="404348" y="101545"/>
              <a:ext cx="4944943" cy="461665"/>
            </a:xfrm>
            <a:prstGeom prst="rect">
              <a:avLst/>
            </a:prstGeom>
            <a:noFill/>
          </p:spPr>
          <p:txBody>
            <a:bodyPr wrap="none" rtlCol="0">
              <a:spAutoFit/>
            </a:bodyPr>
            <a:lstStyle/>
            <a:p>
              <a:r>
                <a:rPr lang="es-AR" sz="2400" dirty="0">
                  <a:latin typeface="+mj-lt"/>
                  <a:cs typeface="Times New Roman" panose="02020603050405020304" pitchFamily="18" charset="0"/>
                </a:rPr>
                <a:t>Equilibrio en el mercado de dinero</a:t>
              </a:r>
            </a:p>
          </p:txBody>
        </p:sp>
        <p:cxnSp>
          <p:nvCxnSpPr>
            <p:cNvPr id="5" name="Conector recto 4">
              <a:extLst>
                <a:ext uri="{FF2B5EF4-FFF2-40B4-BE49-F238E27FC236}">
                  <a16:creationId xmlns:a16="http://schemas.microsoft.com/office/drawing/2014/main" id="{EDD3BB75-C4A1-4329-45C4-300A340C2315}"/>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4" name="Imagen 3">
            <a:extLst>
              <a:ext uri="{FF2B5EF4-FFF2-40B4-BE49-F238E27FC236}">
                <a16:creationId xmlns:a16="http://schemas.microsoft.com/office/drawing/2014/main" id="{A92A8539-D524-0019-511E-7CCD7322CB8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32630" y="1679713"/>
            <a:ext cx="5959385" cy="3895582"/>
          </a:xfrm>
          <a:prstGeom prst="rect">
            <a:avLst/>
          </a:prstGeom>
        </p:spPr>
      </p:pic>
      <p:pic>
        <p:nvPicPr>
          <p:cNvPr id="19" name="Imagen 18">
            <a:extLst>
              <a:ext uri="{FF2B5EF4-FFF2-40B4-BE49-F238E27FC236}">
                <a16:creationId xmlns:a16="http://schemas.microsoft.com/office/drawing/2014/main" id="{C7A63CEC-FA70-3E3C-D8C5-50C27A4AC21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092244" y="1679713"/>
            <a:ext cx="5959385" cy="3895582"/>
          </a:xfrm>
          <a:prstGeom prst="rect">
            <a:avLst/>
          </a:prstGeom>
        </p:spPr>
      </p:pic>
      <p:sp>
        <p:nvSpPr>
          <p:cNvPr id="24" name="CuadroTexto 23">
            <a:extLst>
              <a:ext uri="{FF2B5EF4-FFF2-40B4-BE49-F238E27FC236}">
                <a16:creationId xmlns:a16="http://schemas.microsoft.com/office/drawing/2014/main" id="{74ADF037-9148-81AE-CA7C-7D8F4DCB071C}"/>
              </a:ext>
            </a:extLst>
          </p:cNvPr>
          <p:cNvSpPr txBox="1"/>
          <p:nvPr/>
        </p:nvSpPr>
        <p:spPr>
          <a:xfrm>
            <a:off x="445319" y="1002605"/>
            <a:ext cx="5334007" cy="677108"/>
          </a:xfrm>
          <a:prstGeom prst="rect">
            <a:avLst/>
          </a:prstGeom>
          <a:noFill/>
        </p:spPr>
        <p:txBody>
          <a:bodyPr wrap="square" rtlCol="0">
            <a:spAutoFit/>
          </a:bodyPr>
          <a:lstStyle/>
          <a:p>
            <a:pPr algn="ctr"/>
            <a:r>
              <a:rPr lang="es-AR" sz="2000" b="1" dirty="0"/>
              <a:t>Oferta de Base Monetaria</a:t>
            </a:r>
          </a:p>
          <a:p>
            <a:pPr algn="ctr"/>
            <a:r>
              <a:rPr lang="es-AR" dirty="0"/>
              <a:t>En miles de millones de pesos corrientes. Sep-18.</a:t>
            </a:r>
          </a:p>
        </p:txBody>
      </p:sp>
      <p:sp>
        <p:nvSpPr>
          <p:cNvPr id="33" name="CuadroTexto 32">
            <a:extLst>
              <a:ext uri="{FF2B5EF4-FFF2-40B4-BE49-F238E27FC236}">
                <a16:creationId xmlns:a16="http://schemas.microsoft.com/office/drawing/2014/main" id="{F608511F-BA0E-7F4D-4440-26E5603A2BDB}"/>
              </a:ext>
            </a:extLst>
          </p:cNvPr>
          <p:cNvSpPr txBox="1"/>
          <p:nvPr/>
        </p:nvSpPr>
        <p:spPr>
          <a:xfrm>
            <a:off x="6404933" y="1002605"/>
            <a:ext cx="5334007" cy="677108"/>
          </a:xfrm>
          <a:prstGeom prst="rect">
            <a:avLst/>
          </a:prstGeom>
          <a:noFill/>
        </p:spPr>
        <p:txBody>
          <a:bodyPr wrap="square" rtlCol="0">
            <a:spAutoFit/>
          </a:bodyPr>
          <a:lstStyle/>
          <a:p>
            <a:pPr algn="ctr"/>
            <a:r>
              <a:rPr lang="es-AR" sz="2000" b="1" dirty="0"/>
              <a:t>Demanda de Base Monetaria</a:t>
            </a:r>
          </a:p>
          <a:p>
            <a:pPr algn="ctr"/>
            <a:r>
              <a:rPr lang="es-AR" dirty="0"/>
              <a:t>En miles de millones de pesos corrientes. Sep-18.</a:t>
            </a:r>
          </a:p>
        </p:txBody>
      </p: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6C8EC47E-28BD-573B-B29F-8D8E31A7CAEF}"/>
                  </a:ext>
                </a:extLst>
              </p:cNvPr>
              <p:cNvSpPr txBox="1"/>
              <p:nvPr/>
            </p:nvSpPr>
            <p:spPr>
              <a:xfrm>
                <a:off x="404348" y="5905781"/>
                <a:ext cx="5334007" cy="369332"/>
              </a:xfrm>
              <a:prstGeom prst="rect">
                <a:avLst/>
              </a:prstGeom>
              <a:noFill/>
            </p:spPr>
            <p:txBody>
              <a:bodyPr wrap="square" rtlCol="0">
                <a:spAutoFit/>
              </a:bodyPr>
              <a:lstStyle/>
              <a:p>
                <a:r>
                  <a:rPr lang="es-AR" dirty="0"/>
                  <a:t>Exceso de demanda: </a:t>
                </a:r>
                <a14:m>
                  <m:oMath xmlns:m="http://schemas.openxmlformats.org/officeDocument/2006/math">
                    <m:r>
                      <a:rPr lang="es-AR" i="1" dirty="0" smtClean="0">
                        <a:latin typeface="Cambria Math" panose="02040503050406030204" pitchFamily="18" charset="0"/>
                      </a:rPr>
                      <m:t>41−(−76)=117</m:t>
                    </m:r>
                  </m:oMath>
                </a14:m>
                <a:r>
                  <a:rPr lang="es-AR" dirty="0"/>
                  <a:t>.</a:t>
                </a:r>
              </a:p>
            </p:txBody>
          </p:sp>
        </mc:Choice>
        <mc:Fallback xmlns="">
          <p:sp>
            <p:nvSpPr>
              <p:cNvPr id="37" name="CuadroTexto 36">
                <a:extLst>
                  <a:ext uri="{FF2B5EF4-FFF2-40B4-BE49-F238E27FC236}">
                    <a16:creationId xmlns:a16="http://schemas.microsoft.com/office/drawing/2014/main" id="{6C8EC47E-28BD-573B-B29F-8D8E31A7CAEF}"/>
                  </a:ext>
                </a:extLst>
              </p:cNvPr>
              <p:cNvSpPr txBox="1">
                <a:spLocks noRot="1" noChangeAspect="1" noMove="1" noResize="1" noEditPoints="1" noAdjustHandles="1" noChangeArrowheads="1" noChangeShapeType="1" noTextEdit="1"/>
              </p:cNvSpPr>
              <p:nvPr/>
            </p:nvSpPr>
            <p:spPr>
              <a:xfrm>
                <a:off x="404348" y="5905781"/>
                <a:ext cx="5334007" cy="369332"/>
              </a:xfrm>
              <a:prstGeom prst="rect">
                <a:avLst/>
              </a:prstGeom>
              <a:blipFill>
                <a:blip r:embed="rId4"/>
                <a:stretch>
                  <a:fillRect l="-914" t="-8333" b="-28333"/>
                </a:stretch>
              </a:blipFill>
            </p:spPr>
            <p:txBody>
              <a:bodyPr/>
              <a:lstStyle/>
              <a:p>
                <a:r>
                  <a:rPr lang="es-AR">
                    <a:noFill/>
                  </a:rPr>
                  <a:t> </a:t>
                </a:r>
              </a:p>
            </p:txBody>
          </p:sp>
        </mc:Fallback>
      </mc:AlternateContent>
    </p:spTree>
    <p:extLst>
      <p:ext uri="{BB962C8B-B14F-4D97-AF65-F5344CB8AC3E}">
        <p14:creationId xmlns:p14="http://schemas.microsoft.com/office/powerpoint/2010/main" val="18652620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8D7A4-74F9-9C7F-8F1E-AF8D3B2A2DF5}"/>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E77A8E50-79E7-FE66-DB85-19891D01E985}"/>
              </a:ext>
            </a:extLst>
          </p:cNvPr>
          <p:cNvGrpSpPr/>
          <p:nvPr/>
        </p:nvGrpSpPr>
        <p:grpSpPr>
          <a:xfrm>
            <a:off x="301478" y="101545"/>
            <a:ext cx="5047813" cy="461665"/>
            <a:chOff x="301478" y="101545"/>
            <a:chExt cx="5047813" cy="461665"/>
          </a:xfrm>
        </p:grpSpPr>
        <p:sp>
          <p:nvSpPr>
            <p:cNvPr id="3" name="CuadroTexto 2">
              <a:extLst>
                <a:ext uri="{FF2B5EF4-FFF2-40B4-BE49-F238E27FC236}">
                  <a16:creationId xmlns:a16="http://schemas.microsoft.com/office/drawing/2014/main" id="{2D8C2E0A-89D1-CC03-9C91-ECDCA2B54A11}"/>
                </a:ext>
              </a:extLst>
            </p:cNvPr>
            <p:cNvSpPr txBox="1"/>
            <p:nvPr/>
          </p:nvSpPr>
          <p:spPr>
            <a:xfrm>
              <a:off x="404348" y="101545"/>
              <a:ext cx="4944943" cy="461665"/>
            </a:xfrm>
            <a:prstGeom prst="rect">
              <a:avLst/>
            </a:prstGeom>
            <a:noFill/>
          </p:spPr>
          <p:txBody>
            <a:bodyPr wrap="none" rtlCol="0">
              <a:spAutoFit/>
            </a:bodyPr>
            <a:lstStyle/>
            <a:p>
              <a:r>
                <a:rPr lang="es-AR" sz="2400" dirty="0">
                  <a:latin typeface="+mj-lt"/>
                  <a:cs typeface="Times New Roman" panose="02020603050405020304" pitchFamily="18" charset="0"/>
                </a:rPr>
                <a:t>Equilibrio en el mercado de dinero</a:t>
              </a:r>
            </a:p>
          </p:txBody>
        </p:sp>
        <p:cxnSp>
          <p:nvCxnSpPr>
            <p:cNvPr id="5" name="Conector recto 4">
              <a:extLst>
                <a:ext uri="{FF2B5EF4-FFF2-40B4-BE49-F238E27FC236}">
                  <a16:creationId xmlns:a16="http://schemas.microsoft.com/office/drawing/2014/main" id="{47DCB0D4-5677-FAE3-39BA-301C12B0838E}"/>
                </a:ext>
              </a:extLst>
            </p:cNvPr>
            <p:cNvCxnSpPr>
              <a:cxnSpLocks/>
            </p:cNvCxnSpPr>
            <p:nvPr/>
          </p:nvCxnSpPr>
          <p:spPr>
            <a:xfrm>
              <a:off x="301478" y="170377"/>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9" name="Imagen 18">
            <a:extLst>
              <a:ext uri="{FF2B5EF4-FFF2-40B4-BE49-F238E27FC236}">
                <a16:creationId xmlns:a16="http://schemas.microsoft.com/office/drawing/2014/main" id="{2A65197A-67B8-7F3B-2D04-71E21CC46A5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116307" y="1679713"/>
            <a:ext cx="5959385" cy="3895581"/>
          </a:xfrm>
          <a:prstGeom prst="rect">
            <a:avLst/>
          </a:prstGeom>
        </p:spPr>
      </p:pic>
      <p:sp>
        <p:nvSpPr>
          <p:cNvPr id="6" name="CuadroTexto 5">
            <a:extLst>
              <a:ext uri="{FF2B5EF4-FFF2-40B4-BE49-F238E27FC236}">
                <a16:creationId xmlns:a16="http://schemas.microsoft.com/office/drawing/2014/main" id="{EDDEF28B-CBDC-F97C-A81A-05938E7AAA31}"/>
              </a:ext>
            </a:extLst>
          </p:cNvPr>
          <p:cNvSpPr txBox="1"/>
          <p:nvPr/>
        </p:nvSpPr>
        <p:spPr>
          <a:xfrm>
            <a:off x="3428995" y="1002605"/>
            <a:ext cx="5334007" cy="677108"/>
          </a:xfrm>
          <a:prstGeom prst="rect">
            <a:avLst/>
          </a:prstGeom>
          <a:noFill/>
        </p:spPr>
        <p:txBody>
          <a:bodyPr wrap="square" rtlCol="0">
            <a:spAutoFit/>
          </a:bodyPr>
          <a:lstStyle/>
          <a:p>
            <a:pPr algn="ctr"/>
            <a:r>
              <a:rPr lang="es-AR" sz="2000" b="1" dirty="0"/>
              <a:t>Esterilización</a:t>
            </a:r>
          </a:p>
          <a:p>
            <a:pPr algn="ctr"/>
            <a:r>
              <a:rPr lang="es-AR" dirty="0"/>
              <a:t>En miles de millones de pesos corrientes. Sep-18.</a:t>
            </a:r>
          </a:p>
        </p:txBody>
      </p:sp>
    </p:spTree>
    <p:extLst>
      <p:ext uri="{BB962C8B-B14F-4D97-AF65-F5344CB8AC3E}">
        <p14:creationId xmlns:p14="http://schemas.microsoft.com/office/powerpoint/2010/main" val="3367127760"/>
      </p:ext>
    </p:extLst>
  </p:cSld>
  <p:clrMapOvr>
    <a:masterClrMapping/>
  </p:clrMapOvr>
</p:sld>
</file>

<file path=ppt/theme/theme1.xml><?xml version="1.0" encoding="utf-8"?>
<a:theme xmlns:a="http://schemas.openxmlformats.org/drawingml/2006/main" name="Tema de Office">
  <a:themeElements>
    <a:clrScheme name="Colores propios">
      <a:dk1>
        <a:sysClr val="windowText" lastClr="000000"/>
      </a:dk1>
      <a:lt1>
        <a:sysClr val="window" lastClr="FFFFFF"/>
      </a:lt1>
      <a:dk2>
        <a:srgbClr val="0E2841"/>
      </a:dk2>
      <a:lt2>
        <a:srgbClr val="E8E8E8"/>
      </a:lt2>
      <a:accent1>
        <a:srgbClr val="4575B4"/>
      </a:accent1>
      <a:accent2>
        <a:srgbClr val="91BFDB"/>
      </a:accent2>
      <a:accent3>
        <a:srgbClr val="E0F3F8"/>
      </a:accent3>
      <a:accent4>
        <a:srgbClr val="FEE090"/>
      </a:accent4>
      <a:accent5>
        <a:srgbClr val="FC8D59"/>
      </a:accent5>
      <a:accent6>
        <a:srgbClr val="D73027"/>
      </a:accent6>
      <a:hlink>
        <a:srgbClr val="0070C0"/>
      </a:hlink>
      <a:folHlink>
        <a:srgbClr val="A02B93"/>
      </a:folHlink>
    </a:clrScheme>
    <a:fontScheme name="Fuentes propias">
      <a:majorFont>
        <a:latin typeface="Aptos Serif"/>
        <a:ea typeface=""/>
        <a:cs typeface=""/>
      </a:majorFont>
      <a:minorFont>
        <a:latin typeface="Apto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2701</TotalTime>
  <Words>3677</Words>
  <Application>Microsoft Office PowerPoint</Application>
  <PresentationFormat>Panorámica</PresentationFormat>
  <Paragraphs>458</Paragraphs>
  <Slides>28</Slides>
  <Notes>14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Aptos</vt:lpstr>
      <vt:lpstr>Aptos Serif</vt:lpstr>
      <vt:lpstr>Arial</vt:lpstr>
      <vt:lpstr>Cambria Math</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Devita, Mariano</dc:creator>
  <cp:lastModifiedBy>Devita, Mariano</cp:lastModifiedBy>
  <cp:revision>1</cp:revision>
  <dcterms:created xsi:type="dcterms:W3CDTF">2026-03-31T20:55:12Z</dcterms:created>
  <dcterms:modified xsi:type="dcterms:W3CDTF">2026-05-12T14:51:40Z</dcterms:modified>
</cp:coreProperties>
</file>